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_rels/notesSlide2.xml.rels" ContentType="application/vnd.openxmlformats-package.relationships+xml"/>
  <Override PartName="/ppt/notesSlides/notesSlide2.xml" ContentType="application/vnd.openxmlformats-officedocument.presentationml.notes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15.xml.rels" ContentType="application/vnd.openxmlformats-package.relationships+xml"/>
  <Override PartName="/ppt/slideLayouts/_rels/slideLayout28.xml.rels" ContentType="application/vnd.openxmlformats-package.relationships+xml"/>
  <Override PartName="/ppt/slideLayouts/_rels/slideLayout14.xml.rels" ContentType="application/vnd.openxmlformats-package.relationships+xml"/>
  <Override PartName="/ppt/slideLayouts/_rels/slideLayout89.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62.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3.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96.xml.rels" ContentType="application/vnd.openxmlformats-package.relationships+xml"/>
  <Override PartName="/ppt/slideLayouts/_rels/slideLayout43.xml.rels" ContentType="application/vnd.openxmlformats-package.relationships+xml"/>
  <Override PartName="/ppt/slideLayouts/_rels/slideLayout97.xml.rels" ContentType="application/vnd.openxmlformats-package.relationships+xml"/>
  <Override PartName="/ppt/slideLayouts/_rels/slideLayout44.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98.xml.rels" ContentType="application/vnd.openxmlformats-package.relationships+xml"/>
  <Override PartName="/ppt/slideLayouts/_rels/slideLayout45.xml.rels" ContentType="application/vnd.openxmlformats-package.relationships+xml"/>
  <Override PartName="/ppt/slideLayouts/_rels/slideLayout99.xml.rels" ContentType="application/vnd.openxmlformats-package.relationships+xml"/>
  <Override PartName="/ppt/slideLayouts/_rels/slideLayout50.xml.rels" ContentType="application/vnd.openxmlformats-package.relationships+xml"/>
  <Override PartName="/ppt/slideLayouts/_rels/slideLayout85.xml.rels" ContentType="application/vnd.openxmlformats-package.relationships+xml"/>
  <Override PartName="/ppt/slideLayouts/_rels/slideLayout32.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3.xml.rels" ContentType="application/vnd.openxmlformats-package.relationships+xml"/>
  <Override PartName="/ppt/slideLayouts/_rels/slideLayout100.xml.rels" ContentType="application/vnd.openxmlformats-package.relationships+xml"/>
  <Override PartName="/ppt/slideLayouts/_rels/slideLayout106.xml.rels" ContentType="application/vnd.openxmlformats-package.relationships+xml"/>
  <Override PartName="/ppt/slideLayouts/_rels/slideLayout80.xml.rels" ContentType="application/vnd.openxmlformats-package.relationships+xml"/>
  <Override PartName="/ppt/slideLayouts/_rels/slideLayout104.xml.rels" ContentType="application/vnd.openxmlformats-package.relationships+xml"/>
  <Override PartName="/ppt/slideLayouts/_rels/slideLayout52.xml.rels" ContentType="application/vnd.openxmlformats-package.relationships+xml"/>
  <Override PartName="/ppt/slideLayouts/_rels/slideLayout101.xml.rels" ContentType="application/vnd.openxmlformats-package.relationships+xml"/>
  <Override PartName="/ppt/slideLayouts/_rels/slideLayout107.xml.rels" ContentType="application/vnd.openxmlformats-package.relationships+xml"/>
  <Override PartName="/ppt/slideLayouts/_rels/slideLayout81.xml.rels" ContentType="application/vnd.openxmlformats-package.relationships+xml"/>
  <Override PartName="/ppt/slideLayouts/_rels/slideLayout105.xml.rels" ContentType="application/vnd.openxmlformats-package.relationships+xml"/>
  <Override PartName="/ppt/slideLayouts/_rels/slideLayout5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55.xml.rels" ContentType="application/vnd.openxmlformats-package.relationships+xml"/>
  <Override PartName="/ppt/slideLayouts/_rels/slideLayout40.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4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46.xml.rels" ContentType="application/vnd.openxmlformats-package.relationships+xml"/>
  <Override PartName="/ppt/slideLayouts/_rels/slideLayout92.xml.rels" ContentType="application/vnd.openxmlformats-package.relationships+xml"/>
  <Override PartName="/ppt/slideLayouts/_rels/slideLayout38.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5.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91.xml.rels" ContentType="application/vnd.openxmlformats-package.relationships+xml"/>
  <Override PartName="/ppt/slideLayouts/_rels/slideLayout25.xml.rels" ContentType="application/vnd.openxmlformats-package.relationships+xml"/>
  <Override PartName="/ppt/slideLayouts/_rels/slideLayout90.xml.rels" ContentType="application/vnd.openxmlformats-package.relationships+xml"/>
  <Override PartName="/ppt/slideLayouts/_rels/slideLayout24.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75.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76.xml.rels" ContentType="application/vnd.openxmlformats-package.relationships+xml"/>
  <Override PartName="/ppt/slideLayouts/_rels/slideLayout78.xml.rels" ContentType="application/vnd.openxmlformats-package.relationships+xml"/>
  <Override PartName="/ppt/slideLayouts/_rels/slideLayout87.xml.rels" ContentType="application/vnd.openxmlformats-package.relationships+xml"/>
  <Override PartName="/ppt/slideLayouts/_rels/slideLayout94.xml.rels" ContentType="application/vnd.openxmlformats-package.relationships+xml"/>
  <Override PartName="/ppt/slideLayouts/_rels/slideLayout95.xml.rels" ContentType="application/vnd.openxmlformats-package.relationships+xml"/>
  <Override PartName="/ppt/slideLayouts/_rels/slideLayout88.xml.rels" ContentType="application/vnd.openxmlformats-package.relationships+xml"/>
  <Override PartName="/ppt/slideLayouts/_rels/slideLayout64.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86.xml.rels" ContentType="application/vnd.openxmlformats-package.relationships+xml"/>
  <Override PartName="/ppt/slideLayouts/_rels/slideLayout93.xml.rels" ContentType="application/vnd.openxmlformats-package.relationships+xml"/>
  <Override PartName="/ppt/slideLayouts/_rels/slideLayout82.xml.rels" ContentType="application/vnd.openxmlformats-package.relationships+xml"/>
  <Override PartName="/ppt/slideLayouts/_rels/slideLayout108.xml.rels" ContentType="application/vnd.openxmlformats-package.relationships+xml"/>
  <Override PartName="/ppt/slideLayouts/_rels/slideLayout102.xml.rels" ContentType="application/vnd.openxmlformats-package.relationships+xml"/>
  <Override PartName="/ppt/slideLayouts/_rels/slideLayout7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27.xml" ContentType="application/vnd.openxmlformats-officedocument.presentationml.slideLayout+xml"/>
  <Override PartName="/ppt/slideLayouts/slideLayout92.xml" ContentType="application/vnd.openxmlformats-officedocument.presentationml.slideLayout+xml"/>
  <Override PartName="/ppt/slideLayouts/slideLayout26.xml" ContentType="application/vnd.openxmlformats-officedocument.presentationml.slideLayout+xml"/>
  <Override PartName="/ppt/slideLayouts/slideLayout91.xml" ContentType="application/vnd.openxmlformats-officedocument.presentationml.slideLayout+xml"/>
  <Override PartName="/ppt/slideLayouts/slideLayout25.xml" ContentType="application/vnd.openxmlformats-officedocument.presentationml.slideLayout+xml"/>
  <Override PartName="/ppt/slideLayouts/slideLayout90.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108.xml" ContentType="application/vnd.openxmlformats-officedocument.presentationml.slideLayout+xml"/>
  <Override PartName="/ppt/slideLayouts/slideLayout95.xml" ContentType="application/vnd.openxmlformats-officedocument.presentationml.slideLayout+xml"/>
  <Override PartName="/ppt/slideLayouts/slideLayout107.xml" ContentType="application/vnd.openxmlformats-officedocument.presentationml.slideLayout+xml"/>
  <Override PartName="/ppt/slideLayouts/slideLayout29.xml" ContentType="application/vnd.openxmlformats-officedocument.presentationml.slideLayout+xml"/>
  <Override PartName="/ppt/slideLayouts/slideLayout94.xml" ContentType="application/vnd.openxmlformats-officedocument.presentationml.slideLayout+xml"/>
  <Override PartName="/ppt/slideLayouts/slideLayout106.xml" ContentType="application/vnd.openxmlformats-officedocument.presentationml.slideLayout+xml"/>
  <Override PartName="/ppt/slideLayouts/slideLayout28.xml" ContentType="application/vnd.openxmlformats-officedocument.presentationml.slideLayout+xml"/>
  <Override PartName="/ppt/slideLayouts/slideLayout93.xml" ContentType="application/vnd.openxmlformats-officedocument.presentationml.slideLayout+xml"/>
  <Override PartName="/ppt/slideLayouts/slideLayout14.xml" ContentType="application/vnd.openxmlformats-officedocument.presentationml.slideLayout+xml"/>
  <Override PartName="/ppt/slideLayouts/slideLayout105.xml" ContentType="application/vnd.openxmlformats-officedocument.presentationml.slideLayout+xml"/>
  <Override PartName="/ppt/slideLayouts/slideLayout99.xml" ContentType="application/vnd.openxmlformats-officedocument.presentationml.slideLayout+xml"/>
  <Override PartName="/ppt/slideLayouts/slideLayout62.xml" ContentType="application/vnd.openxmlformats-officedocument.presentationml.slideLayout+xml"/>
  <Override PartName="/ppt/slideLayouts/slideLayout104.xml" ContentType="application/vnd.openxmlformats-officedocument.presentationml.slideLayout+xml"/>
  <Override PartName="/ppt/slideLayouts/slideLayout98.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97.xml" ContentType="application/vnd.openxmlformats-officedocument.presentationml.slideLayout+xml"/>
  <Override PartName="/ppt/slideLayouts/slideLayout60.xml" ContentType="application/vnd.openxmlformats-officedocument.presentationml.slideLayout+xml"/>
  <Override PartName="/ppt/slideLayouts/slideLayout102.xml" ContentType="application/vnd.openxmlformats-officedocument.presentationml.slideLayout+xml"/>
  <Override PartName="/ppt/slideLayouts/slideLayout96.xml" ContentType="application/vnd.openxmlformats-officedocument.presentationml.slideLayout+xml"/>
  <Override PartName="/ppt/slideLayouts/slideLayout101.xml" ContentType="application/vnd.openxmlformats-officedocument.presentationml.slideLayout+xml"/>
  <Override PartName="/ppt/slideLayouts/slideLayout100.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400" spc="-1" strike="noStrike">
                <a:solidFill>
                  <a:srgbClr val="000000"/>
                </a:solidFill>
                <a:latin typeface="Arial"/>
              </a:rPr>
              <a:t>Click to move the slide</a:t>
            </a:r>
            <a:endParaRPr b="0" lang="en-US" sz="1400" spc="-1" strike="noStrike">
              <a:solidFill>
                <a:srgbClr val="000000"/>
              </a:solidFill>
              <a:latin typeface="Arial"/>
            </a:endParaRPr>
          </a:p>
        </p:txBody>
      </p:sp>
      <p:sp>
        <p:nvSpPr>
          <p:cNvPr id="53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539"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540"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541"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542"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4783F886-2BA7-450A-962D-24A0E99906C1}"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Img"/>
          </p:nvPr>
        </p:nvSpPr>
        <p:spPr>
          <a:xfrm>
            <a:off x="381240" y="685800"/>
            <a:ext cx="6095520" cy="3428640"/>
          </a:xfrm>
          <a:prstGeom prst="rect">
            <a:avLst/>
          </a:prstGeom>
          <a:ln w="0">
            <a:noFill/>
          </a:ln>
        </p:spPr>
      </p:sp>
      <p:sp>
        <p:nvSpPr>
          <p:cNvPr id="753" name="PlaceHolder 2"/>
          <p:cNvSpPr>
            <a:spLocks noGrp="1"/>
          </p:cNvSpPr>
          <p:nvPr>
            <p:ph type="body"/>
          </p:nvPr>
        </p:nvSpPr>
        <p:spPr>
          <a:xfrm>
            <a:off x="685800" y="4343400"/>
            <a:ext cx="5486040" cy="4114440"/>
          </a:xfrm>
          <a:prstGeom prst="rect">
            <a:avLst/>
          </a:prstGeom>
          <a:noFill/>
          <a:ln w="0">
            <a:noFill/>
          </a:ln>
        </p:spPr>
        <p:txBody>
          <a:bodyPr tIns="91440" bIns="91440" anchor="t">
            <a:noAutofit/>
          </a:bodyPr>
          <a:p>
            <a:pPr>
              <a:lnSpc>
                <a:spcPct val="100000"/>
              </a:lnSpc>
              <a:buNone/>
              <a:tabLst>
                <a:tab algn="l" pos="0"/>
              </a:tabLst>
            </a:pPr>
            <a:endParaRPr b="0" lang="en-US" sz="1200" spc="-1" strike="noStrike">
              <a:latin typeface="Arial"/>
            </a:endParaRPr>
          </a:p>
          <a:p>
            <a:pPr>
              <a:lnSpc>
                <a:spcPct val="100000"/>
              </a:lnSpc>
              <a:buNone/>
              <a:tabLst>
                <a:tab algn="l" pos="0"/>
              </a:tabLst>
            </a:pPr>
            <a:endParaRPr b="0" lang="en-US" sz="11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1"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6"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8"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2"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3"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6"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0"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3"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4"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5"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6"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8"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9"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0"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1"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2"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3"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9"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1"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3"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4"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6"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8"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9"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0"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2"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3"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4"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6"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7"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8"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20"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1"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23"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4"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5"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6"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28"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29"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30"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31"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32"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33"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49"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51"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53"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4"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6"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58"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9"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0"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62"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3"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4"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66"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7"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68"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70"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1"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73"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4"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5"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6"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78"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79"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0"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1"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2"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3"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1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12"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14"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16"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17"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9"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21"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2"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3"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25"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6"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7"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29"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0"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1"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33"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4"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36"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7"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8"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9"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41"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2"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3"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4"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5"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46"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6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69"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71"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73"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74"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7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76"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7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78"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79"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0"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82"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3"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4"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86"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7"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88"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0"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91"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3"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94"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95"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96"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9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98"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99"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0"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1"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2"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3"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2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28"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9"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0"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3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2"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33"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34"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35"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36"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7"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38"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39"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4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41"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2"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3"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44"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45"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6"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7"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49"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0"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52"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3"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4"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5"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6"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57"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8"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9"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0"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1"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2"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84"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85"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86"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87"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8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89"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0"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92"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93"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94"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5"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6"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9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98"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99"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0"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0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02"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3"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4"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0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06"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07"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0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09"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0"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1"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2"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13"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14"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5"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6"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7"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8"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19"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3"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44"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4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46"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48"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49"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5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1"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5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53"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54"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55"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56"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57"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58"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59"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6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61"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2"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3"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64"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65"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6"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67"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68"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69"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0"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1"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7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73"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4"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5"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6"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7"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78"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1"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02" name="PlaceHolder 2"/>
          <p:cNvSpPr>
            <a:spLocks noGrp="1"/>
          </p:cNvSpPr>
          <p:nvPr>
            <p:ph type="subTitle"/>
          </p:nvPr>
        </p:nvSpPr>
        <p:spPr>
          <a:xfrm>
            <a:off x="720000" y="1215720"/>
            <a:ext cx="7703640" cy="245520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03"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04" name="PlaceHolder 2"/>
          <p:cNvSpPr>
            <a:spLocks noGrp="1"/>
          </p:cNvSpPr>
          <p:nvPr>
            <p:ph/>
          </p:nvPr>
        </p:nvSpPr>
        <p:spPr>
          <a:xfrm>
            <a:off x="720000" y="1215720"/>
            <a:ext cx="770364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06"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07"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9" name="PlaceHolder 1"/>
          <p:cNvSpPr>
            <a:spLocks noGrp="1"/>
          </p:cNvSpPr>
          <p:nvPr>
            <p:ph type="subTitle"/>
          </p:nvPr>
        </p:nvSpPr>
        <p:spPr>
          <a:xfrm>
            <a:off x="720000" y="444960"/>
            <a:ext cx="770364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11"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2" name="PlaceHolder 3"/>
          <p:cNvSpPr>
            <a:spLocks noGrp="1"/>
          </p:cNvSpPr>
          <p:nvPr>
            <p:ph/>
          </p:nvPr>
        </p:nvSpPr>
        <p:spPr>
          <a:xfrm>
            <a:off x="46674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3"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14"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15" name="PlaceHolder 2"/>
          <p:cNvSpPr>
            <a:spLocks noGrp="1"/>
          </p:cNvSpPr>
          <p:nvPr>
            <p:ph/>
          </p:nvPr>
        </p:nvSpPr>
        <p:spPr>
          <a:xfrm>
            <a:off x="720000" y="1215720"/>
            <a:ext cx="3759120" cy="245520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6"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17" name="PlaceHolder 4"/>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18"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19"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0"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1" name="PlaceHolder 4"/>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22"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23" name="PlaceHolder 2"/>
          <p:cNvSpPr>
            <a:spLocks noGrp="1"/>
          </p:cNvSpPr>
          <p:nvPr>
            <p:ph/>
          </p:nvPr>
        </p:nvSpPr>
        <p:spPr>
          <a:xfrm>
            <a:off x="720000" y="121572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4" name="PlaceHolder 3"/>
          <p:cNvSpPr>
            <a:spLocks noGrp="1"/>
          </p:cNvSpPr>
          <p:nvPr>
            <p:ph/>
          </p:nvPr>
        </p:nvSpPr>
        <p:spPr>
          <a:xfrm>
            <a:off x="720000" y="2498400"/>
            <a:ext cx="770364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25"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26" name="PlaceHolder 2"/>
          <p:cNvSpPr>
            <a:spLocks noGrp="1"/>
          </p:cNvSpPr>
          <p:nvPr>
            <p:ph/>
          </p:nvPr>
        </p:nvSpPr>
        <p:spPr>
          <a:xfrm>
            <a:off x="7200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7" name="PlaceHolder 3"/>
          <p:cNvSpPr>
            <a:spLocks noGrp="1"/>
          </p:cNvSpPr>
          <p:nvPr>
            <p:ph/>
          </p:nvPr>
        </p:nvSpPr>
        <p:spPr>
          <a:xfrm>
            <a:off x="4667400" y="121572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8" name="PlaceHolder 4"/>
          <p:cNvSpPr>
            <a:spLocks noGrp="1"/>
          </p:cNvSpPr>
          <p:nvPr>
            <p:ph/>
          </p:nvPr>
        </p:nvSpPr>
        <p:spPr>
          <a:xfrm>
            <a:off x="7200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29" name="PlaceHolder 5"/>
          <p:cNvSpPr>
            <a:spLocks noGrp="1"/>
          </p:cNvSpPr>
          <p:nvPr>
            <p:ph/>
          </p:nvPr>
        </p:nvSpPr>
        <p:spPr>
          <a:xfrm>
            <a:off x="4667400" y="2498400"/>
            <a:ext cx="375912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30" name="PlaceHolder 1"/>
          <p:cNvSpPr>
            <a:spLocks noGrp="1"/>
          </p:cNvSpPr>
          <p:nvPr>
            <p:ph type="title"/>
          </p:nvPr>
        </p:nvSpPr>
        <p:spPr>
          <a:xfrm>
            <a:off x="720000" y="444960"/>
            <a:ext cx="770364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31" name="PlaceHolder 2"/>
          <p:cNvSpPr>
            <a:spLocks noGrp="1"/>
          </p:cNvSpPr>
          <p:nvPr>
            <p:ph/>
          </p:nvPr>
        </p:nvSpPr>
        <p:spPr>
          <a:xfrm>
            <a:off x="72000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32" name="PlaceHolder 3"/>
          <p:cNvSpPr>
            <a:spLocks noGrp="1"/>
          </p:cNvSpPr>
          <p:nvPr>
            <p:ph/>
          </p:nvPr>
        </p:nvSpPr>
        <p:spPr>
          <a:xfrm>
            <a:off x="33249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33" name="PlaceHolder 4"/>
          <p:cNvSpPr>
            <a:spLocks noGrp="1"/>
          </p:cNvSpPr>
          <p:nvPr>
            <p:ph/>
          </p:nvPr>
        </p:nvSpPr>
        <p:spPr>
          <a:xfrm>
            <a:off x="5929560" y="121572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34" name="PlaceHolder 5"/>
          <p:cNvSpPr>
            <a:spLocks noGrp="1"/>
          </p:cNvSpPr>
          <p:nvPr>
            <p:ph/>
          </p:nvPr>
        </p:nvSpPr>
        <p:spPr>
          <a:xfrm>
            <a:off x="72000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35" name="PlaceHolder 6"/>
          <p:cNvSpPr>
            <a:spLocks noGrp="1"/>
          </p:cNvSpPr>
          <p:nvPr>
            <p:ph/>
          </p:nvPr>
        </p:nvSpPr>
        <p:spPr>
          <a:xfrm>
            <a:off x="33249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36" name="PlaceHolder 7"/>
          <p:cNvSpPr>
            <a:spLocks noGrp="1"/>
          </p:cNvSpPr>
          <p:nvPr>
            <p:ph/>
          </p:nvPr>
        </p:nvSpPr>
        <p:spPr>
          <a:xfrm>
            <a:off x="5929560" y="2498400"/>
            <a:ext cx="2480400" cy="117108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396800" y="1489320"/>
            <a:ext cx="6349680" cy="1495800"/>
          </a:xfrm>
          <a:prstGeom prst="rect">
            <a:avLst/>
          </a:prstGeom>
          <a:noFill/>
          <a:ln w="0">
            <a:noFill/>
          </a:ln>
        </p:spPr>
        <p:txBody>
          <a:bodyPr tIns="91440" bIns="91440" anchor="b">
            <a:noAutofit/>
          </a:bodyPr>
          <a:p>
            <a:r>
              <a:rPr b="0" lang="en-US" sz="4500" spc="-1" strike="noStrike">
                <a:solidFill>
                  <a:srgbClr val="000000"/>
                </a:solidFill>
                <a:latin typeface="Arial"/>
              </a:rPr>
              <a:t>Click to edit the title text format</a:t>
            </a:r>
            <a:endParaRPr b="0" lang="en-US" sz="4500" spc="-1" strike="noStrike">
              <a:solidFill>
                <a:srgbClr val="000000"/>
              </a:solidFill>
              <a:latin typeface="Arial"/>
            </a:endParaRPr>
          </a:p>
        </p:txBody>
      </p:sp>
      <p:grpSp>
        <p:nvGrpSpPr>
          <p:cNvPr id="1" name="Google Shape;11;p2"/>
          <p:cNvGrpSpPr/>
          <p:nvPr/>
        </p:nvGrpSpPr>
        <p:grpSpPr>
          <a:xfrm>
            <a:off x="816120" y="4703400"/>
            <a:ext cx="7511400" cy="237960"/>
            <a:chOff x="816120" y="4703400"/>
            <a:chExt cx="7511400" cy="237960"/>
          </a:xfrm>
        </p:grpSpPr>
        <p:sp>
          <p:nvSpPr>
            <p:cNvPr id="2" name="Google Shape;12;p2"/>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3" name="Google Shape;13;p2"/>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4" name="Google Shape;14;p2">
              <a:hlinkClick r:id="" action="ppaction://hlinkshowjump?jump=nextslide"/>
            </p:cNvPr>
            <p:cNvSpPr/>
            <p:nvPr/>
          </p:nvSpPr>
          <p:spPr>
            <a:xfrm flipH="1" rot="5400000">
              <a:off x="995760" y="4768200"/>
              <a:ext cx="125280" cy="108720"/>
            </a:xfrm>
            <a:prstGeom prst="triangle">
              <a:avLst>
                <a:gd name="adj" fmla="val 50000"/>
              </a:avLst>
            </a:prstGeom>
            <a:solidFill>
              <a:schemeClr val="lt1"/>
            </a:solidFill>
            <a:ln w="0">
              <a:noFill/>
            </a:ln>
          </p:spPr>
          <p:style>
            <a:lnRef idx="0"/>
            <a:fillRef idx="0"/>
            <a:effectRef idx="0"/>
            <a:fontRef idx="minor"/>
          </p:style>
        </p:sp>
        <p:grpSp>
          <p:nvGrpSpPr>
            <p:cNvPr id="5" name="Google Shape;15;p2"/>
            <p:cNvGrpSpPr/>
            <p:nvPr/>
          </p:nvGrpSpPr>
          <p:grpSpPr>
            <a:xfrm>
              <a:off x="8052120" y="4744440"/>
              <a:ext cx="158040" cy="155880"/>
              <a:chOff x="8052120" y="4744440"/>
              <a:chExt cx="158040" cy="155880"/>
            </a:xfrm>
          </p:grpSpPr>
          <p:sp>
            <p:nvSpPr>
              <p:cNvPr id="6" name="Google Shape;16;p2"/>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7" name="Google Shape;17;p2"/>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sp>
            <p:nvSpPr>
              <p:cNvPr id="8" name="Google Shape;18;p2"/>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9" name="Google Shape;19;p2"/>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10" name="Google Shape;20;p2"/>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grpSp>
      </p:grpSp>
      <p:grpSp>
        <p:nvGrpSpPr>
          <p:cNvPr id="11" name="Google Shape;21;p2"/>
          <p:cNvGrpSpPr/>
          <p:nvPr/>
        </p:nvGrpSpPr>
        <p:grpSpPr>
          <a:xfrm>
            <a:off x="8430840" y="2919240"/>
            <a:ext cx="281520" cy="1270440"/>
            <a:chOff x="8430840" y="2919240"/>
            <a:chExt cx="281520" cy="1270440"/>
          </a:xfrm>
        </p:grpSpPr>
        <p:sp>
          <p:nvSpPr>
            <p:cNvPr id="12" name="Google Shape;22;p2"/>
            <p:cNvSpPr/>
            <p:nvPr/>
          </p:nvSpPr>
          <p:spPr>
            <a:xfrm>
              <a:off x="8430840" y="2919240"/>
              <a:ext cx="281520" cy="479160"/>
            </a:xfrm>
            <a:custGeom>
              <a:avLst/>
              <a:gdLst/>
              <a:ahLst/>
              <a:rect l="l" t="t" r="r" b="b"/>
              <a:pathLst>
                <a:path w="11280" h="19181">
                  <a:moveTo>
                    <a:pt x="0" y="1"/>
                  </a:moveTo>
                  <a:lnTo>
                    <a:pt x="0" y="11280"/>
                  </a:lnTo>
                  <a:lnTo>
                    <a:pt x="11280" y="19180"/>
                  </a:lnTo>
                  <a:lnTo>
                    <a:pt x="11280" y="7901"/>
                  </a:lnTo>
                  <a:lnTo>
                    <a:pt x="0" y="1"/>
                  </a:lnTo>
                  <a:close/>
                </a:path>
              </a:pathLst>
            </a:custGeom>
            <a:solidFill>
              <a:schemeClr val="dk1"/>
            </a:solidFill>
            <a:ln w="0">
              <a:noFill/>
            </a:ln>
          </p:spPr>
          <p:style>
            <a:lnRef idx="0"/>
            <a:fillRef idx="0"/>
            <a:effectRef idx="0"/>
            <a:fontRef idx="minor"/>
          </p:style>
        </p:sp>
        <p:sp>
          <p:nvSpPr>
            <p:cNvPr id="13" name="Google Shape;23;p2"/>
            <p:cNvSpPr/>
            <p:nvPr/>
          </p:nvSpPr>
          <p:spPr>
            <a:xfrm>
              <a:off x="8430840" y="326196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sp>
          <p:nvSpPr>
            <p:cNvPr id="14" name="Google Shape;24;p2"/>
            <p:cNvSpPr/>
            <p:nvPr/>
          </p:nvSpPr>
          <p:spPr>
            <a:xfrm>
              <a:off x="8430840" y="3420000"/>
              <a:ext cx="281520" cy="294840"/>
            </a:xfrm>
            <a:custGeom>
              <a:avLst/>
              <a:gdLst/>
              <a:ahLst/>
              <a:rect l="l" t="t" r="r" b="b"/>
              <a:pathLst>
                <a:path w="11280" h="11815">
                  <a:moveTo>
                    <a:pt x="0" y="0"/>
                  </a:moveTo>
                  <a:lnTo>
                    <a:pt x="0" y="3915"/>
                  </a:lnTo>
                  <a:lnTo>
                    <a:pt x="11280" y="11815"/>
                  </a:lnTo>
                  <a:lnTo>
                    <a:pt x="11280" y="7900"/>
                  </a:lnTo>
                  <a:lnTo>
                    <a:pt x="0" y="0"/>
                  </a:lnTo>
                  <a:close/>
                </a:path>
              </a:pathLst>
            </a:custGeom>
            <a:solidFill>
              <a:schemeClr val="dk1"/>
            </a:solidFill>
            <a:ln w="0">
              <a:noFill/>
            </a:ln>
          </p:spPr>
          <p:style>
            <a:lnRef idx="0"/>
            <a:fillRef idx="0"/>
            <a:effectRef idx="0"/>
            <a:fontRef idx="minor"/>
          </p:style>
        </p:sp>
        <p:sp>
          <p:nvSpPr>
            <p:cNvPr id="15" name="Google Shape;25;p2"/>
            <p:cNvSpPr/>
            <p:nvPr/>
          </p:nvSpPr>
          <p:spPr>
            <a:xfrm>
              <a:off x="8430840" y="3578400"/>
              <a:ext cx="281520" cy="294840"/>
            </a:xfrm>
            <a:custGeom>
              <a:avLst/>
              <a:gdLst/>
              <a:ahLst/>
              <a:rect l="l" t="t" r="r" b="b"/>
              <a:pathLst>
                <a:path w="11280" h="11802">
                  <a:moveTo>
                    <a:pt x="0" y="1"/>
                  </a:moveTo>
                  <a:lnTo>
                    <a:pt x="0" y="3902"/>
                  </a:lnTo>
                  <a:lnTo>
                    <a:pt x="11280" y="11801"/>
                  </a:lnTo>
                  <a:lnTo>
                    <a:pt x="11280" y="7901"/>
                  </a:lnTo>
                  <a:lnTo>
                    <a:pt x="0" y="1"/>
                  </a:lnTo>
                  <a:close/>
                </a:path>
              </a:pathLst>
            </a:custGeom>
            <a:solidFill>
              <a:schemeClr val="dk1"/>
            </a:solidFill>
            <a:ln w="0">
              <a:noFill/>
            </a:ln>
          </p:spPr>
          <p:style>
            <a:lnRef idx="0"/>
            <a:fillRef idx="0"/>
            <a:effectRef idx="0"/>
            <a:fontRef idx="minor"/>
          </p:style>
        </p:sp>
        <p:sp>
          <p:nvSpPr>
            <p:cNvPr id="16" name="Google Shape;26;p2"/>
            <p:cNvSpPr/>
            <p:nvPr/>
          </p:nvSpPr>
          <p:spPr>
            <a:xfrm>
              <a:off x="8430840" y="3736440"/>
              <a:ext cx="281520" cy="295200"/>
            </a:xfrm>
            <a:custGeom>
              <a:avLst/>
              <a:gdLst/>
              <a:ahLst/>
              <a:rect l="l" t="t" r="r" b="b"/>
              <a:pathLst>
                <a:path w="11280" h="11816">
                  <a:moveTo>
                    <a:pt x="0" y="1"/>
                  </a:moveTo>
                  <a:lnTo>
                    <a:pt x="0" y="3915"/>
                  </a:lnTo>
                  <a:lnTo>
                    <a:pt x="11280" y="11815"/>
                  </a:lnTo>
                  <a:lnTo>
                    <a:pt x="11280" y="7900"/>
                  </a:lnTo>
                  <a:lnTo>
                    <a:pt x="0" y="1"/>
                  </a:lnTo>
                  <a:close/>
                </a:path>
              </a:pathLst>
            </a:custGeom>
            <a:solidFill>
              <a:schemeClr val="dk1"/>
            </a:solidFill>
            <a:ln w="0">
              <a:noFill/>
            </a:ln>
          </p:spPr>
          <p:style>
            <a:lnRef idx="0"/>
            <a:fillRef idx="0"/>
            <a:effectRef idx="0"/>
            <a:fontRef idx="minor"/>
          </p:style>
        </p:sp>
        <p:sp>
          <p:nvSpPr>
            <p:cNvPr id="17" name="Google Shape;27;p2"/>
            <p:cNvSpPr/>
            <p:nvPr/>
          </p:nvSpPr>
          <p:spPr>
            <a:xfrm>
              <a:off x="8430840" y="389484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grpSp>
      <p:grpSp>
        <p:nvGrpSpPr>
          <p:cNvPr id="18" name="Google Shape;28;p2"/>
          <p:cNvGrpSpPr/>
          <p:nvPr/>
        </p:nvGrpSpPr>
        <p:grpSpPr>
          <a:xfrm>
            <a:off x="-169200" y="-407880"/>
            <a:ext cx="9918720" cy="4970160"/>
            <a:chOff x="-169200" y="-407880"/>
            <a:chExt cx="9918720" cy="4970160"/>
          </a:xfrm>
        </p:grpSpPr>
        <p:pic>
          <p:nvPicPr>
            <p:cNvPr id="19" name="Google Shape;29;p2" descr=""/>
            <p:cNvPicPr/>
            <p:nvPr/>
          </p:nvPicPr>
          <p:blipFill>
            <a:blip r:embed="rId2"/>
            <a:stretch/>
          </p:blipFill>
          <p:spPr>
            <a:xfrm>
              <a:off x="-169200" y="2782440"/>
              <a:ext cx="1620720" cy="1779840"/>
            </a:xfrm>
            <a:prstGeom prst="rect">
              <a:avLst/>
            </a:prstGeom>
            <a:ln w="0">
              <a:noFill/>
            </a:ln>
          </p:spPr>
        </p:pic>
        <p:grpSp>
          <p:nvGrpSpPr>
            <p:cNvPr id="20" name="Google Shape;30;p2"/>
            <p:cNvGrpSpPr/>
            <p:nvPr/>
          </p:nvGrpSpPr>
          <p:grpSpPr>
            <a:xfrm>
              <a:off x="295560" y="3326400"/>
              <a:ext cx="691560" cy="691200"/>
              <a:chOff x="295560" y="3326400"/>
              <a:chExt cx="691560" cy="691200"/>
            </a:xfrm>
          </p:grpSpPr>
          <p:sp>
            <p:nvSpPr>
              <p:cNvPr id="21" name="Google Shape;31;p2"/>
              <p:cNvSpPr/>
              <p:nvPr/>
            </p:nvSpPr>
            <p:spPr>
              <a:xfrm>
                <a:off x="347400" y="3336120"/>
                <a:ext cx="630000" cy="630000"/>
              </a:xfrm>
              <a:custGeom>
                <a:avLst/>
                <a:gdLst/>
                <a:ahLst/>
                <a:rect l="l" t="t" r="r" b="b"/>
                <a:pathLst>
                  <a:path w="25221" h="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w="0">
                <a:noFill/>
              </a:ln>
            </p:spPr>
            <p:style>
              <a:lnRef idx="0"/>
              <a:fillRef idx="0"/>
              <a:effectRef idx="0"/>
              <a:fontRef idx="minor"/>
            </p:style>
          </p:sp>
          <p:sp>
            <p:nvSpPr>
              <p:cNvPr id="22" name="Google Shape;32;p2"/>
              <p:cNvSpPr/>
              <p:nvPr/>
            </p:nvSpPr>
            <p:spPr>
              <a:xfrm>
                <a:off x="338040" y="3326400"/>
                <a:ext cx="649080" cy="649080"/>
              </a:xfrm>
              <a:custGeom>
                <a:avLst/>
                <a:gdLst/>
                <a:ahLst/>
                <a:rect l="l" t="t" r="r" b="b"/>
                <a:pathLst>
                  <a:path w="25982" h="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w="0">
                <a:noFill/>
              </a:ln>
            </p:spPr>
            <p:style>
              <a:lnRef idx="0"/>
              <a:fillRef idx="0"/>
              <a:effectRef idx="0"/>
              <a:fontRef idx="minor"/>
            </p:style>
          </p:sp>
          <p:sp>
            <p:nvSpPr>
              <p:cNvPr id="23" name="Google Shape;33;p2"/>
              <p:cNvSpPr/>
              <p:nvPr/>
            </p:nvSpPr>
            <p:spPr>
              <a:xfrm>
                <a:off x="305280" y="3378240"/>
                <a:ext cx="630000" cy="630000"/>
              </a:xfrm>
              <a:custGeom>
                <a:avLst/>
                <a:gdLst/>
                <a:ahLst/>
                <a:rect l="l" t="t" r="r" b="b"/>
                <a:pathLst>
                  <a:path w="25221" h="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w="0">
                <a:noFill/>
              </a:ln>
            </p:spPr>
            <p:style>
              <a:lnRef idx="0"/>
              <a:fillRef idx="0"/>
              <a:effectRef idx="0"/>
              <a:fontRef idx="minor"/>
            </p:style>
          </p:sp>
          <p:sp>
            <p:nvSpPr>
              <p:cNvPr id="24" name="Google Shape;34;p2"/>
              <p:cNvSpPr/>
              <p:nvPr/>
            </p:nvSpPr>
            <p:spPr>
              <a:xfrm>
                <a:off x="295560" y="3368880"/>
                <a:ext cx="649080" cy="648720"/>
              </a:xfrm>
              <a:custGeom>
                <a:avLst/>
                <a:gdLst/>
                <a:ahLst/>
                <a:rect l="l" t="t" r="r" b="b"/>
                <a:pathLst>
                  <a:path w="25981" h="25967">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w="0">
                <a:noFill/>
              </a:ln>
            </p:spPr>
            <p:style>
              <a:lnRef idx="0"/>
              <a:fillRef idx="0"/>
              <a:effectRef idx="0"/>
              <a:fontRef idx="minor"/>
            </p:style>
          </p:sp>
        </p:grpSp>
        <p:pic>
          <p:nvPicPr>
            <p:cNvPr id="25" name="Google Shape;35;p2" descr=""/>
            <p:cNvPicPr/>
            <p:nvPr/>
          </p:nvPicPr>
          <p:blipFill>
            <a:blip r:embed="rId3"/>
            <a:stretch/>
          </p:blipFill>
          <p:spPr>
            <a:xfrm>
              <a:off x="7747200" y="-407880"/>
              <a:ext cx="2002320" cy="1823400"/>
            </a:xfrm>
            <a:prstGeom prst="rect">
              <a:avLst/>
            </a:prstGeom>
            <a:ln w="0">
              <a:noFill/>
            </a:ln>
          </p:spPr>
        </p:pic>
      </p:grpSp>
      <p:sp>
        <p:nvSpPr>
          <p:cNvPr id="26" name="Google Shape;36;p2"/>
          <p:cNvSpPr/>
          <p:nvPr/>
        </p:nvSpPr>
        <p:spPr>
          <a:xfrm>
            <a:off x="610200" y="499680"/>
            <a:ext cx="299160" cy="299160"/>
          </a:xfrm>
          <a:custGeom>
            <a:avLst/>
            <a:gdLst/>
            <a:ahLst/>
            <a:rect l="l" t="t" r="r" b="b"/>
            <a:pathLst>
              <a:path w="17927" h="17927">
                <a:moveTo>
                  <a:pt x="1" y="0"/>
                </a:moveTo>
                <a:lnTo>
                  <a:pt x="1" y="5985"/>
                </a:lnTo>
                <a:lnTo>
                  <a:pt x="1" y="17926"/>
                </a:lnTo>
                <a:lnTo>
                  <a:pt x="5986" y="17926"/>
                </a:lnTo>
                <a:lnTo>
                  <a:pt x="5986" y="5985"/>
                </a:lnTo>
                <a:lnTo>
                  <a:pt x="17927" y="5985"/>
                </a:lnTo>
                <a:lnTo>
                  <a:pt x="17927" y="0"/>
                </a:lnTo>
                <a:close/>
              </a:path>
            </a:pathLst>
          </a:custGeom>
          <a:solidFill>
            <a:schemeClr val="dk2"/>
          </a:solidFill>
          <a:ln w="0">
            <a:noFill/>
          </a:ln>
        </p:spPr>
        <p:style>
          <a:lnRef idx="0"/>
          <a:fillRef idx="0"/>
          <a:effectRef idx="0"/>
          <a:fontRef idx="minor"/>
        </p:style>
      </p:sp>
      <p:sp>
        <p:nvSpPr>
          <p:cNvPr id="2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pic>
        <p:nvPicPr>
          <p:cNvPr id="64" name="Google Shape;195;p13" descr=""/>
          <p:cNvPicPr/>
          <p:nvPr/>
        </p:nvPicPr>
        <p:blipFill>
          <a:blip r:embed="rId2"/>
          <a:stretch/>
        </p:blipFill>
        <p:spPr>
          <a:xfrm>
            <a:off x="8146800" y="1782720"/>
            <a:ext cx="2383560" cy="2617200"/>
          </a:xfrm>
          <a:prstGeom prst="rect">
            <a:avLst/>
          </a:prstGeom>
          <a:ln w="0">
            <a:noFill/>
          </a:ln>
        </p:spPr>
      </p:pic>
      <p:sp>
        <p:nvSpPr>
          <p:cNvPr id="65"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66" name="PlaceHolder 2"/>
          <p:cNvSpPr>
            <a:spLocks noGrp="1"/>
          </p:cNvSpPr>
          <p:nvPr>
            <p:ph type="title"/>
          </p:nvPr>
        </p:nvSpPr>
        <p:spPr>
          <a:xfrm>
            <a:off x="1836720" y="1481040"/>
            <a:ext cx="734400" cy="447120"/>
          </a:xfrm>
          <a:prstGeom prst="rect">
            <a:avLst/>
          </a:prstGeom>
          <a:noFill/>
          <a:ln w="0">
            <a:noFill/>
          </a:ln>
        </p:spPr>
        <p:txBody>
          <a:bodyPr tIns="91440" bIns="91440" anchor="ctr">
            <a:noAutofit/>
          </a:bodyPr>
          <a:p>
            <a:pPr algn="ctr">
              <a:lnSpc>
                <a:spcPct val="100000"/>
              </a:lnSpc>
              <a:buNone/>
            </a:pPr>
            <a:r>
              <a:rPr b="1" lang="en-US" sz="3000" spc="-1" strike="noStrike">
                <a:solidFill>
                  <a:srgbClr val="9cffff"/>
                </a:solidFill>
                <a:latin typeface="Montserrat"/>
                <a:ea typeface="Montserrat"/>
              </a:rPr>
              <a:t>xx%</a:t>
            </a:r>
            <a:endParaRPr b="0" lang="en-US" sz="3000" spc="-1" strike="noStrike">
              <a:solidFill>
                <a:srgbClr val="000000"/>
              </a:solidFill>
              <a:latin typeface="Arial"/>
            </a:endParaRPr>
          </a:p>
        </p:txBody>
      </p:sp>
      <p:sp>
        <p:nvSpPr>
          <p:cNvPr id="67" name="PlaceHolder 3"/>
          <p:cNvSpPr>
            <a:spLocks noGrp="1"/>
          </p:cNvSpPr>
          <p:nvPr>
            <p:ph type="title"/>
          </p:nvPr>
        </p:nvSpPr>
        <p:spPr>
          <a:xfrm>
            <a:off x="1836720" y="2914200"/>
            <a:ext cx="734400" cy="447120"/>
          </a:xfrm>
          <a:prstGeom prst="rect">
            <a:avLst/>
          </a:prstGeom>
          <a:noFill/>
          <a:ln w="0">
            <a:noFill/>
          </a:ln>
        </p:spPr>
        <p:txBody>
          <a:bodyPr tIns="91440" bIns="91440" anchor="ctr">
            <a:noAutofit/>
          </a:bodyPr>
          <a:p>
            <a:pPr algn="ctr">
              <a:lnSpc>
                <a:spcPct val="100000"/>
              </a:lnSpc>
              <a:buNone/>
            </a:pPr>
            <a:r>
              <a:rPr b="1" lang="en-US" sz="3000" spc="-1" strike="noStrike">
                <a:solidFill>
                  <a:srgbClr val="9cffff"/>
                </a:solidFill>
                <a:latin typeface="Montserrat"/>
                <a:ea typeface="Montserrat"/>
              </a:rPr>
              <a:t>xx%</a:t>
            </a:r>
            <a:endParaRPr b="0" lang="en-US" sz="3000" spc="-1" strike="noStrike">
              <a:solidFill>
                <a:srgbClr val="000000"/>
              </a:solidFill>
              <a:latin typeface="Arial"/>
            </a:endParaRPr>
          </a:p>
        </p:txBody>
      </p:sp>
      <p:sp>
        <p:nvSpPr>
          <p:cNvPr id="68" name="PlaceHolder 4"/>
          <p:cNvSpPr>
            <a:spLocks noGrp="1"/>
          </p:cNvSpPr>
          <p:nvPr>
            <p:ph type="title"/>
          </p:nvPr>
        </p:nvSpPr>
        <p:spPr>
          <a:xfrm>
            <a:off x="4204440" y="1481040"/>
            <a:ext cx="734400" cy="447120"/>
          </a:xfrm>
          <a:prstGeom prst="rect">
            <a:avLst/>
          </a:prstGeom>
          <a:noFill/>
          <a:ln w="0">
            <a:noFill/>
          </a:ln>
        </p:spPr>
        <p:txBody>
          <a:bodyPr tIns="91440" bIns="91440" anchor="ctr">
            <a:noAutofit/>
          </a:bodyPr>
          <a:p>
            <a:pPr algn="ctr">
              <a:lnSpc>
                <a:spcPct val="100000"/>
              </a:lnSpc>
              <a:buNone/>
            </a:pPr>
            <a:r>
              <a:rPr b="1" lang="en-US" sz="3000" spc="-1" strike="noStrike">
                <a:solidFill>
                  <a:srgbClr val="9cffff"/>
                </a:solidFill>
                <a:latin typeface="Montserrat"/>
                <a:ea typeface="Montserrat"/>
              </a:rPr>
              <a:t>xx%</a:t>
            </a:r>
            <a:endParaRPr b="0" lang="en-US" sz="3000" spc="-1" strike="noStrike">
              <a:solidFill>
                <a:srgbClr val="000000"/>
              </a:solidFill>
              <a:latin typeface="Arial"/>
            </a:endParaRPr>
          </a:p>
        </p:txBody>
      </p:sp>
      <p:sp>
        <p:nvSpPr>
          <p:cNvPr id="69" name="PlaceHolder 5"/>
          <p:cNvSpPr>
            <a:spLocks noGrp="1"/>
          </p:cNvSpPr>
          <p:nvPr>
            <p:ph type="title"/>
          </p:nvPr>
        </p:nvSpPr>
        <p:spPr>
          <a:xfrm>
            <a:off x="4204440" y="2914200"/>
            <a:ext cx="734400" cy="447120"/>
          </a:xfrm>
          <a:prstGeom prst="rect">
            <a:avLst/>
          </a:prstGeom>
          <a:noFill/>
          <a:ln w="0">
            <a:noFill/>
          </a:ln>
        </p:spPr>
        <p:txBody>
          <a:bodyPr tIns="91440" bIns="91440" anchor="ctr">
            <a:noAutofit/>
          </a:bodyPr>
          <a:p>
            <a:pPr algn="ctr">
              <a:lnSpc>
                <a:spcPct val="100000"/>
              </a:lnSpc>
              <a:buNone/>
            </a:pPr>
            <a:r>
              <a:rPr b="1" lang="en-US" sz="3000" spc="-1" strike="noStrike">
                <a:solidFill>
                  <a:srgbClr val="9cffff"/>
                </a:solidFill>
                <a:latin typeface="Montserrat"/>
                <a:ea typeface="Montserrat"/>
              </a:rPr>
              <a:t>xx%</a:t>
            </a:r>
            <a:endParaRPr b="0" lang="en-US" sz="3000" spc="-1" strike="noStrike">
              <a:solidFill>
                <a:srgbClr val="000000"/>
              </a:solidFill>
              <a:latin typeface="Arial"/>
            </a:endParaRPr>
          </a:p>
        </p:txBody>
      </p:sp>
      <p:sp>
        <p:nvSpPr>
          <p:cNvPr id="70" name="PlaceHolder 6"/>
          <p:cNvSpPr>
            <a:spLocks noGrp="1"/>
          </p:cNvSpPr>
          <p:nvPr>
            <p:ph type="title"/>
          </p:nvPr>
        </p:nvSpPr>
        <p:spPr>
          <a:xfrm>
            <a:off x="6572520" y="1481040"/>
            <a:ext cx="734400" cy="447120"/>
          </a:xfrm>
          <a:prstGeom prst="rect">
            <a:avLst/>
          </a:prstGeom>
          <a:noFill/>
          <a:ln w="0">
            <a:noFill/>
          </a:ln>
        </p:spPr>
        <p:txBody>
          <a:bodyPr tIns="91440" bIns="91440" anchor="ctr">
            <a:noAutofit/>
          </a:bodyPr>
          <a:p>
            <a:pPr algn="ctr">
              <a:lnSpc>
                <a:spcPct val="100000"/>
              </a:lnSpc>
              <a:buNone/>
            </a:pPr>
            <a:r>
              <a:rPr b="1" lang="en-US" sz="3000" spc="-1" strike="noStrike">
                <a:solidFill>
                  <a:srgbClr val="9cffff"/>
                </a:solidFill>
                <a:latin typeface="Montserrat"/>
                <a:ea typeface="Montserrat"/>
              </a:rPr>
              <a:t>xx%</a:t>
            </a:r>
            <a:endParaRPr b="0" lang="en-US" sz="3000" spc="-1" strike="noStrike">
              <a:solidFill>
                <a:srgbClr val="000000"/>
              </a:solidFill>
              <a:latin typeface="Arial"/>
            </a:endParaRPr>
          </a:p>
        </p:txBody>
      </p:sp>
      <p:sp>
        <p:nvSpPr>
          <p:cNvPr id="71" name="PlaceHolder 7"/>
          <p:cNvSpPr>
            <a:spLocks noGrp="1"/>
          </p:cNvSpPr>
          <p:nvPr>
            <p:ph type="title"/>
          </p:nvPr>
        </p:nvSpPr>
        <p:spPr>
          <a:xfrm>
            <a:off x="6572520" y="2914200"/>
            <a:ext cx="734400" cy="447120"/>
          </a:xfrm>
          <a:prstGeom prst="rect">
            <a:avLst/>
          </a:prstGeom>
          <a:noFill/>
          <a:ln w="0">
            <a:noFill/>
          </a:ln>
        </p:spPr>
        <p:txBody>
          <a:bodyPr tIns="91440" bIns="91440" anchor="ctr">
            <a:noAutofit/>
          </a:bodyPr>
          <a:p>
            <a:pPr algn="ctr">
              <a:lnSpc>
                <a:spcPct val="100000"/>
              </a:lnSpc>
              <a:buNone/>
            </a:pPr>
            <a:r>
              <a:rPr b="1" lang="en-US" sz="3000" spc="-1" strike="noStrike">
                <a:solidFill>
                  <a:srgbClr val="9cffff"/>
                </a:solidFill>
                <a:latin typeface="Montserrat"/>
                <a:ea typeface="Montserrat"/>
              </a:rPr>
              <a:t>xx%</a:t>
            </a:r>
            <a:endParaRPr b="0" lang="en-US" sz="3000" spc="-1" strike="noStrike">
              <a:solidFill>
                <a:srgbClr val="000000"/>
              </a:solidFill>
              <a:latin typeface="Arial"/>
            </a:endParaRPr>
          </a:p>
        </p:txBody>
      </p:sp>
      <p:grpSp>
        <p:nvGrpSpPr>
          <p:cNvPr id="72" name="Google Shape;209;p13"/>
          <p:cNvGrpSpPr/>
          <p:nvPr/>
        </p:nvGrpSpPr>
        <p:grpSpPr>
          <a:xfrm>
            <a:off x="816120" y="4703400"/>
            <a:ext cx="7511400" cy="237960"/>
            <a:chOff x="816120" y="4703400"/>
            <a:chExt cx="7511400" cy="237960"/>
          </a:xfrm>
        </p:grpSpPr>
        <p:grpSp>
          <p:nvGrpSpPr>
            <p:cNvPr id="73" name="Google Shape;210;p13"/>
            <p:cNvGrpSpPr/>
            <p:nvPr/>
          </p:nvGrpSpPr>
          <p:grpSpPr>
            <a:xfrm>
              <a:off x="816120" y="4703400"/>
              <a:ext cx="7511400" cy="237960"/>
              <a:chOff x="816120" y="4703400"/>
              <a:chExt cx="7511400" cy="237960"/>
            </a:xfrm>
          </p:grpSpPr>
          <p:sp>
            <p:nvSpPr>
              <p:cNvPr id="74" name="Google Shape;211;p13"/>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75" name="Google Shape;212;p13"/>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76" name="Google Shape;213;p13"/>
              <p:cNvSpPr/>
              <p:nvPr/>
            </p:nvSpPr>
            <p:spPr>
              <a:xfrm rot="16200000">
                <a:off x="892800" y="4768200"/>
                <a:ext cx="125280" cy="108720"/>
              </a:xfrm>
              <a:prstGeom prst="triangle">
                <a:avLst>
                  <a:gd name="adj" fmla="val 50000"/>
                </a:avLst>
              </a:prstGeom>
              <a:solidFill>
                <a:schemeClr val="lt1"/>
              </a:solidFill>
              <a:ln w="0">
                <a:noFill/>
              </a:ln>
            </p:spPr>
            <p:style>
              <a:lnRef idx="0"/>
              <a:fillRef idx="0"/>
              <a:effectRef idx="0"/>
              <a:fontRef idx="minor"/>
            </p:style>
          </p:sp>
          <p:sp>
            <p:nvSpPr>
              <p:cNvPr id="77" name="Google Shape;214;p13"/>
              <p:cNvSpPr/>
              <p:nvPr/>
            </p:nvSpPr>
            <p:spPr>
              <a:xfrm flipH="1" rot="5400000">
                <a:off x="1084680" y="4768200"/>
                <a:ext cx="125280" cy="108720"/>
              </a:xfrm>
              <a:prstGeom prst="triangle">
                <a:avLst>
                  <a:gd name="adj" fmla="val 50000"/>
                </a:avLst>
              </a:prstGeom>
              <a:solidFill>
                <a:schemeClr val="lt1"/>
              </a:solidFill>
              <a:ln w="0">
                <a:noFill/>
              </a:ln>
            </p:spPr>
            <p:style>
              <a:lnRef idx="0"/>
              <a:fillRef idx="0"/>
              <a:effectRef idx="0"/>
              <a:fontRef idx="minor"/>
            </p:style>
          </p:sp>
        </p:grpSp>
        <p:grpSp>
          <p:nvGrpSpPr>
            <p:cNvPr id="78" name="Google Shape;215;p13"/>
            <p:cNvGrpSpPr/>
            <p:nvPr/>
          </p:nvGrpSpPr>
          <p:grpSpPr>
            <a:xfrm>
              <a:off x="8052120" y="4744440"/>
              <a:ext cx="158040" cy="155880"/>
              <a:chOff x="8052120" y="4744440"/>
              <a:chExt cx="158040" cy="155880"/>
            </a:xfrm>
          </p:grpSpPr>
          <p:sp>
            <p:nvSpPr>
              <p:cNvPr id="79" name="Google Shape;216;p13"/>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80" name="Google Shape;217;p13"/>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81" name="Google Shape;218;p13"/>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sp>
            <p:nvSpPr>
              <p:cNvPr id="82" name="Google Shape;219;p13"/>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83" name="Google Shape;220;p13"/>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grpSp>
      </p:grpSp>
      <p:grpSp>
        <p:nvGrpSpPr>
          <p:cNvPr id="84" name="Google Shape;221;p13"/>
          <p:cNvGrpSpPr/>
          <p:nvPr/>
        </p:nvGrpSpPr>
        <p:grpSpPr>
          <a:xfrm>
            <a:off x="431280" y="973080"/>
            <a:ext cx="8759520" cy="2381760"/>
            <a:chOff x="431280" y="973080"/>
            <a:chExt cx="8759520" cy="2381760"/>
          </a:xfrm>
        </p:grpSpPr>
        <p:grpSp>
          <p:nvGrpSpPr>
            <p:cNvPr id="85" name="Google Shape;222;p13"/>
            <p:cNvGrpSpPr/>
            <p:nvPr/>
          </p:nvGrpSpPr>
          <p:grpSpPr>
            <a:xfrm>
              <a:off x="431280" y="973080"/>
              <a:ext cx="281520" cy="1270440"/>
              <a:chOff x="431280" y="973080"/>
              <a:chExt cx="281520" cy="1270440"/>
            </a:xfrm>
          </p:grpSpPr>
          <p:sp>
            <p:nvSpPr>
              <p:cNvPr id="86" name="Google Shape;223;p13"/>
              <p:cNvSpPr/>
              <p:nvPr/>
            </p:nvSpPr>
            <p:spPr>
              <a:xfrm>
                <a:off x="431280" y="973080"/>
                <a:ext cx="281520" cy="479160"/>
              </a:xfrm>
              <a:custGeom>
                <a:avLst/>
                <a:gdLst/>
                <a:ahLst/>
                <a:rect l="l" t="t" r="r" b="b"/>
                <a:pathLst>
                  <a:path w="11280" h="19181">
                    <a:moveTo>
                      <a:pt x="0" y="1"/>
                    </a:moveTo>
                    <a:lnTo>
                      <a:pt x="0" y="11280"/>
                    </a:lnTo>
                    <a:lnTo>
                      <a:pt x="11280" y="19180"/>
                    </a:lnTo>
                    <a:lnTo>
                      <a:pt x="11280" y="7901"/>
                    </a:lnTo>
                    <a:lnTo>
                      <a:pt x="0" y="1"/>
                    </a:lnTo>
                    <a:close/>
                  </a:path>
                </a:pathLst>
              </a:custGeom>
              <a:solidFill>
                <a:schemeClr val="dk1"/>
              </a:solidFill>
              <a:ln w="0">
                <a:noFill/>
              </a:ln>
            </p:spPr>
            <p:style>
              <a:lnRef idx="0"/>
              <a:fillRef idx="0"/>
              <a:effectRef idx="0"/>
              <a:fontRef idx="minor"/>
            </p:style>
          </p:sp>
          <p:sp>
            <p:nvSpPr>
              <p:cNvPr id="87" name="Google Shape;224;p13"/>
              <p:cNvSpPr/>
              <p:nvPr/>
            </p:nvSpPr>
            <p:spPr>
              <a:xfrm>
                <a:off x="431280" y="131580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sp>
            <p:nvSpPr>
              <p:cNvPr id="88" name="Google Shape;225;p13"/>
              <p:cNvSpPr/>
              <p:nvPr/>
            </p:nvSpPr>
            <p:spPr>
              <a:xfrm>
                <a:off x="431280" y="1473840"/>
                <a:ext cx="281520" cy="294840"/>
              </a:xfrm>
              <a:custGeom>
                <a:avLst/>
                <a:gdLst/>
                <a:ahLst/>
                <a:rect l="l" t="t" r="r" b="b"/>
                <a:pathLst>
                  <a:path w="11280" h="11815">
                    <a:moveTo>
                      <a:pt x="0" y="0"/>
                    </a:moveTo>
                    <a:lnTo>
                      <a:pt x="0" y="3915"/>
                    </a:lnTo>
                    <a:lnTo>
                      <a:pt x="11280" y="11815"/>
                    </a:lnTo>
                    <a:lnTo>
                      <a:pt x="11280" y="7900"/>
                    </a:lnTo>
                    <a:lnTo>
                      <a:pt x="0" y="0"/>
                    </a:lnTo>
                    <a:close/>
                  </a:path>
                </a:pathLst>
              </a:custGeom>
              <a:solidFill>
                <a:schemeClr val="dk1"/>
              </a:solidFill>
              <a:ln w="0">
                <a:noFill/>
              </a:ln>
            </p:spPr>
            <p:style>
              <a:lnRef idx="0"/>
              <a:fillRef idx="0"/>
              <a:effectRef idx="0"/>
              <a:fontRef idx="minor"/>
            </p:style>
          </p:sp>
          <p:sp>
            <p:nvSpPr>
              <p:cNvPr id="89" name="Google Shape;226;p13"/>
              <p:cNvSpPr/>
              <p:nvPr/>
            </p:nvSpPr>
            <p:spPr>
              <a:xfrm>
                <a:off x="431280" y="1632240"/>
                <a:ext cx="281520" cy="294840"/>
              </a:xfrm>
              <a:custGeom>
                <a:avLst/>
                <a:gdLst/>
                <a:ahLst/>
                <a:rect l="l" t="t" r="r" b="b"/>
                <a:pathLst>
                  <a:path w="11280" h="11802">
                    <a:moveTo>
                      <a:pt x="0" y="1"/>
                    </a:moveTo>
                    <a:lnTo>
                      <a:pt x="0" y="3902"/>
                    </a:lnTo>
                    <a:lnTo>
                      <a:pt x="11280" y="11801"/>
                    </a:lnTo>
                    <a:lnTo>
                      <a:pt x="11280" y="7901"/>
                    </a:lnTo>
                    <a:lnTo>
                      <a:pt x="0" y="1"/>
                    </a:lnTo>
                    <a:close/>
                  </a:path>
                </a:pathLst>
              </a:custGeom>
              <a:solidFill>
                <a:schemeClr val="dk1"/>
              </a:solidFill>
              <a:ln w="0">
                <a:noFill/>
              </a:ln>
            </p:spPr>
            <p:style>
              <a:lnRef idx="0"/>
              <a:fillRef idx="0"/>
              <a:effectRef idx="0"/>
              <a:fontRef idx="minor"/>
            </p:style>
          </p:sp>
          <p:sp>
            <p:nvSpPr>
              <p:cNvPr id="90" name="Google Shape;227;p13"/>
              <p:cNvSpPr/>
              <p:nvPr/>
            </p:nvSpPr>
            <p:spPr>
              <a:xfrm>
                <a:off x="431280" y="1790280"/>
                <a:ext cx="281520" cy="295200"/>
              </a:xfrm>
              <a:custGeom>
                <a:avLst/>
                <a:gdLst/>
                <a:ahLst/>
                <a:rect l="l" t="t" r="r" b="b"/>
                <a:pathLst>
                  <a:path w="11280" h="11816">
                    <a:moveTo>
                      <a:pt x="0" y="1"/>
                    </a:moveTo>
                    <a:lnTo>
                      <a:pt x="0" y="3915"/>
                    </a:lnTo>
                    <a:lnTo>
                      <a:pt x="11280" y="11815"/>
                    </a:lnTo>
                    <a:lnTo>
                      <a:pt x="11280" y="7900"/>
                    </a:lnTo>
                    <a:lnTo>
                      <a:pt x="0" y="1"/>
                    </a:lnTo>
                    <a:close/>
                  </a:path>
                </a:pathLst>
              </a:custGeom>
              <a:solidFill>
                <a:schemeClr val="dk1"/>
              </a:solidFill>
              <a:ln w="0">
                <a:noFill/>
              </a:ln>
            </p:spPr>
            <p:style>
              <a:lnRef idx="0"/>
              <a:fillRef idx="0"/>
              <a:effectRef idx="0"/>
              <a:fontRef idx="minor"/>
            </p:style>
          </p:sp>
          <p:sp>
            <p:nvSpPr>
              <p:cNvPr id="91" name="Google Shape;228;p13"/>
              <p:cNvSpPr/>
              <p:nvPr/>
            </p:nvSpPr>
            <p:spPr>
              <a:xfrm>
                <a:off x="431280" y="194868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grpSp>
        <p:grpSp>
          <p:nvGrpSpPr>
            <p:cNvPr id="92" name="Google Shape;229;p13"/>
            <p:cNvGrpSpPr/>
            <p:nvPr/>
          </p:nvGrpSpPr>
          <p:grpSpPr>
            <a:xfrm>
              <a:off x="8499240" y="2663640"/>
              <a:ext cx="691560" cy="691200"/>
              <a:chOff x="8499240" y="2663640"/>
              <a:chExt cx="691560" cy="691200"/>
            </a:xfrm>
          </p:grpSpPr>
          <p:sp>
            <p:nvSpPr>
              <p:cNvPr id="93" name="Google Shape;230;p13"/>
              <p:cNvSpPr/>
              <p:nvPr/>
            </p:nvSpPr>
            <p:spPr>
              <a:xfrm>
                <a:off x="8551080" y="2673000"/>
                <a:ext cx="630000" cy="630000"/>
              </a:xfrm>
              <a:custGeom>
                <a:avLst/>
                <a:gdLst/>
                <a:ahLst/>
                <a:rect l="l" t="t" r="r" b="b"/>
                <a:pathLst>
                  <a:path w="25221" h="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w="0">
                <a:noFill/>
              </a:ln>
            </p:spPr>
            <p:style>
              <a:lnRef idx="0"/>
              <a:fillRef idx="0"/>
              <a:effectRef idx="0"/>
              <a:fontRef idx="minor"/>
            </p:style>
          </p:sp>
          <p:sp>
            <p:nvSpPr>
              <p:cNvPr id="94" name="Google Shape;231;p13"/>
              <p:cNvSpPr/>
              <p:nvPr/>
            </p:nvSpPr>
            <p:spPr>
              <a:xfrm>
                <a:off x="8541720" y="2663640"/>
                <a:ext cx="649080" cy="649080"/>
              </a:xfrm>
              <a:custGeom>
                <a:avLst/>
                <a:gdLst/>
                <a:ahLst/>
                <a:rect l="l" t="t" r="r" b="b"/>
                <a:pathLst>
                  <a:path w="25982" h="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w="0">
                <a:noFill/>
              </a:ln>
            </p:spPr>
            <p:style>
              <a:lnRef idx="0"/>
              <a:fillRef idx="0"/>
              <a:effectRef idx="0"/>
              <a:fontRef idx="minor"/>
            </p:style>
          </p:sp>
          <p:sp>
            <p:nvSpPr>
              <p:cNvPr id="95" name="Google Shape;232;p13"/>
              <p:cNvSpPr/>
              <p:nvPr/>
            </p:nvSpPr>
            <p:spPr>
              <a:xfrm>
                <a:off x="8508960" y="2715120"/>
                <a:ext cx="630000" cy="630000"/>
              </a:xfrm>
              <a:custGeom>
                <a:avLst/>
                <a:gdLst/>
                <a:ahLst/>
                <a:rect l="l" t="t" r="r" b="b"/>
                <a:pathLst>
                  <a:path w="25221" h="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w="0">
                <a:noFill/>
              </a:ln>
            </p:spPr>
            <p:style>
              <a:lnRef idx="0"/>
              <a:fillRef idx="0"/>
              <a:effectRef idx="0"/>
              <a:fontRef idx="minor"/>
            </p:style>
          </p:sp>
          <p:sp>
            <p:nvSpPr>
              <p:cNvPr id="96" name="Google Shape;233;p13"/>
              <p:cNvSpPr/>
              <p:nvPr/>
            </p:nvSpPr>
            <p:spPr>
              <a:xfrm>
                <a:off x="8499240" y="2706120"/>
                <a:ext cx="649080" cy="648720"/>
              </a:xfrm>
              <a:custGeom>
                <a:avLst/>
                <a:gdLst/>
                <a:ahLst/>
                <a:rect l="l" t="t" r="r" b="b"/>
                <a:pathLst>
                  <a:path w="25981" h="25967">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w="0">
                <a:noFill/>
              </a:ln>
            </p:spPr>
            <p:style>
              <a:lnRef idx="0"/>
              <a:fillRef idx="0"/>
              <a:effectRef idx="0"/>
              <a:fontRef idx="minor"/>
            </p:style>
          </p:sp>
        </p:grpSp>
      </p:grpSp>
      <p:sp>
        <p:nvSpPr>
          <p:cNvPr id="97" name="PlaceHolder 8"/>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134"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135" name="PlaceHolder 2"/>
          <p:cNvSpPr>
            <a:spLocks noGrp="1"/>
          </p:cNvSpPr>
          <p:nvPr>
            <p:ph type="body"/>
          </p:nvPr>
        </p:nvSpPr>
        <p:spPr>
          <a:xfrm>
            <a:off x="720000" y="1215720"/>
            <a:ext cx="7703640" cy="2455200"/>
          </a:xfrm>
          <a:prstGeom prst="rect">
            <a:avLst/>
          </a:prstGeom>
          <a:noFill/>
          <a:ln w="0">
            <a:noFill/>
          </a:ln>
        </p:spPr>
        <p:txBody>
          <a:bodyPr tIns="91440" bIns="91440" anchor="t">
            <a:noAutofit/>
          </a:bodyPr>
          <a:p>
            <a:pPr marL="432000" indent="-324000">
              <a:spcBef>
                <a:spcPts val="1417"/>
              </a:spcBef>
              <a:buClr>
                <a:srgbClr val="ffffff"/>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grpSp>
        <p:nvGrpSpPr>
          <p:cNvPr id="136" name="Google Shape;57;p4"/>
          <p:cNvGrpSpPr/>
          <p:nvPr/>
        </p:nvGrpSpPr>
        <p:grpSpPr>
          <a:xfrm>
            <a:off x="816120" y="4703400"/>
            <a:ext cx="7511400" cy="237960"/>
            <a:chOff x="816120" y="4703400"/>
            <a:chExt cx="7511400" cy="237960"/>
          </a:xfrm>
        </p:grpSpPr>
        <p:grpSp>
          <p:nvGrpSpPr>
            <p:cNvPr id="137" name="Google Shape;58;p4"/>
            <p:cNvGrpSpPr/>
            <p:nvPr/>
          </p:nvGrpSpPr>
          <p:grpSpPr>
            <a:xfrm>
              <a:off x="816120" y="4703400"/>
              <a:ext cx="7511400" cy="237960"/>
              <a:chOff x="816120" y="4703400"/>
              <a:chExt cx="7511400" cy="237960"/>
            </a:xfrm>
          </p:grpSpPr>
          <p:sp>
            <p:nvSpPr>
              <p:cNvPr id="138" name="Google Shape;59;p4"/>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139" name="Google Shape;60;p4"/>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140" name="Google Shape;61;p4"/>
              <p:cNvSpPr/>
              <p:nvPr/>
            </p:nvSpPr>
            <p:spPr>
              <a:xfrm rot="16200000">
                <a:off x="892800" y="4768200"/>
                <a:ext cx="125280" cy="108720"/>
              </a:xfrm>
              <a:prstGeom prst="triangle">
                <a:avLst>
                  <a:gd name="adj" fmla="val 50000"/>
                </a:avLst>
              </a:prstGeom>
              <a:solidFill>
                <a:schemeClr val="lt1"/>
              </a:solidFill>
              <a:ln w="0">
                <a:noFill/>
              </a:ln>
            </p:spPr>
            <p:style>
              <a:lnRef idx="0"/>
              <a:fillRef idx="0"/>
              <a:effectRef idx="0"/>
              <a:fontRef idx="minor"/>
            </p:style>
          </p:sp>
          <p:sp>
            <p:nvSpPr>
              <p:cNvPr id="141" name="Google Shape;62;p4"/>
              <p:cNvSpPr/>
              <p:nvPr/>
            </p:nvSpPr>
            <p:spPr>
              <a:xfrm flipH="1" rot="5400000">
                <a:off x="1084680" y="4768200"/>
                <a:ext cx="125280" cy="108720"/>
              </a:xfrm>
              <a:prstGeom prst="triangle">
                <a:avLst>
                  <a:gd name="adj" fmla="val 50000"/>
                </a:avLst>
              </a:prstGeom>
              <a:solidFill>
                <a:schemeClr val="lt1"/>
              </a:solidFill>
              <a:ln w="0">
                <a:noFill/>
              </a:ln>
            </p:spPr>
            <p:style>
              <a:lnRef idx="0"/>
              <a:fillRef idx="0"/>
              <a:effectRef idx="0"/>
              <a:fontRef idx="minor"/>
            </p:style>
          </p:sp>
        </p:grpSp>
        <p:grpSp>
          <p:nvGrpSpPr>
            <p:cNvPr id="142" name="Google Shape;63;p4"/>
            <p:cNvGrpSpPr/>
            <p:nvPr/>
          </p:nvGrpSpPr>
          <p:grpSpPr>
            <a:xfrm>
              <a:off x="8052120" y="4744440"/>
              <a:ext cx="158040" cy="155880"/>
              <a:chOff x="8052120" y="4744440"/>
              <a:chExt cx="158040" cy="155880"/>
            </a:xfrm>
          </p:grpSpPr>
          <p:sp>
            <p:nvSpPr>
              <p:cNvPr id="143" name="Google Shape;64;p4"/>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144" name="Google Shape;65;p4"/>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sp>
            <p:nvSpPr>
              <p:cNvPr id="145" name="Google Shape;66;p4"/>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146" name="Google Shape;67;p4"/>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147" name="Google Shape;68;p4"/>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grpSp>
      </p:gr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grpSp>
        <p:nvGrpSpPr>
          <p:cNvPr id="185" name="Google Shape;308;p17"/>
          <p:cNvGrpSpPr/>
          <p:nvPr/>
        </p:nvGrpSpPr>
        <p:grpSpPr>
          <a:xfrm>
            <a:off x="816120" y="4703400"/>
            <a:ext cx="7511400" cy="237960"/>
            <a:chOff x="816120" y="4703400"/>
            <a:chExt cx="7511400" cy="237960"/>
          </a:xfrm>
        </p:grpSpPr>
        <p:grpSp>
          <p:nvGrpSpPr>
            <p:cNvPr id="186" name="Google Shape;309;p17"/>
            <p:cNvGrpSpPr/>
            <p:nvPr/>
          </p:nvGrpSpPr>
          <p:grpSpPr>
            <a:xfrm>
              <a:off x="816120" y="4703400"/>
              <a:ext cx="7511400" cy="237960"/>
              <a:chOff x="816120" y="4703400"/>
              <a:chExt cx="7511400" cy="237960"/>
            </a:xfrm>
          </p:grpSpPr>
          <p:sp>
            <p:nvSpPr>
              <p:cNvPr id="187" name="Google Shape;310;p17"/>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188" name="Google Shape;311;p17"/>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189" name="Google Shape;312;p17"/>
              <p:cNvSpPr/>
              <p:nvPr/>
            </p:nvSpPr>
            <p:spPr>
              <a:xfrm rot="16200000">
                <a:off x="892800" y="4768200"/>
                <a:ext cx="125280" cy="108720"/>
              </a:xfrm>
              <a:prstGeom prst="triangle">
                <a:avLst>
                  <a:gd name="adj" fmla="val 50000"/>
                </a:avLst>
              </a:prstGeom>
              <a:solidFill>
                <a:schemeClr val="lt1"/>
              </a:solidFill>
              <a:ln w="0">
                <a:noFill/>
              </a:ln>
            </p:spPr>
            <p:style>
              <a:lnRef idx="0"/>
              <a:fillRef idx="0"/>
              <a:effectRef idx="0"/>
              <a:fontRef idx="minor"/>
            </p:style>
          </p:sp>
          <p:sp>
            <p:nvSpPr>
              <p:cNvPr id="190" name="Google Shape;313;p17"/>
              <p:cNvSpPr/>
              <p:nvPr/>
            </p:nvSpPr>
            <p:spPr>
              <a:xfrm flipH="1" rot="5400000">
                <a:off x="1084680" y="4768200"/>
                <a:ext cx="125280" cy="108720"/>
              </a:xfrm>
              <a:prstGeom prst="triangle">
                <a:avLst>
                  <a:gd name="adj" fmla="val 50000"/>
                </a:avLst>
              </a:prstGeom>
              <a:solidFill>
                <a:schemeClr val="lt1"/>
              </a:solidFill>
              <a:ln w="0">
                <a:noFill/>
              </a:ln>
            </p:spPr>
            <p:style>
              <a:lnRef idx="0"/>
              <a:fillRef idx="0"/>
              <a:effectRef idx="0"/>
              <a:fontRef idx="minor"/>
            </p:style>
          </p:sp>
        </p:grpSp>
        <p:grpSp>
          <p:nvGrpSpPr>
            <p:cNvPr id="191" name="Google Shape;314;p17"/>
            <p:cNvGrpSpPr/>
            <p:nvPr/>
          </p:nvGrpSpPr>
          <p:grpSpPr>
            <a:xfrm>
              <a:off x="8052120" y="4744440"/>
              <a:ext cx="158040" cy="155880"/>
              <a:chOff x="8052120" y="4744440"/>
              <a:chExt cx="158040" cy="155880"/>
            </a:xfrm>
          </p:grpSpPr>
          <p:sp>
            <p:nvSpPr>
              <p:cNvPr id="192" name="Google Shape;315;p17"/>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193" name="Google Shape;316;p17"/>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sp>
            <p:nvSpPr>
              <p:cNvPr id="194" name="Google Shape;317;p17"/>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195" name="Google Shape;318;p17"/>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196" name="Google Shape;319;p17"/>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grpSp>
      </p:grpSp>
      <p:grpSp>
        <p:nvGrpSpPr>
          <p:cNvPr id="197" name="Google Shape;320;p17"/>
          <p:cNvGrpSpPr/>
          <p:nvPr/>
        </p:nvGrpSpPr>
        <p:grpSpPr>
          <a:xfrm>
            <a:off x="133920" y="1474200"/>
            <a:ext cx="8776800" cy="2334960"/>
            <a:chOff x="133920" y="1474200"/>
            <a:chExt cx="8776800" cy="2334960"/>
          </a:xfrm>
        </p:grpSpPr>
        <p:grpSp>
          <p:nvGrpSpPr>
            <p:cNvPr id="198" name="Google Shape;321;p17"/>
            <p:cNvGrpSpPr/>
            <p:nvPr/>
          </p:nvGrpSpPr>
          <p:grpSpPr>
            <a:xfrm>
              <a:off x="133920" y="3230280"/>
              <a:ext cx="578520" cy="578880"/>
              <a:chOff x="133920" y="3230280"/>
              <a:chExt cx="578520" cy="578880"/>
            </a:xfrm>
          </p:grpSpPr>
          <p:sp>
            <p:nvSpPr>
              <p:cNvPr id="199" name="Google Shape;322;p17"/>
              <p:cNvSpPr/>
              <p:nvPr/>
            </p:nvSpPr>
            <p:spPr>
              <a:xfrm>
                <a:off x="177480" y="3238200"/>
                <a:ext cx="527400" cy="527400"/>
              </a:xfrm>
              <a:custGeom>
                <a:avLst/>
                <a:gdLst/>
                <a:ahLst/>
                <a:rect l="l" t="t" r="r" b="b"/>
                <a:pathLst>
                  <a:path w="25221" h="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w="0">
                <a:noFill/>
              </a:ln>
            </p:spPr>
            <p:style>
              <a:lnRef idx="0"/>
              <a:fillRef idx="0"/>
              <a:effectRef idx="0"/>
              <a:fontRef idx="minor"/>
            </p:style>
          </p:sp>
          <p:sp>
            <p:nvSpPr>
              <p:cNvPr id="200" name="Google Shape;323;p17"/>
              <p:cNvSpPr/>
              <p:nvPr/>
            </p:nvSpPr>
            <p:spPr>
              <a:xfrm>
                <a:off x="169200" y="3230280"/>
                <a:ext cx="543240" cy="543240"/>
              </a:xfrm>
              <a:custGeom>
                <a:avLst/>
                <a:gdLst/>
                <a:ahLst/>
                <a:rect l="l" t="t" r="r" b="b"/>
                <a:pathLst>
                  <a:path w="25982" h="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w="0">
                <a:noFill/>
              </a:ln>
            </p:spPr>
            <p:style>
              <a:lnRef idx="0"/>
              <a:fillRef idx="0"/>
              <a:effectRef idx="0"/>
              <a:fontRef idx="minor"/>
            </p:style>
          </p:sp>
          <p:sp>
            <p:nvSpPr>
              <p:cNvPr id="201" name="Google Shape;324;p17"/>
              <p:cNvSpPr/>
              <p:nvPr/>
            </p:nvSpPr>
            <p:spPr>
              <a:xfrm>
                <a:off x="141840" y="3273480"/>
                <a:ext cx="527400" cy="527400"/>
              </a:xfrm>
              <a:custGeom>
                <a:avLst/>
                <a:gdLst/>
                <a:ahLst/>
                <a:rect l="l" t="t" r="r" b="b"/>
                <a:pathLst>
                  <a:path w="25221" h="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w="0">
                <a:noFill/>
              </a:ln>
            </p:spPr>
            <p:style>
              <a:lnRef idx="0"/>
              <a:fillRef idx="0"/>
              <a:effectRef idx="0"/>
              <a:fontRef idx="minor"/>
            </p:style>
          </p:sp>
          <p:sp>
            <p:nvSpPr>
              <p:cNvPr id="202" name="Google Shape;325;p17"/>
              <p:cNvSpPr/>
              <p:nvPr/>
            </p:nvSpPr>
            <p:spPr>
              <a:xfrm>
                <a:off x="133920" y="3265920"/>
                <a:ext cx="543240" cy="543240"/>
              </a:xfrm>
              <a:custGeom>
                <a:avLst/>
                <a:gdLst/>
                <a:ahLst/>
                <a:rect l="l" t="t" r="r" b="b"/>
                <a:pathLst>
                  <a:path w="25981" h="25967">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w="0">
                <a:noFill/>
              </a:ln>
            </p:spPr>
            <p:style>
              <a:lnRef idx="0"/>
              <a:fillRef idx="0"/>
              <a:effectRef idx="0"/>
              <a:fontRef idx="minor"/>
            </p:style>
          </p:sp>
        </p:grpSp>
        <p:grpSp>
          <p:nvGrpSpPr>
            <p:cNvPr id="203" name="Google Shape;326;p17"/>
            <p:cNvGrpSpPr/>
            <p:nvPr/>
          </p:nvGrpSpPr>
          <p:grpSpPr>
            <a:xfrm>
              <a:off x="8629200" y="1474200"/>
              <a:ext cx="281520" cy="1270440"/>
              <a:chOff x="8629200" y="1474200"/>
              <a:chExt cx="281520" cy="1270440"/>
            </a:xfrm>
          </p:grpSpPr>
          <p:sp>
            <p:nvSpPr>
              <p:cNvPr id="204" name="Google Shape;327;p17"/>
              <p:cNvSpPr/>
              <p:nvPr/>
            </p:nvSpPr>
            <p:spPr>
              <a:xfrm>
                <a:off x="8629200" y="1474200"/>
                <a:ext cx="281520" cy="479160"/>
              </a:xfrm>
              <a:custGeom>
                <a:avLst/>
                <a:gdLst/>
                <a:ahLst/>
                <a:rect l="l" t="t" r="r" b="b"/>
                <a:pathLst>
                  <a:path w="11280" h="19181">
                    <a:moveTo>
                      <a:pt x="0" y="1"/>
                    </a:moveTo>
                    <a:lnTo>
                      <a:pt x="0" y="11280"/>
                    </a:lnTo>
                    <a:lnTo>
                      <a:pt x="11280" y="19180"/>
                    </a:lnTo>
                    <a:lnTo>
                      <a:pt x="11280" y="7901"/>
                    </a:lnTo>
                    <a:lnTo>
                      <a:pt x="0" y="1"/>
                    </a:lnTo>
                    <a:close/>
                  </a:path>
                </a:pathLst>
              </a:custGeom>
              <a:solidFill>
                <a:schemeClr val="dk2"/>
              </a:solidFill>
              <a:ln w="0">
                <a:noFill/>
              </a:ln>
            </p:spPr>
            <p:style>
              <a:lnRef idx="0"/>
              <a:fillRef idx="0"/>
              <a:effectRef idx="0"/>
              <a:fontRef idx="minor"/>
            </p:style>
          </p:sp>
          <p:sp>
            <p:nvSpPr>
              <p:cNvPr id="205" name="Google Shape;328;p17"/>
              <p:cNvSpPr/>
              <p:nvPr/>
            </p:nvSpPr>
            <p:spPr>
              <a:xfrm>
                <a:off x="8629200" y="181692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2"/>
              </a:solidFill>
              <a:ln w="0">
                <a:noFill/>
              </a:ln>
            </p:spPr>
            <p:style>
              <a:lnRef idx="0"/>
              <a:fillRef idx="0"/>
              <a:effectRef idx="0"/>
              <a:fontRef idx="minor"/>
            </p:style>
          </p:sp>
          <p:sp>
            <p:nvSpPr>
              <p:cNvPr id="206" name="Google Shape;329;p17"/>
              <p:cNvSpPr/>
              <p:nvPr/>
            </p:nvSpPr>
            <p:spPr>
              <a:xfrm>
                <a:off x="8629200" y="1974960"/>
                <a:ext cx="281520" cy="294840"/>
              </a:xfrm>
              <a:custGeom>
                <a:avLst/>
                <a:gdLst/>
                <a:ahLst/>
                <a:rect l="l" t="t" r="r" b="b"/>
                <a:pathLst>
                  <a:path w="11280" h="11815">
                    <a:moveTo>
                      <a:pt x="0" y="0"/>
                    </a:moveTo>
                    <a:lnTo>
                      <a:pt x="0" y="3915"/>
                    </a:lnTo>
                    <a:lnTo>
                      <a:pt x="11280" y="11815"/>
                    </a:lnTo>
                    <a:lnTo>
                      <a:pt x="11280" y="7900"/>
                    </a:lnTo>
                    <a:lnTo>
                      <a:pt x="0" y="0"/>
                    </a:lnTo>
                    <a:close/>
                  </a:path>
                </a:pathLst>
              </a:custGeom>
              <a:solidFill>
                <a:schemeClr val="dk2"/>
              </a:solidFill>
              <a:ln w="0">
                <a:noFill/>
              </a:ln>
            </p:spPr>
            <p:style>
              <a:lnRef idx="0"/>
              <a:fillRef idx="0"/>
              <a:effectRef idx="0"/>
              <a:fontRef idx="minor"/>
            </p:style>
          </p:sp>
          <p:sp>
            <p:nvSpPr>
              <p:cNvPr id="207" name="Google Shape;330;p17"/>
              <p:cNvSpPr/>
              <p:nvPr/>
            </p:nvSpPr>
            <p:spPr>
              <a:xfrm>
                <a:off x="8629200" y="2133360"/>
                <a:ext cx="281520" cy="294840"/>
              </a:xfrm>
              <a:custGeom>
                <a:avLst/>
                <a:gdLst/>
                <a:ahLst/>
                <a:rect l="l" t="t" r="r" b="b"/>
                <a:pathLst>
                  <a:path w="11280" h="11802">
                    <a:moveTo>
                      <a:pt x="0" y="1"/>
                    </a:moveTo>
                    <a:lnTo>
                      <a:pt x="0" y="3902"/>
                    </a:lnTo>
                    <a:lnTo>
                      <a:pt x="11280" y="11801"/>
                    </a:lnTo>
                    <a:lnTo>
                      <a:pt x="11280" y="7901"/>
                    </a:lnTo>
                    <a:lnTo>
                      <a:pt x="0" y="1"/>
                    </a:lnTo>
                    <a:close/>
                  </a:path>
                </a:pathLst>
              </a:custGeom>
              <a:solidFill>
                <a:schemeClr val="dk2"/>
              </a:solidFill>
              <a:ln w="0">
                <a:noFill/>
              </a:ln>
            </p:spPr>
            <p:style>
              <a:lnRef idx="0"/>
              <a:fillRef idx="0"/>
              <a:effectRef idx="0"/>
              <a:fontRef idx="minor"/>
            </p:style>
          </p:sp>
          <p:sp>
            <p:nvSpPr>
              <p:cNvPr id="208" name="Google Shape;331;p17"/>
              <p:cNvSpPr/>
              <p:nvPr/>
            </p:nvSpPr>
            <p:spPr>
              <a:xfrm>
                <a:off x="8629200" y="2291400"/>
                <a:ext cx="281520" cy="295200"/>
              </a:xfrm>
              <a:custGeom>
                <a:avLst/>
                <a:gdLst/>
                <a:ahLst/>
                <a:rect l="l" t="t" r="r" b="b"/>
                <a:pathLst>
                  <a:path w="11280" h="11816">
                    <a:moveTo>
                      <a:pt x="0" y="1"/>
                    </a:moveTo>
                    <a:lnTo>
                      <a:pt x="0" y="3915"/>
                    </a:lnTo>
                    <a:lnTo>
                      <a:pt x="11280" y="11815"/>
                    </a:lnTo>
                    <a:lnTo>
                      <a:pt x="11280" y="7900"/>
                    </a:lnTo>
                    <a:lnTo>
                      <a:pt x="0" y="1"/>
                    </a:lnTo>
                    <a:close/>
                  </a:path>
                </a:pathLst>
              </a:custGeom>
              <a:solidFill>
                <a:schemeClr val="dk2"/>
              </a:solidFill>
              <a:ln w="0">
                <a:noFill/>
              </a:ln>
            </p:spPr>
            <p:style>
              <a:lnRef idx="0"/>
              <a:fillRef idx="0"/>
              <a:effectRef idx="0"/>
              <a:fontRef idx="minor"/>
            </p:style>
          </p:sp>
          <p:sp>
            <p:nvSpPr>
              <p:cNvPr id="209" name="Google Shape;332;p17"/>
              <p:cNvSpPr/>
              <p:nvPr/>
            </p:nvSpPr>
            <p:spPr>
              <a:xfrm>
                <a:off x="8629200" y="244980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2"/>
              </a:solidFill>
              <a:ln w="0">
                <a:noFill/>
              </a:ln>
            </p:spPr>
            <p:style>
              <a:lnRef idx="0"/>
              <a:fillRef idx="0"/>
              <a:effectRef idx="0"/>
              <a:fontRef idx="minor"/>
            </p:style>
          </p:sp>
        </p:grpSp>
      </p:grpSp>
      <p:sp>
        <p:nvSpPr>
          <p:cNvPr id="21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247" name="PlaceHolder 1"/>
          <p:cNvSpPr>
            <a:spLocks noGrp="1"/>
          </p:cNvSpPr>
          <p:nvPr>
            <p:ph type="title"/>
          </p:nvPr>
        </p:nvSpPr>
        <p:spPr>
          <a:xfrm>
            <a:off x="713160" y="444960"/>
            <a:ext cx="7717320" cy="572400"/>
          </a:xfrm>
          <a:prstGeom prst="rect">
            <a:avLst/>
          </a:prstGeom>
          <a:noFill/>
          <a:ln w="0">
            <a:noFill/>
          </a:ln>
        </p:spPr>
        <p:txBody>
          <a:bodyPr tIns="91440" bIns="91440" anchor="t">
            <a:noAutofit/>
          </a:bodyPr>
          <a:p>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grpSp>
        <p:nvGrpSpPr>
          <p:cNvPr id="248" name="Google Shape;236;p14"/>
          <p:cNvGrpSpPr/>
          <p:nvPr/>
        </p:nvGrpSpPr>
        <p:grpSpPr>
          <a:xfrm>
            <a:off x="269280" y="1319040"/>
            <a:ext cx="281520" cy="1270440"/>
            <a:chOff x="269280" y="1319040"/>
            <a:chExt cx="281520" cy="1270440"/>
          </a:xfrm>
        </p:grpSpPr>
        <p:sp>
          <p:nvSpPr>
            <p:cNvPr id="249" name="Google Shape;237;p14"/>
            <p:cNvSpPr/>
            <p:nvPr/>
          </p:nvSpPr>
          <p:spPr>
            <a:xfrm rot="10800000">
              <a:off x="269280" y="2110320"/>
              <a:ext cx="281520" cy="479160"/>
            </a:xfrm>
            <a:custGeom>
              <a:avLst/>
              <a:gdLst/>
              <a:ahLst/>
              <a:rect l="l" t="t" r="r" b="b"/>
              <a:pathLst>
                <a:path w="11280" h="19181">
                  <a:moveTo>
                    <a:pt x="0" y="1"/>
                  </a:moveTo>
                  <a:lnTo>
                    <a:pt x="0" y="11280"/>
                  </a:lnTo>
                  <a:lnTo>
                    <a:pt x="11280" y="19180"/>
                  </a:lnTo>
                  <a:lnTo>
                    <a:pt x="11280" y="7901"/>
                  </a:lnTo>
                  <a:lnTo>
                    <a:pt x="0" y="1"/>
                  </a:lnTo>
                  <a:close/>
                </a:path>
              </a:pathLst>
            </a:custGeom>
            <a:solidFill>
              <a:schemeClr val="dk2"/>
            </a:solidFill>
            <a:ln w="0">
              <a:noFill/>
            </a:ln>
          </p:spPr>
          <p:style>
            <a:lnRef idx="0"/>
            <a:fillRef idx="0"/>
            <a:effectRef idx="0"/>
            <a:fontRef idx="minor"/>
          </p:style>
        </p:sp>
        <p:sp>
          <p:nvSpPr>
            <p:cNvPr id="250" name="Google Shape;238;p14"/>
            <p:cNvSpPr/>
            <p:nvPr/>
          </p:nvSpPr>
          <p:spPr>
            <a:xfrm rot="10800000">
              <a:off x="269280" y="195192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2"/>
            </a:solidFill>
            <a:ln w="0">
              <a:noFill/>
            </a:ln>
          </p:spPr>
          <p:style>
            <a:lnRef idx="0"/>
            <a:fillRef idx="0"/>
            <a:effectRef idx="0"/>
            <a:fontRef idx="minor"/>
          </p:style>
        </p:sp>
        <p:sp>
          <p:nvSpPr>
            <p:cNvPr id="251" name="Google Shape;239;p14"/>
            <p:cNvSpPr/>
            <p:nvPr/>
          </p:nvSpPr>
          <p:spPr>
            <a:xfrm rot="10800000">
              <a:off x="269280" y="1793880"/>
              <a:ext cx="281520" cy="294840"/>
            </a:xfrm>
            <a:custGeom>
              <a:avLst/>
              <a:gdLst/>
              <a:ahLst/>
              <a:rect l="l" t="t" r="r" b="b"/>
              <a:pathLst>
                <a:path w="11280" h="11815">
                  <a:moveTo>
                    <a:pt x="0" y="0"/>
                  </a:moveTo>
                  <a:lnTo>
                    <a:pt x="0" y="3915"/>
                  </a:lnTo>
                  <a:lnTo>
                    <a:pt x="11280" y="11815"/>
                  </a:lnTo>
                  <a:lnTo>
                    <a:pt x="11280" y="7900"/>
                  </a:lnTo>
                  <a:lnTo>
                    <a:pt x="0" y="0"/>
                  </a:lnTo>
                  <a:close/>
                </a:path>
              </a:pathLst>
            </a:custGeom>
            <a:solidFill>
              <a:schemeClr val="dk2"/>
            </a:solidFill>
            <a:ln w="0">
              <a:noFill/>
            </a:ln>
          </p:spPr>
          <p:style>
            <a:lnRef idx="0"/>
            <a:fillRef idx="0"/>
            <a:effectRef idx="0"/>
            <a:fontRef idx="minor"/>
          </p:style>
        </p:sp>
        <p:sp>
          <p:nvSpPr>
            <p:cNvPr id="252" name="Google Shape;240;p14"/>
            <p:cNvSpPr/>
            <p:nvPr/>
          </p:nvSpPr>
          <p:spPr>
            <a:xfrm rot="10800000">
              <a:off x="269280" y="1635480"/>
              <a:ext cx="281520" cy="294840"/>
            </a:xfrm>
            <a:custGeom>
              <a:avLst/>
              <a:gdLst/>
              <a:ahLst/>
              <a:rect l="l" t="t" r="r" b="b"/>
              <a:pathLst>
                <a:path w="11280" h="11802">
                  <a:moveTo>
                    <a:pt x="0" y="1"/>
                  </a:moveTo>
                  <a:lnTo>
                    <a:pt x="0" y="3902"/>
                  </a:lnTo>
                  <a:lnTo>
                    <a:pt x="11280" y="11801"/>
                  </a:lnTo>
                  <a:lnTo>
                    <a:pt x="11280" y="7901"/>
                  </a:lnTo>
                  <a:lnTo>
                    <a:pt x="0" y="1"/>
                  </a:lnTo>
                  <a:close/>
                </a:path>
              </a:pathLst>
            </a:custGeom>
            <a:solidFill>
              <a:schemeClr val="dk2"/>
            </a:solidFill>
            <a:ln w="0">
              <a:noFill/>
            </a:ln>
          </p:spPr>
          <p:style>
            <a:lnRef idx="0"/>
            <a:fillRef idx="0"/>
            <a:effectRef idx="0"/>
            <a:fontRef idx="minor"/>
          </p:style>
        </p:sp>
        <p:sp>
          <p:nvSpPr>
            <p:cNvPr id="253" name="Google Shape;241;p14"/>
            <p:cNvSpPr/>
            <p:nvPr/>
          </p:nvSpPr>
          <p:spPr>
            <a:xfrm rot="10800000">
              <a:off x="269280" y="1477080"/>
              <a:ext cx="281520" cy="295200"/>
            </a:xfrm>
            <a:custGeom>
              <a:avLst/>
              <a:gdLst/>
              <a:ahLst/>
              <a:rect l="l" t="t" r="r" b="b"/>
              <a:pathLst>
                <a:path w="11280" h="11816">
                  <a:moveTo>
                    <a:pt x="0" y="1"/>
                  </a:moveTo>
                  <a:lnTo>
                    <a:pt x="0" y="3915"/>
                  </a:lnTo>
                  <a:lnTo>
                    <a:pt x="11280" y="11815"/>
                  </a:lnTo>
                  <a:lnTo>
                    <a:pt x="11280" y="7900"/>
                  </a:lnTo>
                  <a:lnTo>
                    <a:pt x="0" y="1"/>
                  </a:lnTo>
                  <a:close/>
                </a:path>
              </a:pathLst>
            </a:custGeom>
            <a:solidFill>
              <a:schemeClr val="dk2"/>
            </a:solidFill>
            <a:ln w="0">
              <a:noFill/>
            </a:ln>
          </p:spPr>
          <p:style>
            <a:lnRef idx="0"/>
            <a:fillRef idx="0"/>
            <a:effectRef idx="0"/>
            <a:fontRef idx="minor"/>
          </p:style>
        </p:sp>
        <p:sp>
          <p:nvSpPr>
            <p:cNvPr id="254" name="Google Shape;242;p14"/>
            <p:cNvSpPr/>
            <p:nvPr/>
          </p:nvSpPr>
          <p:spPr>
            <a:xfrm rot="10800000">
              <a:off x="269280" y="131904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2"/>
            </a:solidFill>
            <a:ln w="0">
              <a:noFill/>
            </a:ln>
          </p:spPr>
          <p:style>
            <a:lnRef idx="0"/>
            <a:fillRef idx="0"/>
            <a:effectRef idx="0"/>
            <a:fontRef idx="minor"/>
          </p:style>
        </p:sp>
      </p:grpSp>
      <p:grpSp>
        <p:nvGrpSpPr>
          <p:cNvPr id="255" name="Google Shape;243;p14"/>
          <p:cNvGrpSpPr/>
          <p:nvPr/>
        </p:nvGrpSpPr>
        <p:grpSpPr>
          <a:xfrm>
            <a:off x="816120" y="4703400"/>
            <a:ext cx="7511400" cy="237960"/>
            <a:chOff x="816120" y="4703400"/>
            <a:chExt cx="7511400" cy="237960"/>
          </a:xfrm>
        </p:grpSpPr>
        <p:grpSp>
          <p:nvGrpSpPr>
            <p:cNvPr id="256" name="Google Shape;244;p14"/>
            <p:cNvGrpSpPr/>
            <p:nvPr/>
          </p:nvGrpSpPr>
          <p:grpSpPr>
            <a:xfrm>
              <a:off x="816120" y="4703400"/>
              <a:ext cx="7511400" cy="237960"/>
              <a:chOff x="816120" y="4703400"/>
              <a:chExt cx="7511400" cy="237960"/>
            </a:xfrm>
          </p:grpSpPr>
          <p:sp>
            <p:nvSpPr>
              <p:cNvPr id="257" name="Google Shape;245;p14"/>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258" name="Google Shape;246;p14"/>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259" name="Google Shape;247;p14"/>
              <p:cNvSpPr/>
              <p:nvPr/>
            </p:nvSpPr>
            <p:spPr>
              <a:xfrm rot="16200000">
                <a:off x="892800" y="4768200"/>
                <a:ext cx="125280" cy="108720"/>
              </a:xfrm>
              <a:prstGeom prst="triangle">
                <a:avLst>
                  <a:gd name="adj" fmla="val 50000"/>
                </a:avLst>
              </a:prstGeom>
              <a:solidFill>
                <a:schemeClr val="lt1"/>
              </a:solidFill>
              <a:ln w="0">
                <a:noFill/>
              </a:ln>
            </p:spPr>
            <p:style>
              <a:lnRef idx="0"/>
              <a:fillRef idx="0"/>
              <a:effectRef idx="0"/>
              <a:fontRef idx="minor"/>
            </p:style>
          </p:sp>
          <p:sp>
            <p:nvSpPr>
              <p:cNvPr id="260" name="Google Shape;248;p14"/>
              <p:cNvSpPr/>
              <p:nvPr/>
            </p:nvSpPr>
            <p:spPr>
              <a:xfrm flipH="1" rot="5400000">
                <a:off x="1084680" y="4768200"/>
                <a:ext cx="125280" cy="108720"/>
              </a:xfrm>
              <a:prstGeom prst="triangle">
                <a:avLst>
                  <a:gd name="adj" fmla="val 50000"/>
                </a:avLst>
              </a:prstGeom>
              <a:solidFill>
                <a:schemeClr val="lt1"/>
              </a:solidFill>
              <a:ln w="0">
                <a:noFill/>
              </a:ln>
            </p:spPr>
            <p:style>
              <a:lnRef idx="0"/>
              <a:fillRef idx="0"/>
              <a:effectRef idx="0"/>
              <a:fontRef idx="minor"/>
            </p:style>
          </p:sp>
        </p:grpSp>
        <p:grpSp>
          <p:nvGrpSpPr>
            <p:cNvPr id="261" name="Google Shape;249;p14"/>
            <p:cNvGrpSpPr/>
            <p:nvPr/>
          </p:nvGrpSpPr>
          <p:grpSpPr>
            <a:xfrm>
              <a:off x="8052120" y="4744440"/>
              <a:ext cx="158040" cy="155880"/>
              <a:chOff x="8052120" y="4744440"/>
              <a:chExt cx="158040" cy="155880"/>
            </a:xfrm>
          </p:grpSpPr>
          <p:sp>
            <p:nvSpPr>
              <p:cNvPr id="262" name="Google Shape;250;p14"/>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263" name="Google Shape;251;p14"/>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sp>
            <p:nvSpPr>
              <p:cNvPr id="264" name="Google Shape;252;p14"/>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265" name="Google Shape;253;p14"/>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266" name="Google Shape;254;p14"/>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grpSp>
      </p:grpSp>
      <p:sp>
        <p:nvSpPr>
          <p:cNvPr id="26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304"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grpSp>
        <p:nvGrpSpPr>
          <p:cNvPr id="305" name="Google Shape;376;p19"/>
          <p:cNvGrpSpPr/>
          <p:nvPr/>
        </p:nvGrpSpPr>
        <p:grpSpPr>
          <a:xfrm>
            <a:off x="816120" y="4703400"/>
            <a:ext cx="7511400" cy="237960"/>
            <a:chOff x="816120" y="4703400"/>
            <a:chExt cx="7511400" cy="237960"/>
          </a:xfrm>
        </p:grpSpPr>
        <p:grpSp>
          <p:nvGrpSpPr>
            <p:cNvPr id="306" name="Google Shape;377;p19"/>
            <p:cNvGrpSpPr/>
            <p:nvPr/>
          </p:nvGrpSpPr>
          <p:grpSpPr>
            <a:xfrm>
              <a:off x="816120" y="4703400"/>
              <a:ext cx="7511400" cy="237960"/>
              <a:chOff x="816120" y="4703400"/>
              <a:chExt cx="7511400" cy="237960"/>
            </a:xfrm>
          </p:grpSpPr>
          <p:sp>
            <p:nvSpPr>
              <p:cNvPr id="307" name="Google Shape;378;p19"/>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308" name="Google Shape;379;p19"/>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309" name="Google Shape;380;p19"/>
              <p:cNvSpPr/>
              <p:nvPr/>
            </p:nvSpPr>
            <p:spPr>
              <a:xfrm rot="16200000">
                <a:off x="892800" y="4768200"/>
                <a:ext cx="125280" cy="108720"/>
              </a:xfrm>
              <a:prstGeom prst="triangle">
                <a:avLst>
                  <a:gd name="adj" fmla="val 50000"/>
                </a:avLst>
              </a:prstGeom>
              <a:solidFill>
                <a:schemeClr val="lt1"/>
              </a:solidFill>
              <a:ln w="0">
                <a:noFill/>
              </a:ln>
            </p:spPr>
            <p:style>
              <a:lnRef idx="0"/>
              <a:fillRef idx="0"/>
              <a:effectRef idx="0"/>
              <a:fontRef idx="minor"/>
            </p:style>
          </p:sp>
          <p:sp>
            <p:nvSpPr>
              <p:cNvPr id="310" name="Google Shape;381;p19"/>
              <p:cNvSpPr/>
              <p:nvPr/>
            </p:nvSpPr>
            <p:spPr>
              <a:xfrm flipH="1" rot="5400000">
                <a:off x="1084680" y="4768200"/>
                <a:ext cx="125280" cy="108720"/>
              </a:xfrm>
              <a:prstGeom prst="triangle">
                <a:avLst>
                  <a:gd name="adj" fmla="val 50000"/>
                </a:avLst>
              </a:prstGeom>
              <a:solidFill>
                <a:schemeClr val="lt1"/>
              </a:solidFill>
              <a:ln w="0">
                <a:noFill/>
              </a:ln>
            </p:spPr>
            <p:style>
              <a:lnRef idx="0"/>
              <a:fillRef idx="0"/>
              <a:effectRef idx="0"/>
              <a:fontRef idx="minor"/>
            </p:style>
          </p:sp>
        </p:grpSp>
        <p:grpSp>
          <p:nvGrpSpPr>
            <p:cNvPr id="311" name="Google Shape;382;p19"/>
            <p:cNvGrpSpPr/>
            <p:nvPr/>
          </p:nvGrpSpPr>
          <p:grpSpPr>
            <a:xfrm>
              <a:off x="8052120" y="4744440"/>
              <a:ext cx="158040" cy="155880"/>
              <a:chOff x="8052120" y="4744440"/>
              <a:chExt cx="158040" cy="155880"/>
            </a:xfrm>
          </p:grpSpPr>
          <p:sp>
            <p:nvSpPr>
              <p:cNvPr id="312" name="Google Shape;383;p19"/>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313" name="Google Shape;384;p19"/>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sp>
            <p:nvSpPr>
              <p:cNvPr id="314" name="Google Shape;385;p19"/>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315" name="Google Shape;386;p19"/>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316" name="Google Shape;387;p19"/>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grpSp>
      </p:grpSp>
      <p:grpSp>
        <p:nvGrpSpPr>
          <p:cNvPr id="317" name="Google Shape;388;p19"/>
          <p:cNvGrpSpPr/>
          <p:nvPr/>
        </p:nvGrpSpPr>
        <p:grpSpPr>
          <a:xfrm>
            <a:off x="309960" y="1623240"/>
            <a:ext cx="8709480" cy="2431440"/>
            <a:chOff x="309960" y="1623240"/>
            <a:chExt cx="8709480" cy="2431440"/>
          </a:xfrm>
        </p:grpSpPr>
        <p:sp>
          <p:nvSpPr>
            <p:cNvPr id="318" name="Google Shape;389;p19"/>
            <p:cNvSpPr/>
            <p:nvPr/>
          </p:nvSpPr>
          <p:spPr>
            <a:xfrm flipH="1">
              <a:off x="8557200" y="1623240"/>
              <a:ext cx="462240" cy="462600"/>
            </a:xfrm>
            <a:custGeom>
              <a:avLst/>
              <a:gdLst/>
              <a:ahLst/>
              <a:rect l="l" t="t" r="r" b="b"/>
              <a:pathLst>
                <a:path w="23166" h="23180">
                  <a:moveTo>
                    <a:pt x="5704" y="1"/>
                  </a:moveTo>
                  <a:lnTo>
                    <a:pt x="1" y="5704"/>
                  </a:lnTo>
                  <a:lnTo>
                    <a:pt x="5873" y="11590"/>
                  </a:lnTo>
                  <a:lnTo>
                    <a:pt x="1" y="17476"/>
                  </a:lnTo>
                  <a:lnTo>
                    <a:pt x="5704" y="23179"/>
                  </a:lnTo>
                  <a:lnTo>
                    <a:pt x="11576" y="17293"/>
                  </a:lnTo>
                  <a:lnTo>
                    <a:pt x="17462" y="23179"/>
                  </a:lnTo>
                  <a:lnTo>
                    <a:pt x="23165" y="17476"/>
                  </a:lnTo>
                  <a:lnTo>
                    <a:pt x="17279" y="11590"/>
                  </a:lnTo>
                  <a:lnTo>
                    <a:pt x="23165" y="5704"/>
                  </a:lnTo>
                  <a:lnTo>
                    <a:pt x="17462" y="1"/>
                  </a:lnTo>
                  <a:lnTo>
                    <a:pt x="11576" y="5887"/>
                  </a:lnTo>
                  <a:lnTo>
                    <a:pt x="5704" y="1"/>
                  </a:lnTo>
                  <a:close/>
                </a:path>
              </a:pathLst>
            </a:custGeom>
            <a:solidFill>
              <a:schemeClr val="dk1"/>
            </a:solidFill>
            <a:ln w="0">
              <a:noFill/>
            </a:ln>
          </p:spPr>
          <p:style>
            <a:lnRef idx="0"/>
            <a:fillRef idx="0"/>
            <a:effectRef idx="0"/>
            <a:fontRef idx="minor"/>
          </p:style>
        </p:sp>
        <p:grpSp>
          <p:nvGrpSpPr>
            <p:cNvPr id="319" name="Google Shape;390;p19"/>
            <p:cNvGrpSpPr/>
            <p:nvPr/>
          </p:nvGrpSpPr>
          <p:grpSpPr>
            <a:xfrm>
              <a:off x="309960" y="2949840"/>
              <a:ext cx="244800" cy="1104840"/>
              <a:chOff x="309960" y="2949840"/>
              <a:chExt cx="244800" cy="1104840"/>
            </a:xfrm>
          </p:grpSpPr>
          <p:sp>
            <p:nvSpPr>
              <p:cNvPr id="320" name="Google Shape;391;p19"/>
              <p:cNvSpPr/>
              <p:nvPr/>
            </p:nvSpPr>
            <p:spPr>
              <a:xfrm>
                <a:off x="309960" y="2949840"/>
                <a:ext cx="244800" cy="416880"/>
              </a:xfrm>
              <a:custGeom>
                <a:avLst/>
                <a:gdLst/>
                <a:ahLst/>
                <a:rect l="l" t="t" r="r" b="b"/>
                <a:pathLst>
                  <a:path w="11280" h="19181">
                    <a:moveTo>
                      <a:pt x="0" y="1"/>
                    </a:moveTo>
                    <a:lnTo>
                      <a:pt x="0" y="11280"/>
                    </a:lnTo>
                    <a:lnTo>
                      <a:pt x="11280" y="19180"/>
                    </a:lnTo>
                    <a:lnTo>
                      <a:pt x="11280" y="7901"/>
                    </a:lnTo>
                    <a:lnTo>
                      <a:pt x="0" y="1"/>
                    </a:lnTo>
                    <a:close/>
                  </a:path>
                </a:pathLst>
              </a:custGeom>
              <a:solidFill>
                <a:schemeClr val="dk2"/>
              </a:solidFill>
              <a:ln w="0">
                <a:noFill/>
              </a:ln>
            </p:spPr>
            <p:style>
              <a:lnRef idx="0"/>
              <a:fillRef idx="0"/>
              <a:effectRef idx="0"/>
              <a:fontRef idx="minor"/>
            </p:style>
          </p:sp>
          <p:sp>
            <p:nvSpPr>
              <p:cNvPr id="321" name="Google Shape;392;p19"/>
              <p:cNvSpPr/>
              <p:nvPr/>
            </p:nvSpPr>
            <p:spPr>
              <a:xfrm>
                <a:off x="309960" y="3247920"/>
                <a:ext cx="244800" cy="256320"/>
              </a:xfrm>
              <a:custGeom>
                <a:avLst/>
                <a:gdLst/>
                <a:ahLst/>
                <a:rect l="l" t="t" r="r" b="b"/>
                <a:pathLst>
                  <a:path w="11280" h="11801">
                    <a:moveTo>
                      <a:pt x="0" y="0"/>
                    </a:moveTo>
                    <a:lnTo>
                      <a:pt x="0" y="3901"/>
                    </a:lnTo>
                    <a:lnTo>
                      <a:pt x="11280" y="11801"/>
                    </a:lnTo>
                    <a:lnTo>
                      <a:pt x="11280" y="7900"/>
                    </a:lnTo>
                    <a:lnTo>
                      <a:pt x="0" y="0"/>
                    </a:lnTo>
                    <a:close/>
                  </a:path>
                </a:pathLst>
              </a:custGeom>
              <a:solidFill>
                <a:schemeClr val="dk2"/>
              </a:solidFill>
              <a:ln w="0">
                <a:noFill/>
              </a:ln>
            </p:spPr>
            <p:style>
              <a:lnRef idx="0"/>
              <a:fillRef idx="0"/>
              <a:effectRef idx="0"/>
              <a:fontRef idx="minor"/>
            </p:style>
          </p:sp>
          <p:sp>
            <p:nvSpPr>
              <p:cNvPr id="322" name="Google Shape;393;p19"/>
              <p:cNvSpPr/>
              <p:nvPr/>
            </p:nvSpPr>
            <p:spPr>
              <a:xfrm>
                <a:off x="309960" y="3385440"/>
                <a:ext cx="244800" cy="256680"/>
              </a:xfrm>
              <a:custGeom>
                <a:avLst/>
                <a:gdLst/>
                <a:ahLst/>
                <a:rect l="l" t="t" r="r" b="b"/>
                <a:pathLst>
                  <a:path w="11280" h="11815">
                    <a:moveTo>
                      <a:pt x="0" y="0"/>
                    </a:moveTo>
                    <a:lnTo>
                      <a:pt x="0" y="3915"/>
                    </a:lnTo>
                    <a:lnTo>
                      <a:pt x="11280" y="11815"/>
                    </a:lnTo>
                    <a:lnTo>
                      <a:pt x="11280" y="7900"/>
                    </a:lnTo>
                    <a:lnTo>
                      <a:pt x="0" y="0"/>
                    </a:lnTo>
                    <a:close/>
                  </a:path>
                </a:pathLst>
              </a:custGeom>
              <a:solidFill>
                <a:schemeClr val="dk2"/>
              </a:solidFill>
              <a:ln w="0">
                <a:noFill/>
              </a:ln>
            </p:spPr>
            <p:style>
              <a:lnRef idx="0"/>
              <a:fillRef idx="0"/>
              <a:effectRef idx="0"/>
              <a:fontRef idx="minor"/>
            </p:style>
          </p:sp>
          <p:sp>
            <p:nvSpPr>
              <p:cNvPr id="323" name="Google Shape;394;p19"/>
              <p:cNvSpPr/>
              <p:nvPr/>
            </p:nvSpPr>
            <p:spPr>
              <a:xfrm>
                <a:off x="309960" y="3522960"/>
                <a:ext cx="244800" cy="256320"/>
              </a:xfrm>
              <a:custGeom>
                <a:avLst/>
                <a:gdLst/>
                <a:ahLst/>
                <a:rect l="l" t="t" r="r" b="b"/>
                <a:pathLst>
                  <a:path w="11280" h="11802">
                    <a:moveTo>
                      <a:pt x="0" y="1"/>
                    </a:moveTo>
                    <a:lnTo>
                      <a:pt x="0" y="3902"/>
                    </a:lnTo>
                    <a:lnTo>
                      <a:pt x="11280" y="11801"/>
                    </a:lnTo>
                    <a:lnTo>
                      <a:pt x="11280" y="7901"/>
                    </a:lnTo>
                    <a:lnTo>
                      <a:pt x="0" y="1"/>
                    </a:lnTo>
                    <a:close/>
                  </a:path>
                </a:pathLst>
              </a:custGeom>
              <a:solidFill>
                <a:schemeClr val="dk2"/>
              </a:solidFill>
              <a:ln w="0">
                <a:noFill/>
              </a:ln>
            </p:spPr>
            <p:style>
              <a:lnRef idx="0"/>
              <a:fillRef idx="0"/>
              <a:effectRef idx="0"/>
              <a:fontRef idx="minor"/>
            </p:style>
          </p:sp>
          <p:sp>
            <p:nvSpPr>
              <p:cNvPr id="324" name="Google Shape;395;p19"/>
              <p:cNvSpPr/>
              <p:nvPr/>
            </p:nvSpPr>
            <p:spPr>
              <a:xfrm>
                <a:off x="309960" y="3660480"/>
                <a:ext cx="244800" cy="256680"/>
              </a:xfrm>
              <a:custGeom>
                <a:avLst/>
                <a:gdLst/>
                <a:ahLst/>
                <a:rect l="l" t="t" r="r" b="b"/>
                <a:pathLst>
                  <a:path w="11280" h="11816">
                    <a:moveTo>
                      <a:pt x="0" y="1"/>
                    </a:moveTo>
                    <a:lnTo>
                      <a:pt x="0" y="3915"/>
                    </a:lnTo>
                    <a:lnTo>
                      <a:pt x="11280" y="11815"/>
                    </a:lnTo>
                    <a:lnTo>
                      <a:pt x="11280" y="7900"/>
                    </a:lnTo>
                    <a:lnTo>
                      <a:pt x="0" y="1"/>
                    </a:lnTo>
                    <a:close/>
                  </a:path>
                </a:pathLst>
              </a:custGeom>
              <a:solidFill>
                <a:schemeClr val="dk2"/>
              </a:solidFill>
              <a:ln w="0">
                <a:noFill/>
              </a:ln>
            </p:spPr>
            <p:style>
              <a:lnRef idx="0"/>
              <a:fillRef idx="0"/>
              <a:effectRef idx="0"/>
              <a:fontRef idx="minor"/>
            </p:style>
          </p:sp>
          <p:sp>
            <p:nvSpPr>
              <p:cNvPr id="325" name="Google Shape;396;p19"/>
              <p:cNvSpPr/>
              <p:nvPr/>
            </p:nvSpPr>
            <p:spPr>
              <a:xfrm>
                <a:off x="309960" y="3798360"/>
                <a:ext cx="244800" cy="256320"/>
              </a:xfrm>
              <a:custGeom>
                <a:avLst/>
                <a:gdLst/>
                <a:ahLst/>
                <a:rect l="l" t="t" r="r" b="b"/>
                <a:pathLst>
                  <a:path w="11280" h="11801">
                    <a:moveTo>
                      <a:pt x="0" y="0"/>
                    </a:moveTo>
                    <a:lnTo>
                      <a:pt x="0" y="3901"/>
                    </a:lnTo>
                    <a:lnTo>
                      <a:pt x="11280" y="11801"/>
                    </a:lnTo>
                    <a:lnTo>
                      <a:pt x="11280" y="7900"/>
                    </a:lnTo>
                    <a:lnTo>
                      <a:pt x="0" y="0"/>
                    </a:lnTo>
                    <a:close/>
                  </a:path>
                </a:pathLst>
              </a:custGeom>
              <a:solidFill>
                <a:schemeClr val="dk2"/>
              </a:solidFill>
              <a:ln w="0">
                <a:noFill/>
              </a:ln>
            </p:spPr>
            <p:style>
              <a:lnRef idx="0"/>
              <a:fillRef idx="0"/>
              <a:effectRef idx="0"/>
              <a:fontRef idx="minor"/>
            </p:style>
          </p:sp>
        </p:grpSp>
      </p:grpSp>
      <p:sp>
        <p:nvSpPr>
          <p:cNvPr id="32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363"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grpSp>
        <p:nvGrpSpPr>
          <p:cNvPr id="364" name="Google Shape;343;p18"/>
          <p:cNvGrpSpPr/>
          <p:nvPr/>
        </p:nvGrpSpPr>
        <p:grpSpPr>
          <a:xfrm>
            <a:off x="816120" y="4703400"/>
            <a:ext cx="7511400" cy="237960"/>
            <a:chOff x="816120" y="4703400"/>
            <a:chExt cx="7511400" cy="237960"/>
          </a:xfrm>
        </p:grpSpPr>
        <p:grpSp>
          <p:nvGrpSpPr>
            <p:cNvPr id="365" name="Google Shape;344;p18"/>
            <p:cNvGrpSpPr/>
            <p:nvPr/>
          </p:nvGrpSpPr>
          <p:grpSpPr>
            <a:xfrm>
              <a:off x="816120" y="4703400"/>
              <a:ext cx="7511400" cy="237960"/>
              <a:chOff x="816120" y="4703400"/>
              <a:chExt cx="7511400" cy="237960"/>
            </a:xfrm>
          </p:grpSpPr>
          <p:sp>
            <p:nvSpPr>
              <p:cNvPr id="366" name="Google Shape;345;p18"/>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367" name="Google Shape;346;p18"/>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368" name="Google Shape;347;p18"/>
              <p:cNvSpPr/>
              <p:nvPr/>
            </p:nvSpPr>
            <p:spPr>
              <a:xfrm rot="16200000">
                <a:off x="892800" y="4768200"/>
                <a:ext cx="125280" cy="108720"/>
              </a:xfrm>
              <a:prstGeom prst="triangle">
                <a:avLst>
                  <a:gd name="adj" fmla="val 50000"/>
                </a:avLst>
              </a:prstGeom>
              <a:solidFill>
                <a:schemeClr val="lt1"/>
              </a:solidFill>
              <a:ln w="0">
                <a:noFill/>
              </a:ln>
            </p:spPr>
            <p:style>
              <a:lnRef idx="0"/>
              <a:fillRef idx="0"/>
              <a:effectRef idx="0"/>
              <a:fontRef idx="minor"/>
            </p:style>
          </p:sp>
          <p:sp>
            <p:nvSpPr>
              <p:cNvPr id="369" name="Google Shape;348;p18"/>
              <p:cNvSpPr/>
              <p:nvPr/>
            </p:nvSpPr>
            <p:spPr>
              <a:xfrm flipH="1" rot="5400000">
                <a:off x="1084680" y="4768200"/>
                <a:ext cx="125280" cy="108720"/>
              </a:xfrm>
              <a:prstGeom prst="triangle">
                <a:avLst>
                  <a:gd name="adj" fmla="val 50000"/>
                </a:avLst>
              </a:prstGeom>
              <a:solidFill>
                <a:schemeClr val="lt1"/>
              </a:solidFill>
              <a:ln w="0">
                <a:noFill/>
              </a:ln>
            </p:spPr>
            <p:style>
              <a:lnRef idx="0"/>
              <a:fillRef idx="0"/>
              <a:effectRef idx="0"/>
              <a:fontRef idx="minor"/>
            </p:style>
          </p:sp>
        </p:grpSp>
        <p:grpSp>
          <p:nvGrpSpPr>
            <p:cNvPr id="370" name="Google Shape;349;p18"/>
            <p:cNvGrpSpPr/>
            <p:nvPr/>
          </p:nvGrpSpPr>
          <p:grpSpPr>
            <a:xfrm>
              <a:off x="8052120" y="4744440"/>
              <a:ext cx="158040" cy="155880"/>
              <a:chOff x="8052120" y="4744440"/>
              <a:chExt cx="158040" cy="155880"/>
            </a:xfrm>
          </p:grpSpPr>
          <p:sp>
            <p:nvSpPr>
              <p:cNvPr id="371" name="Google Shape;350;p18"/>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372" name="Google Shape;351;p18"/>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sp>
            <p:nvSpPr>
              <p:cNvPr id="373" name="Google Shape;352;p18"/>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374" name="Google Shape;353;p18"/>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375" name="Google Shape;354;p18"/>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grpSp>
      </p:grpSp>
      <p:grpSp>
        <p:nvGrpSpPr>
          <p:cNvPr id="376" name="Google Shape;355;p18"/>
          <p:cNvGrpSpPr/>
          <p:nvPr/>
        </p:nvGrpSpPr>
        <p:grpSpPr>
          <a:xfrm>
            <a:off x="8430840" y="2260440"/>
            <a:ext cx="281520" cy="1270440"/>
            <a:chOff x="8430840" y="2260440"/>
            <a:chExt cx="281520" cy="1270440"/>
          </a:xfrm>
        </p:grpSpPr>
        <p:sp>
          <p:nvSpPr>
            <p:cNvPr id="377" name="Google Shape;356;p18"/>
            <p:cNvSpPr/>
            <p:nvPr/>
          </p:nvSpPr>
          <p:spPr>
            <a:xfrm>
              <a:off x="8430840" y="2260440"/>
              <a:ext cx="281520" cy="479160"/>
            </a:xfrm>
            <a:custGeom>
              <a:avLst/>
              <a:gdLst/>
              <a:ahLst/>
              <a:rect l="l" t="t" r="r" b="b"/>
              <a:pathLst>
                <a:path w="11280" h="19181">
                  <a:moveTo>
                    <a:pt x="0" y="1"/>
                  </a:moveTo>
                  <a:lnTo>
                    <a:pt x="0" y="11280"/>
                  </a:lnTo>
                  <a:lnTo>
                    <a:pt x="11280" y="19180"/>
                  </a:lnTo>
                  <a:lnTo>
                    <a:pt x="11280" y="7901"/>
                  </a:lnTo>
                  <a:lnTo>
                    <a:pt x="0" y="1"/>
                  </a:lnTo>
                  <a:close/>
                </a:path>
              </a:pathLst>
            </a:custGeom>
            <a:solidFill>
              <a:schemeClr val="dk1"/>
            </a:solidFill>
            <a:ln w="0">
              <a:noFill/>
            </a:ln>
          </p:spPr>
          <p:style>
            <a:lnRef idx="0"/>
            <a:fillRef idx="0"/>
            <a:effectRef idx="0"/>
            <a:fontRef idx="minor"/>
          </p:style>
        </p:sp>
        <p:sp>
          <p:nvSpPr>
            <p:cNvPr id="378" name="Google Shape;357;p18"/>
            <p:cNvSpPr/>
            <p:nvPr/>
          </p:nvSpPr>
          <p:spPr>
            <a:xfrm>
              <a:off x="8430840" y="260280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sp>
          <p:nvSpPr>
            <p:cNvPr id="379" name="Google Shape;358;p18"/>
            <p:cNvSpPr/>
            <p:nvPr/>
          </p:nvSpPr>
          <p:spPr>
            <a:xfrm>
              <a:off x="8430840" y="2760840"/>
              <a:ext cx="281520" cy="294840"/>
            </a:xfrm>
            <a:custGeom>
              <a:avLst/>
              <a:gdLst/>
              <a:ahLst/>
              <a:rect l="l" t="t" r="r" b="b"/>
              <a:pathLst>
                <a:path w="11280" h="11815">
                  <a:moveTo>
                    <a:pt x="0" y="0"/>
                  </a:moveTo>
                  <a:lnTo>
                    <a:pt x="0" y="3915"/>
                  </a:lnTo>
                  <a:lnTo>
                    <a:pt x="11280" y="11815"/>
                  </a:lnTo>
                  <a:lnTo>
                    <a:pt x="11280" y="7900"/>
                  </a:lnTo>
                  <a:lnTo>
                    <a:pt x="0" y="0"/>
                  </a:lnTo>
                  <a:close/>
                </a:path>
              </a:pathLst>
            </a:custGeom>
            <a:solidFill>
              <a:schemeClr val="dk1"/>
            </a:solidFill>
            <a:ln w="0">
              <a:noFill/>
            </a:ln>
          </p:spPr>
          <p:style>
            <a:lnRef idx="0"/>
            <a:fillRef idx="0"/>
            <a:effectRef idx="0"/>
            <a:fontRef idx="minor"/>
          </p:style>
        </p:sp>
        <p:sp>
          <p:nvSpPr>
            <p:cNvPr id="380" name="Google Shape;359;p18"/>
            <p:cNvSpPr/>
            <p:nvPr/>
          </p:nvSpPr>
          <p:spPr>
            <a:xfrm>
              <a:off x="8430840" y="2919240"/>
              <a:ext cx="281520" cy="294840"/>
            </a:xfrm>
            <a:custGeom>
              <a:avLst/>
              <a:gdLst/>
              <a:ahLst/>
              <a:rect l="l" t="t" r="r" b="b"/>
              <a:pathLst>
                <a:path w="11280" h="11802">
                  <a:moveTo>
                    <a:pt x="0" y="1"/>
                  </a:moveTo>
                  <a:lnTo>
                    <a:pt x="0" y="3902"/>
                  </a:lnTo>
                  <a:lnTo>
                    <a:pt x="11280" y="11801"/>
                  </a:lnTo>
                  <a:lnTo>
                    <a:pt x="11280" y="7901"/>
                  </a:lnTo>
                  <a:lnTo>
                    <a:pt x="0" y="1"/>
                  </a:lnTo>
                  <a:close/>
                </a:path>
              </a:pathLst>
            </a:custGeom>
            <a:solidFill>
              <a:schemeClr val="dk1"/>
            </a:solidFill>
            <a:ln w="0">
              <a:noFill/>
            </a:ln>
          </p:spPr>
          <p:style>
            <a:lnRef idx="0"/>
            <a:fillRef idx="0"/>
            <a:effectRef idx="0"/>
            <a:fontRef idx="minor"/>
          </p:style>
        </p:sp>
        <p:sp>
          <p:nvSpPr>
            <p:cNvPr id="381" name="Google Shape;360;p18"/>
            <p:cNvSpPr/>
            <p:nvPr/>
          </p:nvSpPr>
          <p:spPr>
            <a:xfrm>
              <a:off x="8430840" y="3077640"/>
              <a:ext cx="281520" cy="295200"/>
            </a:xfrm>
            <a:custGeom>
              <a:avLst/>
              <a:gdLst/>
              <a:ahLst/>
              <a:rect l="l" t="t" r="r" b="b"/>
              <a:pathLst>
                <a:path w="11280" h="11816">
                  <a:moveTo>
                    <a:pt x="0" y="1"/>
                  </a:moveTo>
                  <a:lnTo>
                    <a:pt x="0" y="3915"/>
                  </a:lnTo>
                  <a:lnTo>
                    <a:pt x="11280" y="11815"/>
                  </a:lnTo>
                  <a:lnTo>
                    <a:pt x="11280" y="7900"/>
                  </a:lnTo>
                  <a:lnTo>
                    <a:pt x="0" y="1"/>
                  </a:lnTo>
                  <a:close/>
                </a:path>
              </a:pathLst>
            </a:custGeom>
            <a:solidFill>
              <a:schemeClr val="dk1"/>
            </a:solidFill>
            <a:ln w="0">
              <a:noFill/>
            </a:ln>
          </p:spPr>
          <p:style>
            <a:lnRef idx="0"/>
            <a:fillRef idx="0"/>
            <a:effectRef idx="0"/>
            <a:fontRef idx="minor"/>
          </p:style>
        </p:sp>
        <p:sp>
          <p:nvSpPr>
            <p:cNvPr id="382" name="Google Shape;361;p18"/>
            <p:cNvSpPr/>
            <p:nvPr/>
          </p:nvSpPr>
          <p:spPr>
            <a:xfrm>
              <a:off x="8430840" y="323604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grpSp>
      <p:sp>
        <p:nvSpPr>
          <p:cNvPr id="38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420"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grpSp>
        <p:nvGrpSpPr>
          <p:cNvPr id="421" name="Google Shape;75;p5"/>
          <p:cNvGrpSpPr/>
          <p:nvPr/>
        </p:nvGrpSpPr>
        <p:grpSpPr>
          <a:xfrm>
            <a:off x="816120" y="4703400"/>
            <a:ext cx="7511400" cy="237960"/>
            <a:chOff x="816120" y="4703400"/>
            <a:chExt cx="7511400" cy="237960"/>
          </a:xfrm>
        </p:grpSpPr>
        <p:grpSp>
          <p:nvGrpSpPr>
            <p:cNvPr id="422" name="Google Shape;76;p5"/>
            <p:cNvGrpSpPr/>
            <p:nvPr/>
          </p:nvGrpSpPr>
          <p:grpSpPr>
            <a:xfrm>
              <a:off x="816120" y="4703400"/>
              <a:ext cx="7511400" cy="237960"/>
              <a:chOff x="816120" y="4703400"/>
              <a:chExt cx="7511400" cy="237960"/>
            </a:xfrm>
          </p:grpSpPr>
          <p:sp>
            <p:nvSpPr>
              <p:cNvPr id="423" name="Google Shape;77;p5"/>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424" name="Google Shape;78;p5"/>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425" name="Google Shape;79;p5"/>
              <p:cNvSpPr/>
              <p:nvPr/>
            </p:nvSpPr>
            <p:spPr>
              <a:xfrm rot="16200000">
                <a:off x="892800" y="4768200"/>
                <a:ext cx="125280" cy="108720"/>
              </a:xfrm>
              <a:prstGeom prst="triangle">
                <a:avLst>
                  <a:gd name="adj" fmla="val 50000"/>
                </a:avLst>
              </a:prstGeom>
              <a:solidFill>
                <a:schemeClr val="lt1"/>
              </a:solidFill>
              <a:ln w="0">
                <a:noFill/>
              </a:ln>
            </p:spPr>
            <p:style>
              <a:lnRef idx="0"/>
              <a:fillRef idx="0"/>
              <a:effectRef idx="0"/>
              <a:fontRef idx="minor"/>
            </p:style>
          </p:sp>
          <p:sp>
            <p:nvSpPr>
              <p:cNvPr id="426" name="Google Shape;80;p5"/>
              <p:cNvSpPr/>
              <p:nvPr/>
            </p:nvSpPr>
            <p:spPr>
              <a:xfrm flipH="1" rot="5400000">
                <a:off x="1084680" y="4768200"/>
                <a:ext cx="125280" cy="108720"/>
              </a:xfrm>
              <a:prstGeom prst="triangle">
                <a:avLst>
                  <a:gd name="adj" fmla="val 50000"/>
                </a:avLst>
              </a:prstGeom>
              <a:solidFill>
                <a:schemeClr val="lt1"/>
              </a:solidFill>
              <a:ln w="0">
                <a:noFill/>
              </a:ln>
            </p:spPr>
            <p:style>
              <a:lnRef idx="0"/>
              <a:fillRef idx="0"/>
              <a:effectRef idx="0"/>
              <a:fontRef idx="minor"/>
            </p:style>
          </p:sp>
        </p:grpSp>
        <p:grpSp>
          <p:nvGrpSpPr>
            <p:cNvPr id="427" name="Google Shape;81;p5"/>
            <p:cNvGrpSpPr/>
            <p:nvPr/>
          </p:nvGrpSpPr>
          <p:grpSpPr>
            <a:xfrm>
              <a:off x="8052120" y="4744440"/>
              <a:ext cx="158040" cy="155880"/>
              <a:chOff x="8052120" y="4744440"/>
              <a:chExt cx="158040" cy="155880"/>
            </a:xfrm>
          </p:grpSpPr>
          <p:sp>
            <p:nvSpPr>
              <p:cNvPr id="428" name="Google Shape;82;p5"/>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429" name="Google Shape;83;p5"/>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sp>
            <p:nvSpPr>
              <p:cNvPr id="430" name="Google Shape;84;p5"/>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431" name="Google Shape;85;p5"/>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432" name="Google Shape;86;p5"/>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grpSp>
      </p:grpSp>
      <p:grpSp>
        <p:nvGrpSpPr>
          <p:cNvPr id="433" name="Google Shape;87;p5"/>
          <p:cNvGrpSpPr/>
          <p:nvPr/>
        </p:nvGrpSpPr>
        <p:grpSpPr>
          <a:xfrm>
            <a:off x="213480" y="1086480"/>
            <a:ext cx="462240" cy="2068920"/>
            <a:chOff x="213480" y="1086480"/>
            <a:chExt cx="462240" cy="2068920"/>
          </a:xfrm>
        </p:grpSpPr>
        <p:grpSp>
          <p:nvGrpSpPr>
            <p:cNvPr id="434" name="Google Shape;88;p5"/>
            <p:cNvGrpSpPr/>
            <p:nvPr/>
          </p:nvGrpSpPr>
          <p:grpSpPr>
            <a:xfrm>
              <a:off x="303840" y="1884960"/>
              <a:ext cx="281520" cy="1270440"/>
              <a:chOff x="303840" y="1884960"/>
              <a:chExt cx="281520" cy="1270440"/>
            </a:xfrm>
          </p:grpSpPr>
          <p:sp>
            <p:nvSpPr>
              <p:cNvPr id="435" name="Google Shape;89;p5"/>
              <p:cNvSpPr/>
              <p:nvPr/>
            </p:nvSpPr>
            <p:spPr>
              <a:xfrm>
                <a:off x="303840" y="1884960"/>
                <a:ext cx="281520" cy="479160"/>
              </a:xfrm>
              <a:custGeom>
                <a:avLst/>
                <a:gdLst/>
                <a:ahLst/>
                <a:rect l="l" t="t" r="r" b="b"/>
                <a:pathLst>
                  <a:path w="11280" h="19181">
                    <a:moveTo>
                      <a:pt x="0" y="1"/>
                    </a:moveTo>
                    <a:lnTo>
                      <a:pt x="0" y="11280"/>
                    </a:lnTo>
                    <a:lnTo>
                      <a:pt x="11280" y="19180"/>
                    </a:lnTo>
                    <a:lnTo>
                      <a:pt x="11280" y="7901"/>
                    </a:lnTo>
                    <a:lnTo>
                      <a:pt x="0" y="1"/>
                    </a:lnTo>
                    <a:close/>
                  </a:path>
                </a:pathLst>
              </a:custGeom>
              <a:solidFill>
                <a:schemeClr val="dk1"/>
              </a:solidFill>
              <a:ln w="0">
                <a:noFill/>
              </a:ln>
            </p:spPr>
            <p:style>
              <a:lnRef idx="0"/>
              <a:fillRef idx="0"/>
              <a:effectRef idx="0"/>
              <a:fontRef idx="minor"/>
            </p:style>
          </p:sp>
          <p:sp>
            <p:nvSpPr>
              <p:cNvPr id="436" name="Google Shape;90;p5"/>
              <p:cNvSpPr/>
              <p:nvPr/>
            </p:nvSpPr>
            <p:spPr>
              <a:xfrm>
                <a:off x="303840" y="222768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sp>
            <p:nvSpPr>
              <p:cNvPr id="437" name="Google Shape;91;p5"/>
              <p:cNvSpPr/>
              <p:nvPr/>
            </p:nvSpPr>
            <p:spPr>
              <a:xfrm>
                <a:off x="303840" y="2385720"/>
                <a:ext cx="281520" cy="294840"/>
              </a:xfrm>
              <a:custGeom>
                <a:avLst/>
                <a:gdLst/>
                <a:ahLst/>
                <a:rect l="l" t="t" r="r" b="b"/>
                <a:pathLst>
                  <a:path w="11280" h="11815">
                    <a:moveTo>
                      <a:pt x="0" y="0"/>
                    </a:moveTo>
                    <a:lnTo>
                      <a:pt x="0" y="3915"/>
                    </a:lnTo>
                    <a:lnTo>
                      <a:pt x="11280" y="11815"/>
                    </a:lnTo>
                    <a:lnTo>
                      <a:pt x="11280" y="7900"/>
                    </a:lnTo>
                    <a:lnTo>
                      <a:pt x="0" y="0"/>
                    </a:lnTo>
                    <a:close/>
                  </a:path>
                </a:pathLst>
              </a:custGeom>
              <a:solidFill>
                <a:schemeClr val="dk1"/>
              </a:solidFill>
              <a:ln w="0">
                <a:noFill/>
              </a:ln>
            </p:spPr>
            <p:style>
              <a:lnRef idx="0"/>
              <a:fillRef idx="0"/>
              <a:effectRef idx="0"/>
              <a:fontRef idx="minor"/>
            </p:style>
          </p:sp>
          <p:sp>
            <p:nvSpPr>
              <p:cNvPr id="438" name="Google Shape;92;p5"/>
              <p:cNvSpPr/>
              <p:nvPr/>
            </p:nvSpPr>
            <p:spPr>
              <a:xfrm>
                <a:off x="303840" y="2544120"/>
                <a:ext cx="281520" cy="294840"/>
              </a:xfrm>
              <a:custGeom>
                <a:avLst/>
                <a:gdLst/>
                <a:ahLst/>
                <a:rect l="l" t="t" r="r" b="b"/>
                <a:pathLst>
                  <a:path w="11280" h="11802">
                    <a:moveTo>
                      <a:pt x="0" y="1"/>
                    </a:moveTo>
                    <a:lnTo>
                      <a:pt x="0" y="3902"/>
                    </a:lnTo>
                    <a:lnTo>
                      <a:pt x="11280" y="11801"/>
                    </a:lnTo>
                    <a:lnTo>
                      <a:pt x="11280" y="7901"/>
                    </a:lnTo>
                    <a:lnTo>
                      <a:pt x="0" y="1"/>
                    </a:lnTo>
                    <a:close/>
                  </a:path>
                </a:pathLst>
              </a:custGeom>
              <a:solidFill>
                <a:schemeClr val="dk1"/>
              </a:solidFill>
              <a:ln w="0">
                <a:noFill/>
              </a:ln>
            </p:spPr>
            <p:style>
              <a:lnRef idx="0"/>
              <a:fillRef idx="0"/>
              <a:effectRef idx="0"/>
              <a:fontRef idx="minor"/>
            </p:style>
          </p:sp>
          <p:sp>
            <p:nvSpPr>
              <p:cNvPr id="439" name="Google Shape;93;p5"/>
              <p:cNvSpPr/>
              <p:nvPr/>
            </p:nvSpPr>
            <p:spPr>
              <a:xfrm>
                <a:off x="303840" y="2702160"/>
                <a:ext cx="281520" cy="295200"/>
              </a:xfrm>
              <a:custGeom>
                <a:avLst/>
                <a:gdLst/>
                <a:ahLst/>
                <a:rect l="l" t="t" r="r" b="b"/>
                <a:pathLst>
                  <a:path w="11280" h="11816">
                    <a:moveTo>
                      <a:pt x="0" y="1"/>
                    </a:moveTo>
                    <a:lnTo>
                      <a:pt x="0" y="3915"/>
                    </a:lnTo>
                    <a:lnTo>
                      <a:pt x="11280" y="11815"/>
                    </a:lnTo>
                    <a:lnTo>
                      <a:pt x="11280" y="7900"/>
                    </a:lnTo>
                    <a:lnTo>
                      <a:pt x="0" y="1"/>
                    </a:lnTo>
                    <a:close/>
                  </a:path>
                </a:pathLst>
              </a:custGeom>
              <a:solidFill>
                <a:schemeClr val="dk1"/>
              </a:solidFill>
              <a:ln w="0">
                <a:noFill/>
              </a:ln>
            </p:spPr>
            <p:style>
              <a:lnRef idx="0"/>
              <a:fillRef idx="0"/>
              <a:effectRef idx="0"/>
              <a:fontRef idx="minor"/>
            </p:style>
          </p:sp>
          <p:sp>
            <p:nvSpPr>
              <p:cNvPr id="440" name="Google Shape;94;p5"/>
              <p:cNvSpPr/>
              <p:nvPr/>
            </p:nvSpPr>
            <p:spPr>
              <a:xfrm>
                <a:off x="303840" y="286056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grpSp>
        <p:sp>
          <p:nvSpPr>
            <p:cNvPr id="441" name="Google Shape;95;p5"/>
            <p:cNvSpPr/>
            <p:nvPr/>
          </p:nvSpPr>
          <p:spPr>
            <a:xfrm>
              <a:off x="213480" y="1086480"/>
              <a:ext cx="462240" cy="462600"/>
            </a:xfrm>
            <a:custGeom>
              <a:avLst/>
              <a:gdLst/>
              <a:ahLst/>
              <a:rect l="l" t="t" r="r" b="b"/>
              <a:pathLst>
                <a:path w="23166" h="23180">
                  <a:moveTo>
                    <a:pt x="5704" y="1"/>
                  </a:moveTo>
                  <a:lnTo>
                    <a:pt x="1" y="5704"/>
                  </a:lnTo>
                  <a:lnTo>
                    <a:pt x="5873" y="11590"/>
                  </a:lnTo>
                  <a:lnTo>
                    <a:pt x="1" y="17476"/>
                  </a:lnTo>
                  <a:lnTo>
                    <a:pt x="5704" y="23179"/>
                  </a:lnTo>
                  <a:lnTo>
                    <a:pt x="11576" y="17293"/>
                  </a:lnTo>
                  <a:lnTo>
                    <a:pt x="17462" y="23179"/>
                  </a:lnTo>
                  <a:lnTo>
                    <a:pt x="23165" y="17476"/>
                  </a:lnTo>
                  <a:lnTo>
                    <a:pt x="17279" y="11590"/>
                  </a:lnTo>
                  <a:lnTo>
                    <a:pt x="23165" y="5704"/>
                  </a:lnTo>
                  <a:lnTo>
                    <a:pt x="17462" y="1"/>
                  </a:lnTo>
                  <a:lnTo>
                    <a:pt x="11576" y="5887"/>
                  </a:lnTo>
                  <a:lnTo>
                    <a:pt x="5704" y="1"/>
                  </a:lnTo>
                  <a:close/>
                </a:path>
              </a:pathLst>
            </a:custGeom>
            <a:solidFill>
              <a:schemeClr val="dk2"/>
            </a:solidFill>
            <a:ln w="0">
              <a:noFill/>
            </a:ln>
          </p:spPr>
          <p:style>
            <a:lnRef idx="0"/>
            <a:fillRef idx="0"/>
            <a:effectRef idx="0"/>
            <a:fontRef idx="minor"/>
          </p:style>
        </p:sp>
      </p:grpSp>
      <p:sp>
        <p:nvSpPr>
          <p:cNvPr id="44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479"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grpSp>
        <p:nvGrpSpPr>
          <p:cNvPr id="480" name="Google Shape;257;p15"/>
          <p:cNvGrpSpPr/>
          <p:nvPr/>
        </p:nvGrpSpPr>
        <p:grpSpPr>
          <a:xfrm>
            <a:off x="816120" y="4703400"/>
            <a:ext cx="7511400" cy="237960"/>
            <a:chOff x="816120" y="4703400"/>
            <a:chExt cx="7511400" cy="237960"/>
          </a:xfrm>
        </p:grpSpPr>
        <p:grpSp>
          <p:nvGrpSpPr>
            <p:cNvPr id="481" name="Google Shape;258;p15"/>
            <p:cNvGrpSpPr/>
            <p:nvPr/>
          </p:nvGrpSpPr>
          <p:grpSpPr>
            <a:xfrm>
              <a:off x="816120" y="4703400"/>
              <a:ext cx="7511400" cy="237960"/>
              <a:chOff x="816120" y="4703400"/>
              <a:chExt cx="7511400" cy="237960"/>
            </a:xfrm>
          </p:grpSpPr>
          <p:sp>
            <p:nvSpPr>
              <p:cNvPr id="482" name="Google Shape;259;p15"/>
              <p:cNvSpPr/>
              <p:nvPr/>
            </p:nvSpPr>
            <p:spPr>
              <a:xfrm>
                <a:off x="816120" y="4703400"/>
                <a:ext cx="7511040" cy="237960"/>
              </a:xfrm>
              <a:prstGeom prst="roundRect">
                <a:avLst>
                  <a:gd name="adj" fmla="val 50000"/>
                </a:avLst>
              </a:prstGeom>
              <a:solidFill>
                <a:schemeClr val="lt2"/>
              </a:solidFill>
              <a:ln w="0">
                <a:noFill/>
              </a:ln>
            </p:spPr>
            <p:style>
              <a:lnRef idx="0"/>
              <a:fillRef idx="0"/>
              <a:effectRef idx="0"/>
              <a:fontRef idx="minor"/>
            </p:style>
          </p:sp>
          <p:sp>
            <p:nvSpPr>
              <p:cNvPr id="483" name="Google Shape;260;p15"/>
              <p:cNvSpPr/>
              <p:nvPr/>
            </p:nvSpPr>
            <p:spPr>
              <a:xfrm rot="5400000">
                <a:off x="8018280" y="4631400"/>
                <a:ext cx="236880" cy="381600"/>
              </a:xfrm>
              <a:prstGeom prst="round2SameRect">
                <a:avLst>
                  <a:gd name="adj1" fmla="val 50000"/>
                  <a:gd name="adj2" fmla="val 0"/>
                </a:avLst>
              </a:prstGeom>
              <a:solidFill>
                <a:schemeClr val="dk2"/>
              </a:solidFill>
              <a:ln w="0">
                <a:noFill/>
              </a:ln>
            </p:spPr>
            <p:style>
              <a:lnRef idx="0"/>
              <a:fillRef idx="0"/>
              <a:effectRef idx="0"/>
              <a:fontRef idx="minor"/>
            </p:style>
          </p:sp>
          <p:sp>
            <p:nvSpPr>
              <p:cNvPr id="484" name="Google Shape;261;p15"/>
              <p:cNvSpPr/>
              <p:nvPr/>
            </p:nvSpPr>
            <p:spPr>
              <a:xfrm rot="16200000">
                <a:off x="892800" y="4768200"/>
                <a:ext cx="125280" cy="108720"/>
              </a:xfrm>
              <a:prstGeom prst="triangle">
                <a:avLst>
                  <a:gd name="adj" fmla="val 50000"/>
                </a:avLst>
              </a:prstGeom>
              <a:solidFill>
                <a:schemeClr val="lt1"/>
              </a:solidFill>
              <a:ln w="0">
                <a:noFill/>
              </a:ln>
            </p:spPr>
            <p:style>
              <a:lnRef idx="0"/>
              <a:fillRef idx="0"/>
              <a:effectRef idx="0"/>
              <a:fontRef idx="minor"/>
            </p:style>
          </p:sp>
          <p:sp>
            <p:nvSpPr>
              <p:cNvPr id="485" name="Google Shape;262;p15"/>
              <p:cNvSpPr/>
              <p:nvPr/>
            </p:nvSpPr>
            <p:spPr>
              <a:xfrm flipH="1" rot="5400000">
                <a:off x="1084680" y="4768200"/>
                <a:ext cx="125280" cy="108720"/>
              </a:xfrm>
              <a:prstGeom prst="triangle">
                <a:avLst>
                  <a:gd name="adj" fmla="val 50000"/>
                </a:avLst>
              </a:prstGeom>
              <a:solidFill>
                <a:schemeClr val="lt1"/>
              </a:solidFill>
              <a:ln w="0">
                <a:noFill/>
              </a:ln>
            </p:spPr>
            <p:style>
              <a:lnRef idx="0"/>
              <a:fillRef idx="0"/>
              <a:effectRef idx="0"/>
              <a:fontRef idx="minor"/>
            </p:style>
          </p:sp>
        </p:grpSp>
        <p:grpSp>
          <p:nvGrpSpPr>
            <p:cNvPr id="486" name="Google Shape;263;p15"/>
            <p:cNvGrpSpPr/>
            <p:nvPr/>
          </p:nvGrpSpPr>
          <p:grpSpPr>
            <a:xfrm>
              <a:off x="8052120" y="4744440"/>
              <a:ext cx="158040" cy="155880"/>
              <a:chOff x="8052120" y="4744440"/>
              <a:chExt cx="158040" cy="155880"/>
            </a:xfrm>
          </p:grpSpPr>
          <p:sp>
            <p:nvSpPr>
              <p:cNvPr id="487" name="Google Shape;264;p15"/>
              <p:cNvSpPr/>
              <p:nvPr/>
            </p:nvSpPr>
            <p:spPr>
              <a:xfrm>
                <a:off x="8164080" y="4753440"/>
                <a:ext cx="26640" cy="248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lt1"/>
              </a:solidFill>
              <a:ln w="0">
                <a:noFill/>
              </a:ln>
            </p:spPr>
            <p:style>
              <a:lnRef idx="0"/>
              <a:fillRef idx="0"/>
              <a:effectRef idx="0"/>
              <a:fontRef idx="minor"/>
            </p:style>
          </p:sp>
          <p:sp>
            <p:nvSpPr>
              <p:cNvPr id="488" name="Google Shape;265;p15"/>
              <p:cNvSpPr/>
              <p:nvPr/>
            </p:nvSpPr>
            <p:spPr>
              <a:xfrm>
                <a:off x="8113320" y="4854240"/>
                <a:ext cx="36360" cy="4608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lt1"/>
              </a:solidFill>
              <a:ln w="0">
                <a:noFill/>
              </a:ln>
            </p:spPr>
            <p:style>
              <a:lnRef idx="0"/>
              <a:fillRef idx="0"/>
              <a:effectRef idx="0"/>
              <a:fontRef idx="minor"/>
            </p:style>
          </p:sp>
          <p:sp>
            <p:nvSpPr>
              <p:cNvPr id="489" name="Google Shape;266;p15"/>
              <p:cNvSpPr/>
              <p:nvPr/>
            </p:nvSpPr>
            <p:spPr>
              <a:xfrm>
                <a:off x="8122320" y="4808520"/>
                <a:ext cx="18000" cy="18000"/>
              </a:xfrm>
              <a:custGeom>
                <a:avLst/>
                <a:gdLst/>
                <a:ahLst/>
                <a:rect l="l" t="t" r="r" b="b"/>
                <a:pathLst>
                  <a:path w="2259" h="2259">
                    <a:moveTo>
                      <a:pt x="0" y="0"/>
                    </a:moveTo>
                    <a:lnTo>
                      <a:pt x="0" y="2259"/>
                    </a:lnTo>
                    <a:lnTo>
                      <a:pt x="2259" y="2259"/>
                    </a:lnTo>
                    <a:lnTo>
                      <a:pt x="2259" y="0"/>
                    </a:lnTo>
                    <a:close/>
                  </a:path>
                </a:pathLst>
              </a:custGeom>
              <a:solidFill>
                <a:schemeClr val="lt1"/>
              </a:solidFill>
              <a:ln w="0">
                <a:noFill/>
              </a:ln>
            </p:spPr>
            <p:style>
              <a:lnRef idx="0"/>
              <a:fillRef idx="0"/>
              <a:effectRef idx="0"/>
              <a:fontRef idx="minor"/>
            </p:style>
          </p:sp>
          <p:sp>
            <p:nvSpPr>
              <p:cNvPr id="490" name="Google Shape;267;p15"/>
              <p:cNvSpPr/>
              <p:nvPr/>
            </p:nvSpPr>
            <p:spPr>
              <a:xfrm>
                <a:off x="8052120" y="4744440"/>
                <a:ext cx="158040" cy="7668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lt1"/>
              </a:solidFill>
              <a:ln w="0">
                <a:noFill/>
              </a:ln>
            </p:spPr>
            <p:style>
              <a:lnRef idx="0"/>
              <a:fillRef idx="0"/>
              <a:effectRef idx="0"/>
              <a:fontRef idx="minor"/>
            </p:style>
          </p:sp>
          <p:sp>
            <p:nvSpPr>
              <p:cNvPr id="491" name="Google Shape;268;p15"/>
              <p:cNvSpPr/>
              <p:nvPr/>
            </p:nvSpPr>
            <p:spPr>
              <a:xfrm>
                <a:off x="8071200" y="4777560"/>
                <a:ext cx="119520" cy="12240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lt1"/>
              </a:solidFill>
              <a:ln w="0">
                <a:noFill/>
              </a:ln>
            </p:spPr>
            <p:style>
              <a:lnRef idx="0"/>
              <a:fillRef idx="0"/>
              <a:effectRef idx="0"/>
              <a:fontRef idx="minor"/>
            </p:style>
          </p:sp>
        </p:grpSp>
      </p:grpSp>
      <p:sp>
        <p:nvSpPr>
          <p:cNvPr id="492" name="Google Shape;269;p15"/>
          <p:cNvSpPr/>
          <p:nvPr/>
        </p:nvSpPr>
        <p:spPr>
          <a:xfrm>
            <a:off x="104760" y="1705320"/>
            <a:ext cx="391320" cy="391680"/>
          </a:xfrm>
          <a:custGeom>
            <a:avLst/>
            <a:gdLst/>
            <a:ahLst/>
            <a:rect l="l" t="t" r="r" b="b"/>
            <a:pathLst>
              <a:path w="23166" h="23180">
                <a:moveTo>
                  <a:pt x="5704" y="1"/>
                </a:moveTo>
                <a:lnTo>
                  <a:pt x="1" y="5704"/>
                </a:lnTo>
                <a:lnTo>
                  <a:pt x="5873" y="11590"/>
                </a:lnTo>
                <a:lnTo>
                  <a:pt x="1" y="17476"/>
                </a:lnTo>
                <a:lnTo>
                  <a:pt x="5704" y="23179"/>
                </a:lnTo>
                <a:lnTo>
                  <a:pt x="11576" y="17293"/>
                </a:lnTo>
                <a:lnTo>
                  <a:pt x="17462" y="23179"/>
                </a:lnTo>
                <a:lnTo>
                  <a:pt x="23165" y="17476"/>
                </a:lnTo>
                <a:lnTo>
                  <a:pt x="17279" y="11590"/>
                </a:lnTo>
                <a:lnTo>
                  <a:pt x="23165" y="5704"/>
                </a:lnTo>
                <a:lnTo>
                  <a:pt x="17462" y="1"/>
                </a:lnTo>
                <a:lnTo>
                  <a:pt x="11576" y="5887"/>
                </a:lnTo>
                <a:lnTo>
                  <a:pt x="5704" y="1"/>
                </a:lnTo>
                <a:close/>
              </a:path>
            </a:pathLst>
          </a:custGeom>
          <a:solidFill>
            <a:schemeClr val="dk2"/>
          </a:solidFill>
          <a:ln w="0">
            <a:noFill/>
          </a:ln>
        </p:spPr>
        <p:style>
          <a:lnRef idx="0"/>
          <a:fillRef idx="0"/>
          <a:effectRef idx="0"/>
          <a:fontRef idx="minor"/>
        </p:style>
      </p:sp>
      <p:grpSp>
        <p:nvGrpSpPr>
          <p:cNvPr id="493" name="Google Shape;270;p15"/>
          <p:cNvGrpSpPr/>
          <p:nvPr/>
        </p:nvGrpSpPr>
        <p:grpSpPr>
          <a:xfrm>
            <a:off x="8669160" y="2907720"/>
            <a:ext cx="281520" cy="1270080"/>
            <a:chOff x="8669160" y="2907720"/>
            <a:chExt cx="281520" cy="1270080"/>
          </a:xfrm>
        </p:grpSpPr>
        <p:sp>
          <p:nvSpPr>
            <p:cNvPr id="494" name="Google Shape;271;p15"/>
            <p:cNvSpPr/>
            <p:nvPr/>
          </p:nvSpPr>
          <p:spPr>
            <a:xfrm>
              <a:off x="8669160" y="2907720"/>
              <a:ext cx="281520" cy="479160"/>
            </a:xfrm>
            <a:custGeom>
              <a:avLst/>
              <a:gdLst/>
              <a:ahLst/>
              <a:rect l="l" t="t" r="r" b="b"/>
              <a:pathLst>
                <a:path w="11280" h="19181">
                  <a:moveTo>
                    <a:pt x="0" y="1"/>
                  </a:moveTo>
                  <a:lnTo>
                    <a:pt x="0" y="11280"/>
                  </a:lnTo>
                  <a:lnTo>
                    <a:pt x="11280" y="19180"/>
                  </a:lnTo>
                  <a:lnTo>
                    <a:pt x="11280" y="7901"/>
                  </a:lnTo>
                  <a:lnTo>
                    <a:pt x="0" y="1"/>
                  </a:lnTo>
                  <a:close/>
                </a:path>
              </a:pathLst>
            </a:custGeom>
            <a:solidFill>
              <a:schemeClr val="dk1"/>
            </a:solidFill>
            <a:ln w="0">
              <a:noFill/>
            </a:ln>
          </p:spPr>
          <p:style>
            <a:lnRef idx="0"/>
            <a:fillRef idx="0"/>
            <a:effectRef idx="0"/>
            <a:fontRef idx="minor"/>
          </p:style>
        </p:sp>
        <p:sp>
          <p:nvSpPr>
            <p:cNvPr id="495" name="Google Shape;272;p15"/>
            <p:cNvSpPr/>
            <p:nvPr/>
          </p:nvSpPr>
          <p:spPr>
            <a:xfrm>
              <a:off x="8669160" y="325008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sp>
          <p:nvSpPr>
            <p:cNvPr id="496" name="Google Shape;273;p15"/>
            <p:cNvSpPr/>
            <p:nvPr/>
          </p:nvSpPr>
          <p:spPr>
            <a:xfrm>
              <a:off x="8669160" y="3408120"/>
              <a:ext cx="281520" cy="294840"/>
            </a:xfrm>
            <a:custGeom>
              <a:avLst/>
              <a:gdLst/>
              <a:ahLst/>
              <a:rect l="l" t="t" r="r" b="b"/>
              <a:pathLst>
                <a:path w="11280" h="11815">
                  <a:moveTo>
                    <a:pt x="0" y="0"/>
                  </a:moveTo>
                  <a:lnTo>
                    <a:pt x="0" y="3915"/>
                  </a:lnTo>
                  <a:lnTo>
                    <a:pt x="11280" y="11815"/>
                  </a:lnTo>
                  <a:lnTo>
                    <a:pt x="11280" y="7900"/>
                  </a:lnTo>
                  <a:lnTo>
                    <a:pt x="0" y="0"/>
                  </a:lnTo>
                  <a:close/>
                </a:path>
              </a:pathLst>
            </a:custGeom>
            <a:solidFill>
              <a:schemeClr val="dk1"/>
            </a:solidFill>
            <a:ln w="0">
              <a:noFill/>
            </a:ln>
          </p:spPr>
          <p:style>
            <a:lnRef idx="0"/>
            <a:fillRef idx="0"/>
            <a:effectRef idx="0"/>
            <a:fontRef idx="minor"/>
          </p:style>
        </p:sp>
        <p:sp>
          <p:nvSpPr>
            <p:cNvPr id="497" name="Google Shape;274;p15"/>
            <p:cNvSpPr/>
            <p:nvPr/>
          </p:nvSpPr>
          <p:spPr>
            <a:xfrm>
              <a:off x="8669160" y="3566520"/>
              <a:ext cx="281520" cy="294840"/>
            </a:xfrm>
            <a:custGeom>
              <a:avLst/>
              <a:gdLst/>
              <a:ahLst/>
              <a:rect l="l" t="t" r="r" b="b"/>
              <a:pathLst>
                <a:path w="11280" h="11802">
                  <a:moveTo>
                    <a:pt x="0" y="1"/>
                  </a:moveTo>
                  <a:lnTo>
                    <a:pt x="0" y="3902"/>
                  </a:lnTo>
                  <a:lnTo>
                    <a:pt x="11280" y="11801"/>
                  </a:lnTo>
                  <a:lnTo>
                    <a:pt x="11280" y="7901"/>
                  </a:lnTo>
                  <a:lnTo>
                    <a:pt x="0" y="1"/>
                  </a:lnTo>
                  <a:close/>
                </a:path>
              </a:pathLst>
            </a:custGeom>
            <a:solidFill>
              <a:schemeClr val="dk1"/>
            </a:solidFill>
            <a:ln w="0">
              <a:noFill/>
            </a:ln>
          </p:spPr>
          <p:style>
            <a:lnRef idx="0"/>
            <a:fillRef idx="0"/>
            <a:effectRef idx="0"/>
            <a:fontRef idx="minor"/>
          </p:style>
        </p:sp>
        <p:sp>
          <p:nvSpPr>
            <p:cNvPr id="498" name="Google Shape;275;p15"/>
            <p:cNvSpPr/>
            <p:nvPr/>
          </p:nvSpPr>
          <p:spPr>
            <a:xfrm>
              <a:off x="8669160" y="3724560"/>
              <a:ext cx="281520" cy="295200"/>
            </a:xfrm>
            <a:custGeom>
              <a:avLst/>
              <a:gdLst/>
              <a:ahLst/>
              <a:rect l="l" t="t" r="r" b="b"/>
              <a:pathLst>
                <a:path w="11280" h="11816">
                  <a:moveTo>
                    <a:pt x="0" y="1"/>
                  </a:moveTo>
                  <a:lnTo>
                    <a:pt x="0" y="3915"/>
                  </a:lnTo>
                  <a:lnTo>
                    <a:pt x="11280" y="11815"/>
                  </a:lnTo>
                  <a:lnTo>
                    <a:pt x="11280" y="7900"/>
                  </a:lnTo>
                  <a:lnTo>
                    <a:pt x="0" y="1"/>
                  </a:lnTo>
                  <a:close/>
                </a:path>
              </a:pathLst>
            </a:custGeom>
            <a:solidFill>
              <a:schemeClr val="dk1"/>
            </a:solidFill>
            <a:ln w="0">
              <a:noFill/>
            </a:ln>
          </p:spPr>
          <p:style>
            <a:lnRef idx="0"/>
            <a:fillRef idx="0"/>
            <a:effectRef idx="0"/>
            <a:fontRef idx="minor"/>
          </p:style>
        </p:sp>
        <p:sp>
          <p:nvSpPr>
            <p:cNvPr id="499" name="Google Shape;276;p15"/>
            <p:cNvSpPr/>
            <p:nvPr/>
          </p:nvSpPr>
          <p:spPr>
            <a:xfrm>
              <a:off x="8669160" y="3882960"/>
              <a:ext cx="281520" cy="294840"/>
            </a:xfrm>
            <a:custGeom>
              <a:avLst/>
              <a:gdLst/>
              <a:ahLst/>
              <a:rect l="l" t="t" r="r" b="b"/>
              <a:pathLst>
                <a:path w="11280" h="11801">
                  <a:moveTo>
                    <a:pt x="0" y="0"/>
                  </a:moveTo>
                  <a:lnTo>
                    <a:pt x="0" y="3901"/>
                  </a:lnTo>
                  <a:lnTo>
                    <a:pt x="11280" y="11801"/>
                  </a:lnTo>
                  <a:lnTo>
                    <a:pt x="11280" y="7900"/>
                  </a:lnTo>
                  <a:lnTo>
                    <a:pt x="0" y="0"/>
                  </a:lnTo>
                  <a:close/>
                </a:path>
              </a:pathLst>
            </a:custGeom>
            <a:solidFill>
              <a:schemeClr val="dk1"/>
            </a:solidFill>
            <a:ln w="0">
              <a:noFill/>
            </a:ln>
          </p:spPr>
          <p:style>
            <a:lnRef idx="0"/>
            <a:fillRef idx="0"/>
            <a:effectRef idx="0"/>
            <a:fontRef idx="minor"/>
          </p:style>
        </p:sp>
      </p:grpSp>
      <p:sp>
        <p:nvSpPr>
          <p:cNvPr id="50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3.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7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323"/>
        </a:solidFill>
      </p:bgPr>
    </p:bg>
    <p:spTree>
      <p:nvGrpSpPr>
        <p:cNvPr id="1" name=""/>
        <p:cNvGrpSpPr/>
        <p:nvPr/>
      </p:nvGrpSpPr>
      <p:grpSpPr>
        <a:xfrm>
          <a:off x="0" y="0"/>
          <a:ext cx="0" cy="0"/>
          <a:chOff x="0" y="0"/>
          <a:chExt cx="0" cy="0"/>
        </a:xfrm>
      </p:grpSpPr>
      <p:sp>
        <p:nvSpPr>
          <p:cNvPr id="543" name="PlaceHolder 1"/>
          <p:cNvSpPr>
            <a:spLocks noGrp="1"/>
          </p:cNvSpPr>
          <p:nvPr>
            <p:ph type="title"/>
          </p:nvPr>
        </p:nvSpPr>
        <p:spPr>
          <a:xfrm>
            <a:off x="1396800" y="1097280"/>
            <a:ext cx="6349680" cy="1737000"/>
          </a:xfrm>
          <a:prstGeom prst="rect">
            <a:avLst/>
          </a:prstGeom>
          <a:noFill/>
          <a:ln w="0">
            <a:noFill/>
          </a:ln>
        </p:spPr>
        <p:txBody>
          <a:bodyPr tIns="91440" bIns="91440" anchor="b">
            <a:noAutofit/>
          </a:bodyPr>
          <a:p>
            <a:pPr algn="ctr">
              <a:lnSpc>
                <a:spcPct val="100000"/>
              </a:lnSpc>
              <a:buNone/>
              <a:tabLst>
                <a:tab algn="l" pos="0"/>
              </a:tabLst>
            </a:pPr>
            <a:r>
              <a:rPr b="1" lang="en" sz="2800" spc="-1" strike="noStrike">
                <a:solidFill>
                  <a:srgbClr val="ffffff"/>
                </a:solidFill>
                <a:latin typeface="Montserrat"/>
                <a:ea typeface="Montserrat"/>
              </a:rPr>
              <a:t>What-If Database: </a:t>
            </a:r>
            <a:r>
              <a:rPr b="1" lang="en" sz="2800" spc="-1" strike="noStrike">
                <a:solidFill>
                  <a:srgbClr val="9cffff"/>
                </a:solidFill>
                <a:latin typeface="Montserrat"/>
                <a:ea typeface="Montserrat"/>
              </a:rPr>
              <a:t>Impact Analysis for University Databases</a:t>
            </a:r>
            <a:endParaRPr b="0" lang="en-US" sz="2800" spc="-1" strike="noStrike">
              <a:solidFill>
                <a:srgbClr val="000000"/>
              </a:solidFill>
              <a:latin typeface="Arial"/>
            </a:endParaRPr>
          </a:p>
        </p:txBody>
      </p:sp>
      <p:sp>
        <p:nvSpPr>
          <p:cNvPr id="544" name="PlaceHolder 2"/>
          <p:cNvSpPr>
            <a:spLocks noGrp="1"/>
          </p:cNvSpPr>
          <p:nvPr>
            <p:ph type="subTitle"/>
          </p:nvPr>
        </p:nvSpPr>
        <p:spPr>
          <a:xfrm>
            <a:off x="1828800" y="3063240"/>
            <a:ext cx="5486040" cy="475560"/>
          </a:xfrm>
          <a:prstGeom prst="rect">
            <a:avLst/>
          </a:prstGeom>
          <a:noFill/>
          <a:ln w="0">
            <a:noFill/>
          </a:ln>
        </p:spPr>
        <p:txBody>
          <a:bodyPr tIns="91440" bIns="91440" anchor="t">
            <a:noAutofit/>
          </a:bodyPr>
          <a:p>
            <a:pPr algn="ctr">
              <a:lnSpc>
                <a:spcPct val="100000"/>
              </a:lnSpc>
              <a:buNone/>
              <a:tabLst>
                <a:tab algn="l" pos="0"/>
              </a:tabLst>
            </a:pPr>
            <a:r>
              <a:rPr b="1" lang="en" sz="1600" spc="-1" strike="noStrike">
                <a:solidFill>
                  <a:srgbClr val="ffffff"/>
                </a:solidFill>
                <a:latin typeface="Inter"/>
                <a:ea typeface="Inter"/>
              </a:rPr>
              <a:t>BACSE202 – Database </a:t>
            </a:r>
            <a:r>
              <a:rPr b="1" lang="en" sz="1600" spc="-1" strike="noStrike">
                <a:solidFill>
                  <a:srgbClr val="ffffff"/>
                </a:solidFill>
                <a:latin typeface="Inter"/>
                <a:ea typeface="Inter"/>
              </a:rPr>
              <a:t>Management Systems  </a:t>
            </a:r>
            <a:endParaRPr b="0" lang="en-US" sz="1600" spc="-1" strike="noStrike">
              <a:latin typeface="Arial"/>
            </a:endParaRPr>
          </a:p>
          <a:p>
            <a:pPr algn="ctr">
              <a:lnSpc>
                <a:spcPct val="100000"/>
              </a:lnSpc>
              <a:buNone/>
              <a:tabLst>
                <a:tab algn="l" pos="0"/>
              </a:tabLst>
            </a:pPr>
            <a:r>
              <a:rPr b="1" lang="en" sz="1600" spc="-1" strike="noStrike">
                <a:solidFill>
                  <a:srgbClr val="ffffff"/>
                </a:solidFill>
                <a:latin typeface="Inter"/>
                <a:ea typeface="Inter"/>
              </a:rPr>
              <a:t>First Review</a:t>
            </a:r>
            <a:endParaRPr b="0" lang="en-US" sz="1600" spc="-1" strike="noStrike">
              <a:latin typeface="Arial"/>
            </a:endParaRPr>
          </a:p>
          <a:p>
            <a:pPr algn="ctr">
              <a:lnSpc>
                <a:spcPct val="100000"/>
              </a:lnSpc>
              <a:buNone/>
              <a:tabLst>
                <a:tab algn="l" pos="0"/>
              </a:tabLst>
            </a:pPr>
            <a:r>
              <a:rPr b="0" lang="en" sz="1600" spc="-1" strike="noStrike">
                <a:solidFill>
                  <a:srgbClr val="ffffff"/>
                </a:solidFill>
                <a:latin typeface="Inter"/>
                <a:ea typeface="Inter"/>
              </a:rPr>
              <a:t>Prakriti Prakash Jha </a:t>
            </a:r>
            <a:r>
              <a:rPr b="0" lang="en" sz="1600" spc="-1" strike="noStrike">
                <a:solidFill>
                  <a:srgbClr val="ffffff"/>
                </a:solidFill>
                <a:latin typeface="Inter"/>
                <a:ea typeface="Inter"/>
              </a:rPr>
              <a:t>(25BDS0066)</a:t>
            </a:r>
            <a:endParaRPr b="0" lang="en-US" sz="1600" spc="-1" strike="noStrike">
              <a:latin typeface="Arial"/>
            </a:endParaRPr>
          </a:p>
          <a:p>
            <a:pPr algn="ctr">
              <a:lnSpc>
                <a:spcPct val="100000"/>
              </a:lnSpc>
              <a:buNone/>
              <a:tabLst>
                <a:tab algn="l" pos="0"/>
              </a:tabLst>
            </a:pPr>
            <a:r>
              <a:rPr b="0" lang="en" sz="1600" spc="-1" strike="noStrike">
                <a:solidFill>
                  <a:srgbClr val="ffffff"/>
                </a:solidFill>
                <a:latin typeface="Inter"/>
                <a:ea typeface="Inter"/>
              </a:rPr>
              <a:t>Kahill Manuel Alvares </a:t>
            </a:r>
            <a:r>
              <a:rPr b="0" lang="en" sz="1600" spc="-1" strike="noStrike">
                <a:solidFill>
                  <a:srgbClr val="ffffff"/>
                </a:solidFill>
                <a:latin typeface="Inter"/>
                <a:ea typeface="Inter"/>
              </a:rPr>
              <a:t>(25BCE2873)</a:t>
            </a:r>
            <a:endParaRPr b="0" lang="en-US" sz="1600" spc="-1" strike="noStrike">
              <a:latin typeface="Arial"/>
            </a:endParaRPr>
          </a:p>
          <a:p>
            <a:pPr algn="ctr">
              <a:lnSpc>
                <a:spcPct val="100000"/>
              </a:lnSpc>
              <a:buNone/>
              <a:tabLst>
                <a:tab algn="l" pos="0"/>
              </a:tabLst>
            </a:pPr>
            <a:r>
              <a:rPr b="0" lang="en" sz="1600" spc="-1" strike="noStrike">
                <a:solidFill>
                  <a:srgbClr val="ffffff"/>
                </a:solidFill>
                <a:latin typeface="Inter"/>
                <a:ea typeface="Inter"/>
              </a:rPr>
              <a:t>Himali Agarwal (25BAI0012)</a:t>
            </a:r>
            <a:endParaRPr b="0" lang="en-US" sz="1600" spc="-1" strike="noStrike">
              <a:latin typeface="Arial"/>
            </a:endParaRPr>
          </a:p>
        </p:txBody>
      </p:sp>
      <p:pic>
        <p:nvPicPr>
          <p:cNvPr id="545" name="Picture 482" descr="logo.png"/>
          <p:cNvPicPr/>
          <p:nvPr/>
        </p:nvPicPr>
        <p:blipFill>
          <a:blip r:embed="rId1"/>
          <a:stretch/>
        </p:blipFill>
        <p:spPr>
          <a:xfrm>
            <a:off x="3657600" y="274320"/>
            <a:ext cx="1828440" cy="645480"/>
          </a:xfrm>
          <a:prstGeom prst="rect">
            <a:avLst/>
          </a:prstGeom>
          <a:ln w="0">
            <a:noFill/>
          </a:ln>
        </p:spPr>
      </p:pic>
      <p:sp>
        <p:nvSpPr>
          <p:cNvPr id="546" name="TextBox 483"/>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547" name="TextBox 484"/>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1</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Index</a:t>
            </a:r>
            <a:endParaRPr b="0" lang="en-US" sz="3000" spc="-1" strike="noStrike">
              <a:solidFill>
                <a:srgbClr val="000000"/>
              </a:solidFill>
              <a:latin typeface="Arial"/>
            </a:endParaRPr>
          </a:p>
        </p:txBody>
      </p:sp>
      <p:sp>
        <p:nvSpPr>
          <p:cNvPr id="549" name="PlaceHolder 2"/>
          <p:cNvSpPr>
            <a:spLocks noGrp="1"/>
          </p:cNvSpPr>
          <p:nvPr>
            <p:ph type="title"/>
          </p:nvPr>
        </p:nvSpPr>
        <p:spPr>
          <a:xfrm>
            <a:off x="1836720" y="1481040"/>
            <a:ext cx="734400" cy="447120"/>
          </a:xfrm>
          <a:prstGeom prst="rect">
            <a:avLst/>
          </a:prstGeom>
          <a:noFill/>
          <a:ln w="0">
            <a:noFill/>
          </a:ln>
        </p:spPr>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01</a:t>
            </a:r>
            <a:endParaRPr b="0" lang="en-US" sz="3000" spc="-1" strike="noStrike">
              <a:solidFill>
                <a:srgbClr val="000000"/>
              </a:solidFill>
              <a:latin typeface="Arial"/>
            </a:endParaRPr>
          </a:p>
        </p:txBody>
      </p:sp>
      <p:sp>
        <p:nvSpPr>
          <p:cNvPr id="550" name="PlaceHolder 3"/>
          <p:cNvSpPr>
            <a:spLocks noGrp="1"/>
          </p:cNvSpPr>
          <p:nvPr>
            <p:ph type="title"/>
          </p:nvPr>
        </p:nvSpPr>
        <p:spPr>
          <a:xfrm>
            <a:off x="1836720" y="2914200"/>
            <a:ext cx="734400" cy="447120"/>
          </a:xfrm>
          <a:prstGeom prst="rect">
            <a:avLst/>
          </a:prstGeom>
          <a:noFill/>
          <a:ln w="0">
            <a:noFill/>
          </a:ln>
        </p:spPr>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04</a:t>
            </a:r>
            <a:endParaRPr b="0" lang="en-US" sz="3000" spc="-1" strike="noStrike">
              <a:solidFill>
                <a:srgbClr val="000000"/>
              </a:solidFill>
              <a:latin typeface="Arial"/>
            </a:endParaRPr>
          </a:p>
        </p:txBody>
      </p:sp>
      <p:sp>
        <p:nvSpPr>
          <p:cNvPr id="551" name="PlaceHolder 4"/>
          <p:cNvSpPr>
            <a:spLocks noGrp="1"/>
          </p:cNvSpPr>
          <p:nvPr>
            <p:ph type="title"/>
          </p:nvPr>
        </p:nvSpPr>
        <p:spPr>
          <a:xfrm>
            <a:off x="4204440" y="1481040"/>
            <a:ext cx="734400" cy="447120"/>
          </a:xfrm>
          <a:prstGeom prst="rect">
            <a:avLst/>
          </a:prstGeom>
          <a:noFill/>
          <a:ln w="0">
            <a:noFill/>
          </a:ln>
        </p:spPr>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02</a:t>
            </a:r>
            <a:endParaRPr b="0" lang="en-US" sz="3000" spc="-1" strike="noStrike">
              <a:solidFill>
                <a:srgbClr val="000000"/>
              </a:solidFill>
              <a:latin typeface="Arial"/>
            </a:endParaRPr>
          </a:p>
        </p:txBody>
      </p:sp>
      <p:sp>
        <p:nvSpPr>
          <p:cNvPr id="552" name="PlaceHolder 5"/>
          <p:cNvSpPr>
            <a:spLocks noGrp="1"/>
          </p:cNvSpPr>
          <p:nvPr>
            <p:ph type="title"/>
          </p:nvPr>
        </p:nvSpPr>
        <p:spPr>
          <a:xfrm>
            <a:off x="4204440" y="2914200"/>
            <a:ext cx="734400" cy="447120"/>
          </a:xfrm>
          <a:prstGeom prst="rect">
            <a:avLst/>
          </a:prstGeom>
          <a:noFill/>
          <a:ln w="0">
            <a:noFill/>
          </a:ln>
        </p:spPr>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05</a:t>
            </a:r>
            <a:endParaRPr b="0" lang="en-US" sz="3000" spc="-1" strike="noStrike">
              <a:solidFill>
                <a:srgbClr val="000000"/>
              </a:solidFill>
              <a:latin typeface="Arial"/>
            </a:endParaRPr>
          </a:p>
        </p:txBody>
      </p:sp>
      <p:sp>
        <p:nvSpPr>
          <p:cNvPr id="553" name="PlaceHolder 6"/>
          <p:cNvSpPr>
            <a:spLocks noGrp="1"/>
          </p:cNvSpPr>
          <p:nvPr>
            <p:ph type="title"/>
          </p:nvPr>
        </p:nvSpPr>
        <p:spPr>
          <a:xfrm>
            <a:off x="6572520" y="1481040"/>
            <a:ext cx="734400" cy="447120"/>
          </a:xfrm>
          <a:prstGeom prst="rect">
            <a:avLst/>
          </a:prstGeom>
          <a:noFill/>
          <a:ln w="0">
            <a:noFill/>
          </a:ln>
        </p:spPr>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03</a:t>
            </a:r>
            <a:endParaRPr b="0" lang="en-US" sz="3000" spc="-1" strike="noStrike">
              <a:solidFill>
                <a:srgbClr val="000000"/>
              </a:solidFill>
              <a:latin typeface="Arial"/>
            </a:endParaRPr>
          </a:p>
        </p:txBody>
      </p:sp>
      <p:sp>
        <p:nvSpPr>
          <p:cNvPr id="554" name="PlaceHolder 7"/>
          <p:cNvSpPr>
            <a:spLocks noGrp="1"/>
          </p:cNvSpPr>
          <p:nvPr>
            <p:ph type="title"/>
          </p:nvPr>
        </p:nvSpPr>
        <p:spPr>
          <a:xfrm>
            <a:off x="6572520" y="2914200"/>
            <a:ext cx="734400" cy="447120"/>
          </a:xfrm>
          <a:prstGeom prst="rect">
            <a:avLst/>
          </a:prstGeom>
          <a:noFill/>
          <a:ln w="0">
            <a:noFill/>
          </a:ln>
        </p:spPr>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06</a:t>
            </a:r>
            <a:endParaRPr b="0" lang="en-US" sz="3000" spc="-1" strike="noStrike">
              <a:solidFill>
                <a:srgbClr val="000000"/>
              </a:solidFill>
              <a:latin typeface="Arial"/>
            </a:endParaRPr>
          </a:p>
        </p:txBody>
      </p:sp>
      <p:sp>
        <p:nvSpPr>
          <p:cNvPr id="555" name="PlaceHolder 8"/>
          <p:cNvSpPr>
            <a:spLocks noGrp="1"/>
          </p:cNvSpPr>
          <p:nvPr>
            <p:ph type="subTitle"/>
          </p:nvPr>
        </p:nvSpPr>
        <p:spPr>
          <a:xfrm>
            <a:off x="1103760" y="1928520"/>
            <a:ext cx="2200320" cy="734760"/>
          </a:xfrm>
          <a:prstGeom prst="rect">
            <a:avLst/>
          </a:prstGeom>
          <a:noFill/>
          <a:ln w="0">
            <a:noFill/>
          </a:ln>
        </p:spPr>
        <p:txBody>
          <a:bodyPr tIns="91440" bIns="91440" anchor="t">
            <a:noAutofit/>
          </a:bodyPr>
          <a:p>
            <a:pPr algn="ctr">
              <a:lnSpc>
                <a:spcPct val="100000"/>
              </a:lnSpc>
              <a:buNone/>
              <a:tabLst>
                <a:tab algn="l" pos="0"/>
              </a:tabLst>
            </a:pPr>
            <a:r>
              <a:rPr b="1" lang="en" sz="1800" spc="-1" strike="noStrike">
                <a:solidFill>
                  <a:srgbClr val="ffffff"/>
                </a:solidFill>
                <a:latin typeface="Montserrat"/>
                <a:ea typeface="Montserrat"/>
              </a:rPr>
              <a:t>Abstract and overview</a:t>
            </a:r>
            <a:endParaRPr b="0" lang="en-US" sz="1800" spc="-1" strike="noStrike">
              <a:latin typeface="Arial"/>
            </a:endParaRPr>
          </a:p>
        </p:txBody>
      </p:sp>
      <p:sp>
        <p:nvSpPr>
          <p:cNvPr id="556" name="PlaceHolder 9"/>
          <p:cNvSpPr>
            <a:spLocks noGrp="1"/>
          </p:cNvSpPr>
          <p:nvPr>
            <p:ph type="subTitle"/>
          </p:nvPr>
        </p:nvSpPr>
        <p:spPr>
          <a:xfrm>
            <a:off x="3471480" y="1928520"/>
            <a:ext cx="2200320" cy="734760"/>
          </a:xfrm>
          <a:prstGeom prst="rect">
            <a:avLst/>
          </a:prstGeom>
          <a:noFill/>
          <a:ln w="0">
            <a:noFill/>
          </a:ln>
        </p:spPr>
        <p:txBody>
          <a:bodyPr tIns="91440" bIns="91440" anchor="t">
            <a:noAutofit/>
          </a:bodyPr>
          <a:p>
            <a:pPr algn="ctr">
              <a:lnSpc>
                <a:spcPct val="100000"/>
              </a:lnSpc>
              <a:buNone/>
              <a:tabLst>
                <a:tab algn="l" pos="0"/>
              </a:tabLst>
            </a:pPr>
            <a:r>
              <a:rPr b="1" lang="en" sz="1800" spc="-1" strike="noStrike">
                <a:solidFill>
                  <a:srgbClr val="ffffff"/>
                </a:solidFill>
                <a:latin typeface="Montserrat"/>
                <a:ea typeface="Montserrat"/>
              </a:rPr>
              <a:t>Literature review</a:t>
            </a:r>
            <a:endParaRPr b="0" lang="en-US" sz="1800" spc="-1" strike="noStrike">
              <a:latin typeface="Arial"/>
            </a:endParaRPr>
          </a:p>
        </p:txBody>
      </p:sp>
      <p:sp>
        <p:nvSpPr>
          <p:cNvPr id="557" name="PlaceHolder 10"/>
          <p:cNvSpPr>
            <a:spLocks noGrp="1"/>
          </p:cNvSpPr>
          <p:nvPr>
            <p:ph type="subTitle"/>
          </p:nvPr>
        </p:nvSpPr>
        <p:spPr>
          <a:xfrm>
            <a:off x="5839560" y="1928520"/>
            <a:ext cx="2200320" cy="734760"/>
          </a:xfrm>
          <a:prstGeom prst="rect">
            <a:avLst/>
          </a:prstGeom>
          <a:noFill/>
          <a:ln w="0">
            <a:noFill/>
          </a:ln>
        </p:spPr>
        <p:txBody>
          <a:bodyPr tIns="91440" bIns="91440" anchor="t">
            <a:noAutofit/>
          </a:bodyPr>
          <a:p>
            <a:pPr algn="ctr">
              <a:lnSpc>
                <a:spcPct val="100000"/>
              </a:lnSpc>
              <a:buNone/>
              <a:tabLst>
                <a:tab algn="l" pos="0"/>
              </a:tabLst>
            </a:pPr>
            <a:r>
              <a:rPr b="1" lang="en" sz="1800" spc="-1" strike="noStrike">
                <a:solidFill>
                  <a:srgbClr val="ffffff"/>
                </a:solidFill>
                <a:latin typeface="Montserrat"/>
                <a:ea typeface="Montserrat"/>
              </a:rPr>
              <a:t>Key techniques</a:t>
            </a:r>
            <a:endParaRPr b="0" lang="en-US" sz="1800" spc="-1" strike="noStrike">
              <a:latin typeface="Arial"/>
            </a:endParaRPr>
          </a:p>
        </p:txBody>
      </p:sp>
      <p:sp>
        <p:nvSpPr>
          <p:cNvPr id="558" name="PlaceHolder 11"/>
          <p:cNvSpPr>
            <a:spLocks noGrp="1"/>
          </p:cNvSpPr>
          <p:nvPr>
            <p:ph type="subTitle"/>
          </p:nvPr>
        </p:nvSpPr>
        <p:spPr>
          <a:xfrm>
            <a:off x="1103760" y="3361680"/>
            <a:ext cx="2200320" cy="734760"/>
          </a:xfrm>
          <a:prstGeom prst="rect">
            <a:avLst/>
          </a:prstGeom>
          <a:noFill/>
          <a:ln w="0">
            <a:noFill/>
          </a:ln>
        </p:spPr>
        <p:txBody>
          <a:bodyPr tIns="91440" bIns="91440" anchor="t">
            <a:noAutofit/>
          </a:bodyPr>
          <a:p>
            <a:pPr algn="ctr">
              <a:lnSpc>
                <a:spcPct val="100000"/>
              </a:lnSpc>
              <a:buNone/>
              <a:tabLst>
                <a:tab algn="l" pos="0"/>
              </a:tabLst>
            </a:pPr>
            <a:r>
              <a:rPr b="1" lang="en" sz="1800" spc="-1" strike="noStrike">
                <a:solidFill>
                  <a:srgbClr val="ffffff"/>
                </a:solidFill>
                <a:latin typeface="Montserrat"/>
                <a:ea typeface="Montserrat"/>
              </a:rPr>
              <a:t>Research gaps</a:t>
            </a:r>
            <a:endParaRPr b="0" lang="en-US" sz="1800" spc="-1" strike="noStrike">
              <a:latin typeface="Arial"/>
            </a:endParaRPr>
          </a:p>
        </p:txBody>
      </p:sp>
      <p:sp>
        <p:nvSpPr>
          <p:cNvPr id="559" name="PlaceHolder 12"/>
          <p:cNvSpPr>
            <a:spLocks noGrp="1"/>
          </p:cNvSpPr>
          <p:nvPr>
            <p:ph type="subTitle"/>
          </p:nvPr>
        </p:nvSpPr>
        <p:spPr>
          <a:xfrm>
            <a:off x="3471480" y="3361680"/>
            <a:ext cx="2200320" cy="734760"/>
          </a:xfrm>
          <a:prstGeom prst="rect">
            <a:avLst/>
          </a:prstGeom>
          <a:noFill/>
          <a:ln w="0">
            <a:noFill/>
          </a:ln>
        </p:spPr>
        <p:txBody>
          <a:bodyPr tIns="91440" bIns="91440" anchor="t">
            <a:noAutofit/>
          </a:bodyPr>
          <a:p>
            <a:pPr algn="ctr">
              <a:lnSpc>
                <a:spcPct val="100000"/>
              </a:lnSpc>
              <a:buNone/>
              <a:tabLst>
                <a:tab algn="l" pos="0"/>
              </a:tabLst>
            </a:pPr>
            <a:r>
              <a:rPr b="1" lang="en" sz="1800" spc="-1" strike="noStrike">
                <a:solidFill>
                  <a:srgbClr val="ffffff"/>
                </a:solidFill>
                <a:latin typeface="Montserrat"/>
                <a:ea typeface="Montserrat"/>
              </a:rPr>
              <a:t>Framework</a:t>
            </a:r>
            <a:endParaRPr b="0" lang="en-US" sz="1800" spc="-1" strike="noStrike">
              <a:latin typeface="Arial"/>
            </a:endParaRPr>
          </a:p>
        </p:txBody>
      </p:sp>
      <p:sp>
        <p:nvSpPr>
          <p:cNvPr id="560" name="PlaceHolder 13"/>
          <p:cNvSpPr>
            <a:spLocks noGrp="1"/>
          </p:cNvSpPr>
          <p:nvPr>
            <p:ph type="subTitle"/>
          </p:nvPr>
        </p:nvSpPr>
        <p:spPr>
          <a:xfrm>
            <a:off x="5839560" y="3361680"/>
            <a:ext cx="2200320" cy="734760"/>
          </a:xfrm>
          <a:prstGeom prst="rect">
            <a:avLst/>
          </a:prstGeom>
          <a:noFill/>
          <a:ln w="0">
            <a:noFill/>
          </a:ln>
        </p:spPr>
        <p:txBody>
          <a:bodyPr tIns="91440" bIns="91440" anchor="t">
            <a:noAutofit/>
          </a:bodyPr>
          <a:p>
            <a:pPr algn="ctr">
              <a:lnSpc>
                <a:spcPct val="100000"/>
              </a:lnSpc>
              <a:buNone/>
              <a:tabLst>
                <a:tab algn="l" pos="0"/>
              </a:tabLst>
            </a:pPr>
            <a:r>
              <a:rPr b="1" lang="en" sz="1800" spc="-1" strike="noStrike">
                <a:solidFill>
                  <a:srgbClr val="ffffff"/>
                </a:solidFill>
                <a:latin typeface="Montserrat"/>
                <a:ea typeface="Montserrat"/>
              </a:rPr>
              <a:t>Objectives, comparison, summary</a:t>
            </a:r>
            <a:endParaRPr b="0" lang="en-US" sz="1800" spc="-1" strike="noStrike">
              <a:latin typeface="Arial"/>
            </a:endParaRPr>
          </a:p>
        </p:txBody>
      </p:sp>
      <p:sp>
        <p:nvSpPr>
          <p:cNvPr id="561" name="TextBox 508"/>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562" name="TextBox 509"/>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2</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p:nvPr>
        </p:nvSpPr>
        <p:spPr>
          <a:xfrm>
            <a:off x="720000" y="1215720"/>
            <a:ext cx="7703640" cy="2455200"/>
          </a:xfrm>
          <a:prstGeom prst="rect">
            <a:avLst/>
          </a:prstGeom>
          <a:noFill/>
          <a:ln w="0">
            <a:noFill/>
          </a:ln>
        </p:spPr>
        <p:txBody>
          <a:bodyPr tIns="91440" bIns="91440" anchor="t">
            <a:noAutofit/>
          </a:bodyPr>
          <a:p>
            <a:pPr>
              <a:lnSpc>
                <a:spcPct val="100000"/>
              </a:lnSpc>
              <a:buNone/>
              <a:tabLst>
                <a:tab algn="l" pos="0"/>
              </a:tabLst>
            </a:pPr>
            <a:r>
              <a:rPr b="0" lang="en" sz="1400" spc="-1" strike="noStrike">
                <a:solidFill>
                  <a:srgbClr val="ffffff"/>
                </a:solidFill>
                <a:latin typeface="Inter"/>
                <a:ea typeface="Inter"/>
              </a:rPr>
              <a:t>Changing a university database, such as removing attendance records or editing marks, can ripple through derived values, views and constraints, but the full effect is only visible after the change is committed. This project proposes What-If Database, a lightweight layer on PostgreSQL that accepts WHAT_IF statements, runs them inside a transaction that is always rolled back, and reports the exact impact on affected tables, CGPA and exam eligibility. Schema changes are reported as a list of broken views, constraints and metrics. The system is demonstrated on a student attendance and marks database.</a:t>
            </a:r>
            <a:endParaRPr b="0" lang="en-US" sz="1400" spc="-1" strike="noStrike">
              <a:solidFill>
                <a:srgbClr val="000000"/>
              </a:solidFill>
              <a:latin typeface="Arial"/>
            </a:endParaRPr>
          </a:p>
        </p:txBody>
      </p:sp>
      <p:sp>
        <p:nvSpPr>
          <p:cNvPr id="564" name="PlaceHolder 2"/>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Abstract</a:t>
            </a:r>
            <a:endParaRPr b="0" lang="en-US" sz="3000" spc="-1" strike="noStrike">
              <a:solidFill>
                <a:srgbClr val="000000"/>
              </a:solidFill>
              <a:latin typeface="Arial"/>
            </a:endParaRPr>
          </a:p>
        </p:txBody>
      </p:sp>
      <p:sp>
        <p:nvSpPr>
          <p:cNvPr id="565" name="TextBox 1094"/>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566" name="TextBox 1095"/>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3</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Brief description of the project</a:t>
            </a:r>
            <a:endParaRPr b="0" lang="en-US" sz="3000" spc="-1" strike="noStrike">
              <a:solidFill>
                <a:srgbClr val="000000"/>
              </a:solidFill>
              <a:latin typeface="Arial"/>
            </a:endParaRPr>
          </a:p>
        </p:txBody>
      </p:sp>
      <p:sp>
        <p:nvSpPr>
          <p:cNvPr id="568" name="PlaceHolder 2"/>
          <p:cNvSpPr>
            <a:spLocks noGrp="1"/>
          </p:cNvSpPr>
          <p:nvPr>
            <p:ph type="subTitle"/>
          </p:nvPr>
        </p:nvSpPr>
        <p:spPr>
          <a:xfrm>
            <a:off x="1205640" y="2016360"/>
            <a:ext cx="1823040" cy="72792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Problem statement</a:t>
            </a:r>
            <a:endParaRPr b="0" lang="en-US" sz="1800" spc="-1" strike="noStrike">
              <a:latin typeface="Arial"/>
            </a:endParaRPr>
          </a:p>
        </p:txBody>
      </p:sp>
      <p:sp>
        <p:nvSpPr>
          <p:cNvPr id="569" name="PlaceHolder 3"/>
          <p:cNvSpPr>
            <a:spLocks noGrp="1"/>
          </p:cNvSpPr>
          <p:nvPr>
            <p:ph type="subTitle"/>
          </p:nvPr>
        </p:nvSpPr>
        <p:spPr>
          <a:xfrm>
            <a:off x="3660120" y="2016360"/>
            <a:ext cx="1823040" cy="72792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Proposed solution</a:t>
            </a:r>
            <a:endParaRPr b="0" lang="en-US" sz="1800" spc="-1" strike="noStrike">
              <a:latin typeface="Arial"/>
            </a:endParaRPr>
          </a:p>
        </p:txBody>
      </p:sp>
      <p:sp>
        <p:nvSpPr>
          <p:cNvPr id="570" name="PlaceHolder 4"/>
          <p:cNvSpPr>
            <a:spLocks noGrp="1"/>
          </p:cNvSpPr>
          <p:nvPr>
            <p:ph type="subTitle"/>
          </p:nvPr>
        </p:nvSpPr>
        <p:spPr>
          <a:xfrm>
            <a:off x="1014480" y="2685600"/>
            <a:ext cx="2205720" cy="16678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Testing a database change means cloning it or hand-writing before/after queries, which is slow and risky on live data. Existing tools are analytical, look at the past, or need a branch first.</a:t>
            </a:r>
            <a:endParaRPr b="0" lang="en-US" sz="1200" spc="-1" strike="noStrike">
              <a:latin typeface="Arial"/>
            </a:endParaRPr>
          </a:p>
        </p:txBody>
      </p:sp>
      <p:sp>
        <p:nvSpPr>
          <p:cNvPr id="571" name="PlaceHolder 5"/>
          <p:cNvSpPr>
            <a:spLocks noGrp="1"/>
          </p:cNvSpPr>
          <p:nvPr>
            <p:ph type="subTitle"/>
          </p:nvPr>
        </p:nvSpPr>
        <p:spPr>
          <a:xfrm>
            <a:off x="3468960" y="2685600"/>
            <a:ext cx="2205720" cy="16678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A WHAT_IF layer on PostgreSQL runs the change inside a transaction, recomputes the metrics, then rolls back. Cascades and schema changes are reported exactly, not estimated.</a:t>
            </a:r>
            <a:endParaRPr b="0" lang="en-US" sz="1200" spc="-1" strike="noStrike">
              <a:latin typeface="Arial"/>
            </a:endParaRPr>
          </a:p>
        </p:txBody>
      </p:sp>
      <p:sp>
        <p:nvSpPr>
          <p:cNvPr id="572" name="PlaceHolder 6"/>
          <p:cNvSpPr>
            <a:spLocks noGrp="1"/>
          </p:cNvSpPr>
          <p:nvPr>
            <p:ph type="subTitle"/>
          </p:nvPr>
        </p:nvSpPr>
        <p:spPr>
          <a:xfrm>
            <a:off x="5923440" y="2685600"/>
            <a:ext cx="2205720" cy="16678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An impact report with affected tables, CGPA change and eligibility change, plus broken objects for schema changes. Success: correct reports on 6-7 demo scenarios with real data unchanged.</a:t>
            </a:r>
            <a:endParaRPr b="0" lang="en-US" sz="1200" spc="-1" strike="noStrike">
              <a:latin typeface="Arial"/>
            </a:endParaRPr>
          </a:p>
        </p:txBody>
      </p:sp>
      <p:sp>
        <p:nvSpPr>
          <p:cNvPr id="573" name="PlaceHolder 7"/>
          <p:cNvSpPr>
            <a:spLocks noGrp="1"/>
          </p:cNvSpPr>
          <p:nvPr>
            <p:ph type="subTitle"/>
          </p:nvPr>
        </p:nvSpPr>
        <p:spPr>
          <a:xfrm>
            <a:off x="6114600" y="2016360"/>
            <a:ext cx="1823040" cy="72792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Expected outcome</a:t>
            </a:r>
            <a:endParaRPr b="0" lang="en-US" sz="1800" spc="-1" strike="noStrike">
              <a:latin typeface="Arial"/>
            </a:endParaRPr>
          </a:p>
        </p:txBody>
      </p:sp>
      <p:sp>
        <p:nvSpPr>
          <p:cNvPr id="574" name="Google Shape;565;p32"/>
          <p:cNvSpPr/>
          <p:nvPr/>
        </p:nvSpPr>
        <p:spPr>
          <a:xfrm>
            <a:off x="6854040" y="1530000"/>
            <a:ext cx="338400" cy="338040"/>
          </a:xfrm>
          <a:custGeom>
            <a:avLst/>
            <a:gdLst/>
            <a:ahLst/>
            <a:rect l="l" t="t" r="r" b="b"/>
            <a:pathLst>
              <a:path w="12424" h="12408">
                <a:moveTo>
                  <a:pt x="6469" y="739"/>
                </a:moveTo>
                <a:cubicBezTo>
                  <a:pt x="7686" y="756"/>
                  <a:pt x="8834" y="1356"/>
                  <a:pt x="9553" y="2349"/>
                </a:cubicBezTo>
                <a:lnTo>
                  <a:pt x="7069" y="4817"/>
                </a:lnTo>
                <a:lnTo>
                  <a:pt x="5955" y="3703"/>
                </a:lnTo>
                <a:cubicBezTo>
                  <a:pt x="5878" y="3634"/>
                  <a:pt x="5784" y="3600"/>
                  <a:pt x="5692" y="3600"/>
                </a:cubicBezTo>
                <a:cubicBezTo>
                  <a:pt x="5600" y="3600"/>
                  <a:pt x="5510" y="3634"/>
                  <a:pt x="5441" y="3703"/>
                </a:cubicBezTo>
                <a:lnTo>
                  <a:pt x="2837" y="6307"/>
                </a:lnTo>
                <a:cubicBezTo>
                  <a:pt x="2580" y="5793"/>
                  <a:pt x="2460" y="5228"/>
                  <a:pt x="2460" y="4645"/>
                </a:cubicBezTo>
                <a:cubicBezTo>
                  <a:pt x="2477" y="2521"/>
                  <a:pt x="4173" y="790"/>
                  <a:pt x="6298" y="739"/>
                </a:cubicBezTo>
                <a:close/>
                <a:moveTo>
                  <a:pt x="9930" y="2983"/>
                </a:moveTo>
                <a:cubicBezTo>
                  <a:pt x="10821" y="4902"/>
                  <a:pt x="10050" y="7164"/>
                  <a:pt x="8165" y="8124"/>
                </a:cubicBezTo>
                <a:lnTo>
                  <a:pt x="8165" y="8141"/>
                </a:lnTo>
                <a:cubicBezTo>
                  <a:pt x="8045" y="8209"/>
                  <a:pt x="7960" y="8329"/>
                  <a:pt x="7960" y="8466"/>
                </a:cubicBezTo>
                <a:lnTo>
                  <a:pt x="7960" y="9340"/>
                </a:lnTo>
                <a:lnTo>
                  <a:pt x="4790" y="9340"/>
                </a:lnTo>
                <a:lnTo>
                  <a:pt x="4790" y="8466"/>
                </a:lnTo>
                <a:cubicBezTo>
                  <a:pt x="4790" y="8329"/>
                  <a:pt x="4721" y="8209"/>
                  <a:pt x="4601" y="8141"/>
                </a:cubicBezTo>
                <a:cubicBezTo>
                  <a:pt x="4036" y="7867"/>
                  <a:pt x="3573" y="7455"/>
                  <a:pt x="3196" y="6959"/>
                </a:cubicBezTo>
                <a:lnTo>
                  <a:pt x="5698" y="4474"/>
                </a:lnTo>
                <a:lnTo>
                  <a:pt x="6812" y="5588"/>
                </a:lnTo>
                <a:cubicBezTo>
                  <a:pt x="6880" y="5665"/>
                  <a:pt x="6975" y="5703"/>
                  <a:pt x="7069" y="5703"/>
                </a:cubicBezTo>
                <a:cubicBezTo>
                  <a:pt x="7163" y="5703"/>
                  <a:pt x="7257" y="5665"/>
                  <a:pt x="7326" y="5588"/>
                </a:cubicBezTo>
                <a:lnTo>
                  <a:pt x="9930" y="2983"/>
                </a:lnTo>
                <a:close/>
                <a:moveTo>
                  <a:pt x="10635" y="1"/>
                </a:moveTo>
                <a:cubicBezTo>
                  <a:pt x="10152" y="1"/>
                  <a:pt x="10147" y="724"/>
                  <a:pt x="10619" y="724"/>
                </a:cubicBezTo>
                <a:cubicBezTo>
                  <a:pt x="10635" y="724"/>
                  <a:pt x="10651" y="723"/>
                  <a:pt x="10667" y="722"/>
                </a:cubicBezTo>
                <a:lnTo>
                  <a:pt x="11164" y="722"/>
                </a:lnTo>
                <a:lnTo>
                  <a:pt x="10067" y="1818"/>
                </a:lnTo>
                <a:cubicBezTo>
                  <a:pt x="9211" y="705"/>
                  <a:pt x="7891" y="36"/>
                  <a:pt x="6486" y="2"/>
                </a:cubicBezTo>
                <a:lnTo>
                  <a:pt x="6281" y="2"/>
                </a:lnTo>
                <a:cubicBezTo>
                  <a:pt x="2820" y="88"/>
                  <a:pt x="661" y="3789"/>
                  <a:pt x="2288" y="6839"/>
                </a:cubicBezTo>
                <a:lnTo>
                  <a:pt x="301" y="8860"/>
                </a:lnTo>
                <a:cubicBezTo>
                  <a:pt x="1" y="9121"/>
                  <a:pt x="257" y="9502"/>
                  <a:pt x="548" y="9502"/>
                </a:cubicBezTo>
                <a:cubicBezTo>
                  <a:pt x="639" y="9502"/>
                  <a:pt x="733" y="9464"/>
                  <a:pt x="815" y="9374"/>
                </a:cubicBezTo>
                <a:lnTo>
                  <a:pt x="2700" y="7490"/>
                </a:lnTo>
                <a:cubicBezTo>
                  <a:pt x="3059" y="7969"/>
                  <a:pt x="3539" y="8381"/>
                  <a:pt x="4070" y="8689"/>
                </a:cubicBezTo>
                <a:lnTo>
                  <a:pt x="4070" y="11276"/>
                </a:lnTo>
                <a:cubicBezTo>
                  <a:pt x="4070" y="11379"/>
                  <a:pt x="4122" y="11482"/>
                  <a:pt x="4207" y="11551"/>
                </a:cubicBezTo>
                <a:lnTo>
                  <a:pt x="5184" y="12339"/>
                </a:lnTo>
                <a:cubicBezTo>
                  <a:pt x="5253" y="12390"/>
                  <a:pt x="5321" y="12407"/>
                  <a:pt x="5407" y="12407"/>
                </a:cubicBezTo>
                <a:lnTo>
                  <a:pt x="7360" y="12407"/>
                </a:lnTo>
                <a:cubicBezTo>
                  <a:pt x="7446" y="12407"/>
                  <a:pt x="7514" y="12390"/>
                  <a:pt x="7583" y="12339"/>
                </a:cubicBezTo>
                <a:lnTo>
                  <a:pt x="8560" y="11551"/>
                </a:lnTo>
                <a:cubicBezTo>
                  <a:pt x="8645" y="11482"/>
                  <a:pt x="8697" y="11379"/>
                  <a:pt x="8697" y="11276"/>
                </a:cubicBezTo>
                <a:lnTo>
                  <a:pt x="8697" y="8689"/>
                </a:lnTo>
                <a:cubicBezTo>
                  <a:pt x="10136" y="7849"/>
                  <a:pt x="11027" y="6307"/>
                  <a:pt x="11027" y="4645"/>
                </a:cubicBezTo>
                <a:cubicBezTo>
                  <a:pt x="11027" y="3874"/>
                  <a:pt x="10838" y="3120"/>
                  <a:pt x="10479" y="2452"/>
                </a:cubicBezTo>
                <a:lnTo>
                  <a:pt x="11678" y="1236"/>
                </a:lnTo>
                <a:lnTo>
                  <a:pt x="11678" y="1733"/>
                </a:lnTo>
                <a:cubicBezTo>
                  <a:pt x="11661" y="1998"/>
                  <a:pt x="11854" y="2131"/>
                  <a:pt x="12044" y="2131"/>
                </a:cubicBezTo>
                <a:cubicBezTo>
                  <a:pt x="12235" y="2131"/>
                  <a:pt x="12423" y="1998"/>
                  <a:pt x="12398" y="1733"/>
                </a:cubicBezTo>
                <a:lnTo>
                  <a:pt x="12398" y="362"/>
                </a:lnTo>
                <a:cubicBezTo>
                  <a:pt x="12398" y="156"/>
                  <a:pt x="12243" y="2"/>
                  <a:pt x="12038" y="2"/>
                </a:cubicBezTo>
                <a:lnTo>
                  <a:pt x="10667" y="2"/>
                </a:lnTo>
                <a:cubicBezTo>
                  <a:pt x="10656" y="1"/>
                  <a:pt x="10645" y="1"/>
                  <a:pt x="10635" y="1"/>
                </a:cubicBezTo>
                <a:close/>
              </a:path>
            </a:pathLst>
          </a:custGeom>
          <a:solidFill>
            <a:schemeClr val="dk2"/>
          </a:solidFill>
          <a:ln w="0">
            <a:noFill/>
          </a:ln>
        </p:spPr>
        <p:style>
          <a:lnRef idx="0"/>
          <a:fillRef idx="0"/>
          <a:effectRef idx="0"/>
          <a:fontRef idx="minor"/>
        </p:style>
      </p:sp>
      <p:sp>
        <p:nvSpPr>
          <p:cNvPr id="575" name="Google Shape;566;p32"/>
          <p:cNvSpPr/>
          <p:nvPr/>
        </p:nvSpPr>
        <p:spPr>
          <a:xfrm>
            <a:off x="1945080" y="1530000"/>
            <a:ext cx="344160" cy="338400"/>
          </a:xfrm>
          <a:custGeom>
            <a:avLst/>
            <a:gdLst/>
            <a:ahLst/>
            <a:rect l="l" t="t" r="r" b="b"/>
            <a:pathLst>
              <a:path w="12636" h="12425">
                <a:moveTo>
                  <a:pt x="2804" y="1953"/>
                </a:moveTo>
                <a:cubicBezTo>
                  <a:pt x="2819" y="1953"/>
                  <a:pt x="2835" y="1954"/>
                  <a:pt x="2852" y="1955"/>
                </a:cubicBezTo>
                <a:lnTo>
                  <a:pt x="9860" y="1955"/>
                </a:lnTo>
                <a:cubicBezTo>
                  <a:pt x="10305" y="1990"/>
                  <a:pt x="10305" y="2641"/>
                  <a:pt x="9860" y="2675"/>
                </a:cubicBezTo>
                <a:lnTo>
                  <a:pt x="2852" y="2675"/>
                </a:lnTo>
                <a:cubicBezTo>
                  <a:pt x="2841" y="2676"/>
                  <a:pt x="2830" y="2676"/>
                  <a:pt x="2819" y="2676"/>
                </a:cubicBezTo>
                <a:cubicBezTo>
                  <a:pt x="2337" y="2676"/>
                  <a:pt x="2331" y="1953"/>
                  <a:pt x="2804" y="1953"/>
                </a:cubicBezTo>
                <a:close/>
                <a:moveTo>
                  <a:pt x="8646" y="3890"/>
                </a:moveTo>
                <a:cubicBezTo>
                  <a:pt x="8656" y="3890"/>
                  <a:pt x="8667" y="3891"/>
                  <a:pt x="8677" y="3891"/>
                </a:cubicBezTo>
                <a:lnTo>
                  <a:pt x="9860" y="3891"/>
                </a:lnTo>
                <a:cubicBezTo>
                  <a:pt x="10305" y="3926"/>
                  <a:pt x="10305" y="4594"/>
                  <a:pt x="9860" y="4628"/>
                </a:cubicBezTo>
                <a:lnTo>
                  <a:pt x="8677" y="4628"/>
                </a:lnTo>
                <a:cubicBezTo>
                  <a:pt x="8667" y="4629"/>
                  <a:pt x="8656" y="4629"/>
                  <a:pt x="8646" y="4629"/>
                </a:cubicBezTo>
                <a:cubicBezTo>
                  <a:pt x="8174" y="4629"/>
                  <a:pt x="8174" y="3890"/>
                  <a:pt x="8646" y="3890"/>
                </a:cubicBezTo>
                <a:close/>
                <a:moveTo>
                  <a:pt x="9860" y="5845"/>
                </a:moveTo>
                <a:cubicBezTo>
                  <a:pt x="10339" y="5845"/>
                  <a:pt x="10339" y="6564"/>
                  <a:pt x="9860" y="6564"/>
                </a:cubicBezTo>
                <a:lnTo>
                  <a:pt x="8677" y="6564"/>
                </a:lnTo>
                <a:cubicBezTo>
                  <a:pt x="8198" y="6564"/>
                  <a:pt x="8198" y="5845"/>
                  <a:pt x="8677" y="5845"/>
                </a:cubicBezTo>
                <a:close/>
                <a:moveTo>
                  <a:pt x="4788" y="3891"/>
                </a:moveTo>
                <a:cubicBezTo>
                  <a:pt x="4994" y="3891"/>
                  <a:pt x="5148" y="4063"/>
                  <a:pt x="5148" y="4268"/>
                </a:cubicBezTo>
                <a:lnTo>
                  <a:pt x="5148" y="5845"/>
                </a:lnTo>
                <a:lnTo>
                  <a:pt x="6741" y="5845"/>
                </a:lnTo>
                <a:cubicBezTo>
                  <a:pt x="6947" y="5845"/>
                  <a:pt x="7101" y="5999"/>
                  <a:pt x="7101" y="6205"/>
                </a:cubicBezTo>
                <a:cubicBezTo>
                  <a:pt x="7101" y="7490"/>
                  <a:pt x="6073" y="8518"/>
                  <a:pt x="4788" y="8518"/>
                </a:cubicBezTo>
                <a:cubicBezTo>
                  <a:pt x="3520" y="8518"/>
                  <a:pt x="2475" y="7490"/>
                  <a:pt x="2475" y="6205"/>
                </a:cubicBezTo>
                <a:cubicBezTo>
                  <a:pt x="2475" y="4937"/>
                  <a:pt x="3520" y="3891"/>
                  <a:pt x="4788" y="3891"/>
                </a:cubicBezTo>
                <a:close/>
                <a:moveTo>
                  <a:pt x="9860" y="7798"/>
                </a:moveTo>
                <a:cubicBezTo>
                  <a:pt x="10339" y="7798"/>
                  <a:pt x="10339" y="8518"/>
                  <a:pt x="9860" y="8518"/>
                </a:cubicBezTo>
                <a:lnTo>
                  <a:pt x="8677" y="8518"/>
                </a:lnTo>
                <a:cubicBezTo>
                  <a:pt x="8198" y="8518"/>
                  <a:pt x="8198" y="7798"/>
                  <a:pt x="8677" y="7798"/>
                </a:cubicBezTo>
                <a:close/>
                <a:moveTo>
                  <a:pt x="6364" y="11431"/>
                </a:moveTo>
                <a:cubicBezTo>
                  <a:pt x="6519" y="11431"/>
                  <a:pt x="6519" y="11688"/>
                  <a:pt x="6364" y="11688"/>
                </a:cubicBezTo>
                <a:cubicBezTo>
                  <a:pt x="6193" y="11688"/>
                  <a:pt x="6193" y="11431"/>
                  <a:pt x="6364" y="11431"/>
                </a:cubicBezTo>
                <a:close/>
                <a:moveTo>
                  <a:pt x="473" y="1"/>
                </a:moveTo>
                <a:cubicBezTo>
                  <a:pt x="6" y="1"/>
                  <a:pt x="1" y="724"/>
                  <a:pt x="458" y="724"/>
                </a:cubicBezTo>
                <a:cubicBezTo>
                  <a:pt x="473" y="724"/>
                  <a:pt x="488" y="723"/>
                  <a:pt x="504" y="722"/>
                </a:cubicBezTo>
                <a:lnTo>
                  <a:pt x="539" y="722"/>
                </a:lnTo>
                <a:lnTo>
                  <a:pt x="539" y="9135"/>
                </a:lnTo>
                <a:cubicBezTo>
                  <a:pt x="539" y="9871"/>
                  <a:pt x="1138" y="10471"/>
                  <a:pt x="1875" y="10471"/>
                </a:cubicBezTo>
                <a:lnTo>
                  <a:pt x="5987" y="10471"/>
                </a:lnTo>
                <a:lnTo>
                  <a:pt x="5987" y="10797"/>
                </a:lnTo>
                <a:cubicBezTo>
                  <a:pt x="5148" y="11174"/>
                  <a:pt x="5439" y="12424"/>
                  <a:pt x="6347" y="12424"/>
                </a:cubicBezTo>
                <a:cubicBezTo>
                  <a:pt x="7272" y="12424"/>
                  <a:pt x="7547" y="11174"/>
                  <a:pt x="6707" y="10797"/>
                </a:cubicBezTo>
                <a:lnTo>
                  <a:pt x="6707" y="10471"/>
                </a:lnTo>
                <a:lnTo>
                  <a:pt x="10836" y="10471"/>
                </a:lnTo>
                <a:cubicBezTo>
                  <a:pt x="11573" y="10471"/>
                  <a:pt x="12156" y="9871"/>
                  <a:pt x="12173" y="9135"/>
                </a:cubicBezTo>
                <a:lnTo>
                  <a:pt x="12173" y="722"/>
                </a:lnTo>
                <a:lnTo>
                  <a:pt x="12190" y="722"/>
                </a:lnTo>
                <a:cubicBezTo>
                  <a:pt x="12635" y="687"/>
                  <a:pt x="12635" y="36"/>
                  <a:pt x="12190" y="2"/>
                </a:cubicBezTo>
                <a:lnTo>
                  <a:pt x="504" y="2"/>
                </a:lnTo>
                <a:cubicBezTo>
                  <a:pt x="494" y="1"/>
                  <a:pt x="483" y="1"/>
                  <a:pt x="473" y="1"/>
                </a:cubicBezTo>
                <a:close/>
              </a:path>
            </a:pathLst>
          </a:custGeom>
          <a:solidFill>
            <a:schemeClr val="dk2"/>
          </a:solidFill>
          <a:ln w="0">
            <a:noFill/>
          </a:ln>
        </p:spPr>
        <p:style>
          <a:lnRef idx="0"/>
          <a:fillRef idx="0"/>
          <a:effectRef idx="0"/>
          <a:fontRef idx="minor"/>
        </p:style>
      </p:sp>
      <p:grpSp>
        <p:nvGrpSpPr>
          <p:cNvPr id="576" name="Google Shape;567;p32"/>
          <p:cNvGrpSpPr/>
          <p:nvPr/>
        </p:nvGrpSpPr>
        <p:grpSpPr>
          <a:xfrm>
            <a:off x="4429080" y="1525680"/>
            <a:ext cx="285120" cy="338040"/>
            <a:chOff x="4429080" y="1525680"/>
            <a:chExt cx="285120" cy="338040"/>
          </a:xfrm>
        </p:grpSpPr>
        <p:sp>
          <p:nvSpPr>
            <p:cNvPr id="577" name="Google Shape;568;p32"/>
            <p:cNvSpPr/>
            <p:nvPr/>
          </p:nvSpPr>
          <p:spPr>
            <a:xfrm>
              <a:off x="4629600" y="1531080"/>
              <a:ext cx="78480" cy="79200"/>
            </a:xfrm>
            <a:custGeom>
              <a:avLst/>
              <a:gdLst/>
              <a:ahLst/>
              <a:rect l="l" t="t" r="r" b="b"/>
              <a:pathLst>
                <a:path w="2897" h="2914">
                  <a:moveTo>
                    <a:pt x="0" y="1"/>
                  </a:moveTo>
                  <a:lnTo>
                    <a:pt x="0" y="2297"/>
                  </a:lnTo>
                  <a:cubicBezTo>
                    <a:pt x="0" y="2639"/>
                    <a:pt x="274" y="2913"/>
                    <a:pt x="600" y="2913"/>
                  </a:cubicBezTo>
                  <a:lnTo>
                    <a:pt x="2896" y="2913"/>
                  </a:lnTo>
                  <a:lnTo>
                    <a:pt x="0" y="1"/>
                  </a:lnTo>
                  <a:close/>
                </a:path>
              </a:pathLst>
            </a:custGeom>
            <a:solidFill>
              <a:schemeClr val="dk2"/>
            </a:solidFill>
            <a:ln w="0">
              <a:noFill/>
            </a:ln>
          </p:spPr>
          <p:style>
            <a:lnRef idx="0"/>
            <a:fillRef idx="0"/>
            <a:effectRef idx="0"/>
            <a:fontRef idx="minor"/>
          </p:style>
        </p:sp>
        <p:sp>
          <p:nvSpPr>
            <p:cNvPr id="578" name="Google Shape;569;p32"/>
            <p:cNvSpPr/>
            <p:nvPr/>
          </p:nvSpPr>
          <p:spPr>
            <a:xfrm>
              <a:off x="4429080" y="1525680"/>
              <a:ext cx="285120" cy="338040"/>
            </a:xfrm>
            <a:custGeom>
              <a:avLst/>
              <a:gdLst/>
              <a:ahLst/>
              <a:rect l="l" t="t" r="r" b="b"/>
              <a:pathLst>
                <a:path w="10470" h="12407">
                  <a:moveTo>
                    <a:pt x="3770" y="1954"/>
                  </a:moveTo>
                  <a:cubicBezTo>
                    <a:pt x="4935" y="1954"/>
                    <a:pt x="5535" y="3325"/>
                    <a:pt x="4764" y="4182"/>
                  </a:cubicBezTo>
                  <a:cubicBezTo>
                    <a:pt x="5278" y="4524"/>
                    <a:pt x="5586" y="5107"/>
                    <a:pt x="5604" y="5724"/>
                  </a:cubicBezTo>
                  <a:lnTo>
                    <a:pt x="5604" y="6204"/>
                  </a:lnTo>
                  <a:cubicBezTo>
                    <a:pt x="5604" y="6392"/>
                    <a:pt x="5432" y="6563"/>
                    <a:pt x="5227" y="6563"/>
                  </a:cubicBezTo>
                  <a:lnTo>
                    <a:pt x="2314" y="6563"/>
                  </a:lnTo>
                  <a:cubicBezTo>
                    <a:pt x="2108" y="6563"/>
                    <a:pt x="1954" y="6392"/>
                    <a:pt x="1954" y="6204"/>
                  </a:cubicBezTo>
                  <a:lnTo>
                    <a:pt x="1954" y="5724"/>
                  </a:lnTo>
                  <a:cubicBezTo>
                    <a:pt x="1954" y="5107"/>
                    <a:pt x="2262" y="4524"/>
                    <a:pt x="2794" y="4182"/>
                  </a:cubicBezTo>
                  <a:cubicBezTo>
                    <a:pt x="2005" y="3325"/>
                    <a:pt x="2605" y="1954"/>
                    <a:pt x="3770" y="1954"/>
                  </a:cubicBezTo>
                  <a:close/>
                  <a:moveTo>
                    <a:pt x="8157" y="5844"/>
                  </a:moveTo>
                  <a:cubicBezTo>
                    <a:pt x="8636" y="5844"/>
                    <a:pt x="8636" y="6563"/>
                    <a:pt x="8157" y="6563"/>
                  </a:cubicBezTo>
                  <a:lnTo>
                    <a:pt x="7180" y="6563"/>
                  </a:lnTo>
                  <a:cubicBezTo>
                    <a:pt x="6700" y="6563"/>
                    <a:pt x="6700" y="5844"/>
                    <a:pt x="7180" y="5844"/>
                  </a:cubicBezTo>
                  <a:close/>
                  <a:moveTo>
                    <a:pt x="2297" y="7797"/>
                  </a:moveTo>
                  <a:cubicBezTo>
                    <a:pt x="2303" y="7797"/>
                    <a:pt x="2308" y="7797"/>
                    <a:pt x="2314" y="7797"/>
                  </a:cubicBezTo>
                  <a:lnTo>
                    <a:pt x="8157" y="7797"/>
                  </a:lnTo>
                  <a:cubicBezTo>
                    <a:pt x="8636" y="7797"/>
                    <a:pt x="8636" y="8517"/>
                    <a:pt x="8157" y="8517"/>
                  </a:cubicBezTo>
                  <a:lnTo>
                    <a:pt x="2314" y="8517"/>
                  </a:lnTo>
                  <a:cubicBezTo>
                    <a:pt x="1840" y="8517"/>
                    <a:pt x="1834" y="7797"/>
                    <a:pt x="2297" y="7797"/>
                  </a:cubicBezTo>
                  <a:close/>
                  <a:moveTo>
                    <a:pt x="8157" y="9733"/>
                  </a:moveTo>
                  <a:cubicBezTo>
                    <a:pt x="8636" y="9733"/>
                    <a:pt x="8636" y="10470"/>
                    <a:pt x="8157" y="10470"/>
                  </a:cubicBezTo>
                  <a:lnTo>
                    <a:pt x="2314" y="10470"/>
                  </a:lnTo>
                  <a:cubicBezTo>
                    <a:pt x="1834" y="10470"/>
                    <a:pt x="1834" y="9733"/>
                    <a:pt x="2314" y="9733"/>
                  </a:cubicBezTo>
                  <a:close/>
                  <a:moveTo>
                    <a:pt x="1337" y="1"/>
                  </a:moveTo>
                  <a:cubicBezTo>
                    <a:pt x="600" y="1"/>
                    <a:pt x="1" y="601"/>
                    <a:pt x="1" y="1337"/>
                  </a:cubicBezTo>
                  <a:lnTo>
                    <a:pt x="1" y="11070"/>
                  </a:lnTo>
                  <a:cubicBezTo>
                    <a:pt x="1" y="11806"/>
                    <a:pt x="600" y="12406"/>
                    <a:pt x="1337" y="12406"/>
                  </a:cubicBezTo>
                  <a:lnTo>
                    <a:pt x="9133" y="12406"/>
                  </a:lnTo>
                  <a:cubicBezTo>
                    <a:pt x="9870" y="12406"/>
                    <a:pt x="10470" y="11806"/>
                    <a:pt x="10470" y="11070"/>
                  </a:cubicBezTo>
                  <a:lnTo>
                    <a:pt x="10470" y="3839"/>
                  </a:lnTo>
                  <a:lnTo>
                    <a:pt x="7951" y="3839"/>
                  </a:lnTo>
                  <a:cubicBezTo>
                    <a:pt x="7214" y="3839"/>
                    <a:pt x="6615" y="3239"/>
                    <a:pt x="6615" y="2503"/>
                  </a:cubicBezTo>
                  <a:lnTo>
                    <a:pt x="6615" y="1"/>
                  </a:lnTo>
                  <a:close/>
                </a:path>
              </a:pathLst>
            </a:custGeom>
            <a:solidFill>
              <a:schemeClr val="dk2"/>
            </a:solidFill>
            <a:ln w="0">
              <a:noFill/>
            </a:ln>
          </p:spPr>
          <p:style>
            <a:lnRef idx="0"/>
            <a:fillRef idx="0"/>
            <a:effectRef idx="0"/>
            <a:fontRef idx="minor"/>
          </p:style>
        </p:sp>
      </p:grpSp>
      <p:sp>
        <p:nvSpPr>
          <p:cNvPr id="579" name="TextBox 569"/>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580" name="TextBox 570"/>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4</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title"/>
          </p:nvPr>
        </p:nvSpPr>
        <p:spPr>
          <a:xfrm>
            <a:off x="713160" y="444960"/>
            <a:ext cx="771732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Literature review</a:t>
            </a:r>
            <a:endParaRPr b="0" lang="en-US" sz="3000" spc="-1" strike="noStrike">
              <a:solidFill>
                <a:srgbClr val="000000"/>
              </a:solidFill>
              <a:latin typeface="Arial"/>
            </a:endParaRPr>
          </a:p>
        </p:txBody>
      </p:sp>
      <p:graphicFrame>
        <p:nvGraphicFramePr>
          <p:cNvPr id="582" name="Google Shape;631;p37"/>
          <p:cNvGraphicFramePr/>
          <p:nvPr/>
        </p:nvGraphicFramePr>
        <p:xfrm>
          <a:off x="720000" y="1314000"/>
          <a:ext cx="7680600" cy="3245760"/>
        </p:xfrm>
        <a:graphic>
          <a:graphicData uri="http://schemas.openxmlformats.org/drawingml/2006/table">
            <a:tbl>
              <a:tblPr/>
              <a:tblGrid>
                <a:gridCol w="365760"/>
                <a:gridCol w="868680"/>
                <a:gridCol w="822960"/>
                <a:gridCol w="1417320"/>
                <a:gridCol w="1143000"/>
                <a:gridCol w="1600200"/>
                <a:gridCol w="1463040"/>
              </a:tblGrid>
              <a:tr h="320040">
                <a:tc>
                  <a:txBody>
                    <a:bodyPr lIns="91080" rIns="91080" tIns="68400" bIns="68400" anchor="ctr">
                      <a:noAutofit/>
                    </a:bodyPr>
                    <a:p>
                      <a:pPr algn="ctr">
                        <a:lnSpc>
                          <a:spcPct val="100000"/>
                        </a:lnSpc>
                        <a:buNone/>
                        <a:tabLst>
                          <a:tab algn="l" pos="0"/>
                        </a:tabLst>
                      </a:pPr>
                      <a:r>
                        <a:rPr b="1" lang="en-US" sz="700" spc="-1" strike="noStrike">
                          <a:solidFill>
                            <a:srgbClr val="ffffff"/>
                          </a:solidFill>
                          <a:latin typeface="Arial"/>
                          <a:ea typeface="Arial"/>
                        </a:rPr>
                        <a:t>Ref.</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Author(s), Year</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Theme</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Technique</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Dataset / tools</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Key findings</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Limitations</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r>
              <a:tr h="731520">
                <a:tc>
                  <a:txBody>
                    <a:bodyPr lIns="91080" rIns="91080" tIns="0" bIns="0" anchor="ctr">
                      <a:noAutofit/>
                    </a:bodyPr>
                    <a:p>
                      <a:pPr algn="ctr">
                        <a:lnSpc>
                          <a:spcPct val="100000"/>
                        </a:lnSpc>
                        <a:buNone/>
                        <a:tabLst>
                          <a:tab algn="l" pos="0"/>
                        </a:tabLst>
                      </a:pPr>
                      <a:r>
                        <a:rPr b="1" lang="en" sz="700" spc="-1" strike="noStrike">
                          <a:solidFill>
                            <a:srgbClr val="ffffff"/>
                          </a:solidFill>
                          <a:latin typeface="Montserrat"/>
                          <a:ea typeface="Montserrat"/>
                        </a:rPr>
                        <a:t>[1]</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Balmin et al., 2000</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G1: Hypothetical queries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Hypothetical queries "Q when U"</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OLAP / data warehouse</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Formal semantics and efficient evaluation of what-if queries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Analytical warehouses only; not live transactional databases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731520">
                <a:tc>
                  <a:txBody>
                    <a:bodyPr lIns="91080" rIns="91080" tIns="0" bIns="0" anchor="ctr">
                      <a:noAutofit/>
                    </a:bodyPr>
                    <a:p>
                      <a:pPr algn="ctr">
                        <a:lnSpc>
                          <a:spcPct val="100000"/>
                        </a:lnSpc>
                        <a:buNone/>
                        <a:tabLst>
                          <a:tab algn="l" pos="0"/>
                        </a:tabLst>
                      </a:pPr>
                      <a:r>
                        <a:rPr b="1" lang="en" sz="700" spc="-1" strike="noStrike">
                          <a:solidFill>
                            <a:srgbClr val="ffffff"/>
                          </a:solidFill>
                          <a:latin typeface="Montserrat"/>
                          <a:ea typeface="Montserrat"/>
                        </a:rPr>
                        <a:t>[2]</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Meliou &amp; Suciu, 2012</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G1: Hypothetical queries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Tiresias: how-to queries as an optimisation problem</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Relational data with a solver</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Finds the data changes needed to reach a goal (reverse what-if)</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Answers the reverse question; solver-based and costly</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731520">
                <a:tc>
                  <a:txBody>
                    <a:bodyPr lIns="91080" rIns="91080" tIns="0" bIns="0" anchor="ctr">
                      <a:noAutofit/>
                    </a:bodyPr>
                    <a:p>
                      <a:pPr algn="ctr">
                        <a:lnSpc>
                          <a:spcPct val="100000"/>
                        </a:lnSpc>
                        <a:buNone/>
                        <a:tabLst>
                          <a:tab algn="l" pos="0"/>
                        </a:tabLst>
                      </a:pPr>
                      <a:r>
                        <a:rPr b="1" lang="en" sz="700" spc="-1" strike="noStrike">
                          <a:solidFill>
                            <a:srgbClr val="ffffff"/>
                          </a:solidFill>
                          <a:latin typeface="Montserrat"/>
                          <a:ea typeface="Montserrat"/>
                        </a:rPr>
                        <a:t>[3]</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Galhotra et al., 2022</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G1: Hypothetical queries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HypeR: what-if and how-to with a probabilistic causal model</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Relational data plus causal graph</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Estimates the effect of hypothetical updates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Needs a causal model; estimates, not exact</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731520">
                <a:tc>
                  <a:txBody>
                    <a:bodyPr lIns="91080" rIns="91080" tIns="0" bIns="0" anchor="ctr">
                      <a:noAutofit/>
                    </a:bodyPr>
                    <a:p>
                      <a:pPr algn="ctr">
                        <a:lnSpc>
                          <a:spcPct val="100000"/>
                        </a:lnSpc>
                        <a:buNone/>
                        <a:tabLst>
                          <a:tab algn="l" pos="0"/>
                        </a:tabLst>
                      </a:pPr>
                      <a:r>
                        <a:rPr b="1" lang="en" sz="700" spc="-1" strike="noStrike">
                          <a:solidFill>
                            <a:srgbClr val="ffffff"/>
                          </a:solidFill>
                          <a:latin typeface="Montserrat"/>
                          <a:ea typeface="Montserrat"/>
                        </a:rPr>
                        <a:t>[4]</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Campbell et al., 2022</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G1: Hypothetical queries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Mahif: historical what-if answered by slicing</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Transaction histories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Answers "what if a past update had differed?" efficiently</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Concerns past histories, not future changes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bl>
          </a:graphicData>
        </a:graphic>
      </p:graphicFrame>
      <p:sp>
        <p:nvSpPr>
          <p:cNvPr id="583" name="TextBox 631"/>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584" name="TextBox 632"/>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5</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title"/>
          </p:nvPr>
        </p:nvSpPr>
        <p:spPr>
          <a:xfrm>
            <a:off x="713160" y="444960"/>
            <a:ext cx="771732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Literature review (continued)</a:t>
            </a:r>
            <a:endParaRPr b="0" lang="en-US" sz="3000" spc="-1" strike="noStrike">
              <a:solidFill>
                <a:srgbClr val="000000"/>
              </a:solidFill>
              <a:latin typeface="Arial"/>
            </a:endParaRPr>
          </a:p>
        </p:txBody>
      </p:sp>
      <p:graphicFrame>
        <p:nvGraphicFramePr>
          <p:cNvPr id="586" name="Google Shape;631;p37"/>
          <p:cNvGraphicFramePr/>
          <p:nvPr/>
        </p:nvGraphicFramePr>
        <p:xfrm>
          <a:off x="720000" y="1314000"/>
          <a:ext cx="7680600" cy="2514240"/>
        </p:xfrm>
        <a:graphic>
          <a:graphicData uri="http://schemas.openxmlformats.org/drawingml/2006/table">
            <a:tbl>
              <a:tblPr/>
              <a:tblGrid>
                <a:gridCol w="365760"/>
                <a:gridCol w="868680"/>
                <a:gridCol w="822960"/>
                <a:gridCol w="1417320"/>
                <a:gridCol w="1143000"/>
                <a:gridCol w="1600200"/>
                <a:gridCol w="1463040"/>
              </a:tblGrid>
              <a:tr h="320040">
                <a:tc>
                  <a:txBody>
                    <a:bodyPr lIns="91080" rIns="91080" tIns="68400" bIns="68400" anchor="ctr">
                      <a:noAutofit/>
                    </a:bodyPr>
                    <a:p>
                      <a:pPr algn="ctr">
                        <a:lnSpc>
                          <a:spcPct val="100000"/>
                        </a:lnSpc>
                        <a:buNone/>
                        <a:tabLst>
                          <a:tab algn="l" pos="0"/>
                        </a:tabLst>
                      </a:pPr>
                      <a:r>
                        <a:rPr b="1" lang="en-US" sz="700" spc="-1" strike="noStrike">
                          <a:solidFill>
                            <a:srgbClr val="ffffff"/>
                          </a:solidFill>
                          <a:latin typeface="Arial"/>
                          <a:ea typeface="Arial"/>
                        </a:rPr>
                        <a:t>Ref.</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Author(s), Year</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Theme</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Technique</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Dataset / tools</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Key findings</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700" spc="-1" strike="noStrike">
                          <a:solidFill>
                            <a:srgbClr val="ffffff"/>
                          </a:solidFill>
                          <a:latin typeface="Montserrat"/>
                          <a:ea typeface="Montserrat"/>
                        </a:rPr>
                        <a:t>Limitations</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r>
              <a:tr h="731520">
                <a:tc>
                  <a:txBody>
                    <a:bodyPr lIns="91080" rIns="91080" tIns="0" bIns="0" anchor="ctr">
                      <a:noAutofit/>
                    </a:bodyPr>
                    <a:p>
                      <a:pPr algn="ctr">
                        <a:lnSpc>
                          <a:spcPct val="100000"/>
                        </a:lnSpc>
                        <a:buNone/>
                        <a:tabLst>
                          <a:tab algn="l" pos="0"/>
                        </a:tabLst>
                      </a:pPr>
                      <a:r>
                        <a:rPr b="1" lang="en" sz="700" spc="-1" strike="noStrike">
                          <a:solidFill>
                            <a:srgbClr val="ffffff"/>
                          </a:solidFill>
                          <a:latin typeface="Montserrat"/>
                          <a:ea typeface="Montserrat"/>
                        </a:rPr>
                        <a:t>[5]</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DoltHub, n.d.</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G2: Versioned data</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Dolt: SQL database with Git-style branch, diff, merge</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Version-controlled SQL database</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Copy-on-write branches let you try changes safely</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Branches managed by hand; no automatic impact report</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731520">
                <a:tc>
                  <a:txBody>
                    <a:bodyPr lIns="91080" rIns="91080" tIns="0" bIns="0" anchor="ctr">
                      <a:noAutofit/>
                    </a:bodyPr>
                    <a:p>
                      <a:pPr algn="ctr">
                        <a:lnSpc>
                          <a:spcPct val="100000"/>
                        </a:lnSpc>
                        <a:buNone/>
                        <a:tabLst>
                          <a:tab algn="l" pos="0"/>
                        </a:tabLst>
                      </a:pPr>
                      <a:r>
                        <a:rPr b="1" lang="en" sz="700" spc="-1" strike="noStrike">
                          <a:solidFill>
                            <a:srgbClr val="ffffff"/>
                          </a:solidFill>
                          <a:latin typeface="Montserrat"/>
                          <a:ea typeface="Montserrat"/>
                        </a:rPr>
                        <a:t>[6]</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Berenson et al., 1995</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G3: Isolation</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Isolation levels, including snapshot isolation</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ANSI SQL isolation levels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Each transaction gets a consistent view</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A concurrency mechanism, not a what-if tool</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731520">
                <a:tc>
                  <a:txBody>
                    <a:bodyPr lIns="91080" rIns="91080" tIns="0" bIns="0" anchor="ctr">
                      <a:noAutofit/>
                    </a:bodyPr>
                    <a:p>
                      <a:pPr algn="ctr">
                        <a:lnSpc>
                          <a:spcPct val="100000"/>
                        </a:lnSpc>
                        <a:buNone/>
                        <a:tabLst>
                          <a:tab algn="l" pos="0"/>
                        </a:tabLst>
                      </a:pPr>
                      <a:r>
                        <a:rPr b="1" lang="en" sz="700" spc="-1" strike="noStrike">
                          <a:solidFill>
                            <a:srgbClr val="ffffff"/>
                          </a:solidFill>
                          <a:latin typeface="Montserrat"/>
                          <a:ea typeface="Montserrat"/>
                        </a:rPr>
                        <a:t>[7]</a:t>
                      </a:r>
                      <a:endParaRPr b="0" lang="en-US" sz="7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Kulkarni &amp; Michels, 2012</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G2: Versioned data</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SQL:2011 temporal tables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System-versioned / application-time tables</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Standard way to query data at an earlier time</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700" spc="-1" strike="noStrike">
                          <a:solidFill>
                            <a:srgbClr val="ffffff"/>
                          </a:solidFill>
                          <a:latin typeface="Inter"/>
                          <a:ea typeface="Inter"/>
                        </a:rPr>
                        <a:t>Looks backward only; cannot apply a hypothetical change</a:t>
                      </a:r>
                      <a:endParaRPr b="0" lang="en-US" sz="7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bl>
          </a:graphicData>
        </a:graphic>
      </p:graphicFrame>
      <p:sp>
        <p:nvSpPr>
          <p:cNvPr id="587" name="TextBox 631"/>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588" name="TextBox 632"/>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6</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Key techniques in the domain</a:t>
            </a:r>
            <a:endParaRPr b="0" lang="en-US" sz="3000" spc="-1" strike="noStrike">
              <a:solidFill>
                <a:srgbClr val="000000"/>
              </a:solidFill>
              <a:latin typeface="Arial"/>
            </a:endParaRPr>
          </a:p>
        </p:txBody>
      </p:sp>
      <p:sp>
        <p:nvSpPr>
          <p:cNvPr id="590" name="PlaceHolder 2"/>
          <p:cNvSpPr>
            <a:spLocks noGrp="1"/>
          </p:cNvSpPr>
          <p:nvPr>
            <p:ph type="subTitle"/>
          </p:nvPr>
        </p:nvSpPr>
        <p:spPr>
          <a:xfrm>
            <a:off x="822960" y="1669320"/>
            <a:ext cx="2199240" cy="110484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Evaluate a query as if an update had been applied (Q when U). The idea behind every WHAT_IF statement.</a:t>
            </a:r>
            <a:endParaRPr b="0" lang="en-US" sz="1200" spc="-1" strike="noStrike">
              <a:latin typeface="Arial"/>
            </a:endParaRPr>
          </a:p>
        </p:txBody>
      </p:sp>
      <p:sp>
        <p:nvSpPr>
          <p:cNvPr id="591" name="PlaceHolder 3"/>
          <p:cNvSpPr>
            <a:spLocks noGrp="1"/>
          </p:cNvSpPr>
          <p:nvPr>
            <p:ph type="subTitle"/>
          </p:nvPr>
        </p:nvSpPr>
        <p:spPr>
          <a:xfrm>
            <a:off x="3472200" y="1669320"/>
            <a:ext cx="2199240" cy="110484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Group statements atomically and undo them with ROLLBACK. Our non-destructive sandbox.</a:t>
            </a:r>
            <a:endParaRPr b="0" lang="en-US" sz="1200" spc="-1" strike="noStrike">
              <a:latin typeface="Arial"/>
            </a:endParaRPr>
          </a:p>
        </p:txBody>
      </p:sp>
      <p:sp>
        <p:nvSpPr>
          <p:cNvPr id="592" name="PlaceHolder 4"/>
          <p:cNvSpPr>
            <a:spLocks noGrp="1"/>
          </p:cNvSpPr>
          <p:nvPr>
            <p:ph type="subTitle"/>
          </p:nvPr>
        </p:nvSpPr>
        <p:spPr>
          <a:xfrm>
            <a:off x="822960" y="3325680"/>
            <a:ext cx="2199240" cy="110484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Turn custom syntax into standard SQL the engine can run. We parse WHAT_IF and validate it with sqlglot.</a:t>
            </a:r>
            <a:endParaRPr b="0" lang="en-US" sz="1200" spc="-1" strike="noStrike">
              <a:latin typeface="Arial"/>
            </a:endParaRPr>
          </a:p>
        </p:txBody>
      </p:sp>
      <p:sp>
        <p:nvSpPr>
          <p:cNvPr id="593" name="PlaceHolder 5"/>
          <p:cNvSpPr>
            <a:spLocks noGrp="1"/>
          </p:cNvSpPr>
          <p:nvPr>
            <p:ph type="subTitle"/>
          </p:nvPr>
        </p:nvSpPr>
        <p:spPr>
          <a:xfrm>
            <a:off x="3472200" y="3325680"/>
            <a:ext cx="2199240" cy="110484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Find foreign keys, views and triggers that depend on an object. Used to report what schema changes break.</a:t>
            </a:r>
            <a:endParaRPr b="0" lang="en-US" sz="1200" spc="-1" strike="noStrike">
              <a:latin typeface="Arial"/>
            </a:endParaRPr>
          </a:p>
        </p:txBody>
      </p:sp>
      <p:sp>
        <p:nvSpPr>
          <p:cNvPr id="594" name="PlaceHolder 6"/>
          <p:cNvSpPr>
            <a:spLocks noGrp="1"/>
          </p:cNvSpPr>
          <p:nvPr>
            <p:ph type="subTitle"/>
          </p:nvPr>
        </p:nvSpPr>
        <p:spPr>
          <a:xfrm>
            <a:off x="827280" y="1296720"/>
            <a:ext cx="219924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Hypothetical queries</a:t>
            </a:r>
            <a:endParaRPr b="0" lang="en-US" sz="1800" spc="-1" strike="noStrike">
              <a:latin typeface="Arial"/>
            </a:endParaRPr>
          </a:p>
        </p:txBody>
      </p:sp>
      <p:sp>
        <p:nvSpPr>
          <p:cNvPr id="595" name="PlaceHolder 7"/>
          <p:cNvSpPr>
            <a:spLocks noGrp="1"/>
          </p:cNvSpPr>
          <p:nvPr>
            <p:ph type="subTitle"/>
          </p:nvPr>
        </p:nvSpPr>
        <p:spPr>
          <a:xfrm>
            <a:off x="3476520" y="1296720"/>
            <a:ext cx="219924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Transactions &amp; savepoints</a:t>
            </a:r>
            <a:endParaRPr b="0" lang="en-US" sz="1800" spc="-1" strike="noStrike">
              <a:latin typeface="Arial"/>
            </a:endParaRPr>
          </a:p>
        </p:txBody>
      </p:sp>
      <p:sp>
        <p:nvSpPr>
          <p:cNvPr id="596" name="PlaceHolder 8"/>
          <p:cNvSpPr>
            <a:spLocks noGrp="1"/>
          </p:cNvSpPr>
          <p:nvPr>
            <p:ph type="subTitle"/>
          </p:nvPr>
        </p:nvSpPr>
        <p:spPr>
          <a:xfrm>
            <a:off x="6121440" y="1296720"/>
            <a:ext cx="219924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Snapshot isolation</a:t>
            </a:r>
            <a:endParaRPr b="0" lang="en-US" sz="1800" spc="-1" strike="noStrike">
              <a:latin typeface="Arial"/>
            </a:endParaRPr>
          </a:p>
        </p:txBody>
      </p:sp>
      <p:sp>
        <p:nvSpPr>
          <p:cNvPr id="597" name="PlaceHolder 9"/>
          <p:cNvSpPr>
            <a:spLocks noGrp="1"/>
          </p:cNvSpPr>
          <p:nvPr>
            <p:ph type="subTitle"/>
          </p:nvPr>
        </p:nvSpPr>
        <p:spPr>
          <a:xfrm>
            <a:off x="6117480" y="1669320"/>
            <a:ext cx="2199240" cy="110484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Each transaction reads a consistent snapshot, keeping real data pristine during a simulation.</a:t>
            </a:r>
            <a:endParaRPr b="0" lang="en-US" sz="1200" spc="-1" strike="noStrike">
              <a:latin typeface="Arial"/>
            </a:endParaRPr>
          </a:p>
        </p:txBody>
      </p:sp>
      <p:sp>
        <p:nvSpPr>
          <p:cNvPr id="598" name="PlaceHolder 10"/>
          <p:cNvSpPr>
            <a:spLocks noGrp="1"/>
          </p:cNvSpPr>
          <p:nvPr>
            <p:ph type="subTitle"/>
          </p:nvPr>
        </p:nvSpPr>
        <p:spPr>
          <a:xfrm>
            <a:off x="6117480" y="3325680"/>
            <a:ext cx="2199240" cy="110484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Keeps past states of data. Used for comparison: they look backward, we simulate forward.</a:t>
            </a:r>
            <a:endParaRPr b="0" lang="en-US" sz="1200" spc="-1" strike="noStrike">
              <a:latin typeface="Arial"/>
            </a:endParaRPr>
          </a:p>
        </p:txBody>
      </p:sp>
      <p:sp>
        <p:nvSpPr>
          <p:cNvPr id="599" name="PlaceHolder 11"/>
          <p:cNvSpPr>
            <a:spLocks noGrp="1"/>
          </p:cNvSpPr>
          <p:nvPr>
            <p:ph type="subTitle"/>
          </p:nvPr>
        </p:nvSpPr>
        <p:spPr>
          <a:xfrm>
            <a:off x="827280" y="2949840"/>
            <a:ext cx="219924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Query parsing</a:t>
            </a:r>
            <a:endParaRPr b="0" lang="en-US" sz="1800" spc="-1" strike="noStrike">
              <a:latin typeface="Arial"/>
            </a:endParaRPr>
          </a:p>
        </p:txBody>
      </p:sp>
      <p:sp>
        <p:nvSpPr>
          <p:cNvPr id="600" name="PlaceHolder 12"/>
          <p:cNvSpPr>
            <a:spLocks noGrp="1"/>
          </p:cNvSpPr>
          <p:nvPr>
            <p:ph type="subTitle"/>
          </p:nvPr>
        </p:nvSpPr>
        <p:spPr>
          <a:xfrm>
            <a:off x="3476520" y="2949840"/>
            <a:ext cx="219924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Dependency tracing</a:t>
            </a:r>
            <a:endParaRPr b="0" lang="en-US" sz="1800" spc="-1" strike="noStrike">
              <a:latin typeface="Arial"/>
            </a:endParaRPr>
          </a:p>
        </p:txBody>
      </p:sp>
      <p:sp>
        <p:nvSpPr>
          <p:cNvPr id="601" name="PlaceHolder 13"/>
          <p:cNvSpPr>
            <a:spLocks noGrp="1"/>
          </p:cNvSpPr>
          <p:nvPr>
            <p:ph type="subTitle"/>
          </p:nvPr>
        </p:nvSpPr>
        <p:spPr>
          <a:xfrm>
            <a:off x="6121440" y="2949840"/>
            <a:ext cx="219924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Temporal data</a:t>
            </a:r>
            <a:endParaRPr b="0" lang="en-US" sz="1800" spc="-1" strike="noStrike">
              <a:latin typeface="Arial"/>
            </a:endParaRPr>
          </a:p>
        </p:txBody>
      </p:sp>
      <p:sp>
        <p:nvSpPr>
          <p:cNvPr id="602" name="TextBox 606"/>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603" name="TextBox 607"/>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7</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ubTitle"/>
          </p:nvPr>
        </p:nvSpPr>
        <p:spPr>
          <a:xfrm>
            <a:off x="1514520" y="2998080"/>
            <a:ext cx="284796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G3: Looks backward</a:t>
            </a:r>
            <a:endParaRPr b="0" lang="en-US" sz="1800" spc="-1" strike="noStrike">
              <a:latin typeface="Arial"/>
            </a:endParaRPr>
          </a:p>
        </p:txBody>
      </p:sp>
      <p:sp>
        <p:nvSpPr>
          <p:cNvPr id="605" name="PlaceHolder 2"/>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Research gaps</a:t>
            </a:r>
            <a:endParaRPr b="0" lang="en-US" sz="3000" spc="-1" strike="noStrike">
              <a:solidFill>
                <a:srgbClr val="000000"/>
              </a:solidFill>
              <a:latin typeface="Arial"/>
            </a:endParaRPr>
          </a:p>
        </p:txBody>
      </p:sp>
      <p:sp>
        <p:nvSpPr>
          <p:cNvPr id="606" name="PlaceHolder 3"/>
          <p:cNvSpPr>
            <a:spLocks noGrp="1"/>
          </p:cNvSpPr>
          <p:nvPr>
            <p:ph type="subTitle"/>
          </p:nvPr>
        </p:nvSpPr>
        <p:spPr>
          <a:xfrm>
            <a:off x="1514520" y="1708200"/>
            <a:ext cx="2810520" cy="108432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No one-step what-if on a live operational database. Work targets warehouses [1] or needs a branch first [5].</a:t>
            </a:r>
            <a:endParaRPr b="0" lang="en-US" sz="1200" spc="-1" strike="noStrike">
              <a:latin typeface="Arial"/>
            </a:endParaRPr>
          </a:p>
        </p:txBody>
      </p:sp>
      <p:sp>
        <p:nvSpPr>
          <p:cNvPr id="607" name="PlaceHolder 4"/>
          <p:cNvSpPr>
            <a:spLocks noGrp="1"/>
          </p:cNvSpPr>
          <p:nvPr>
            <p:ph type="subTitle"/>
          </p:nvPr>
        </p:nvSpPr>
        <p:spPr>
          <a:xfrm>
            <a:off x="4818240" y="1708200"/>
            <a:ext cx="2810520" cy="108432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Causal methods give estimates [3] and how-to methods solve the reverse problem [2]. Exact simulation of cascades is missing.</a:t>
            </a:r>
            <a:endParaRPr b="0" lang="en-US" sz="1200" spc="-1" strike="noStrike">
              <a:latin typeface="Arial"/>
            </a:endParaRPr>
          </a:p>
        </p:txBody>
      </p:sp>
      <p:sp>
        <p:nvSpPr>
          <p:cNvPr id="608" name="PlaceHolder 5"/>
          <p:cNvSpPr>
            <a:spLocks noGrp="1"/>
          </p:cNvSpPr>
          <p:nvPr>
            <p:ph type="subTitle"/>
          </p:nvPr>
        </p:nvSpPr>
        <p:spPr>
          <a:xfrm>
            <a:off x="1514520" y="3368880"/>
            <a:ext cx="2847960" cy="108432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Historical what-if [4] and temporal tables [7] look at the past; snapshot isolation [6] is a mechanism, not a user feature.</a:t>
            </a:r>
            <a:endParaRPr b="0" lang="en-US" sz="1200" spc="-1" strike="noStrike">
              <a:latin typeface="Arial"/>
            </a:endParaRPr>
          </a:p>
        </p:txBody>
      </p:sp>
      <p:sp>
        <p:nvSpPr>
          <p:cNvPr id="609" name="PlaceHolder 6"/>
          <p:cNvSpPr>
            <a:spLocks noGrp="1"/>
          </p:cNvSpPr>
          <p:nvPr>
            <p:ph type="subTitle"/>
          </p:nvPr>
        </p:nvSpPr>
        <p:spPr>
          <a:xfrm>
            <a:off x="4818240" y="3368880"/>
            <a:ext cx="2810520" cy="108432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None of [1]-[7] reports which views, constraints and metrics break if a column or table is dropped.</a:t>
            </a:r>
            <a:endParaRPr b="0" lang="en-US" sz="1200" spc="-1" strike="noStrike">
              <a:latin typeface="Arial"/>
            </a:endParaRPr>
          </a:p>
        </p:txBody>
      </p:sp>
      <p:sp>
        <p:nvSpPr>
          <p:cNvPr id="610" name="PlaceHolder 7"/>
          <p:cNvSpPr>
            <a:spLocks noGrp="1"/>
          </p:cNvSpPr>
          <p:nvPr>
            <p:ph type="subTitle"/>
          </p:nvPr>
        </p:nvSpPr>
        <p:spPr>
          <a:xfrm>
            <a:off x="1514520" y="1337400"/>
            <a:ext cx="281052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G1: Live databases</a:t>
            </a:r>
            <a:endParaRPr b="0" lang="en-US" sz="1800" spc="-1" strike="noStrike">
              <a:latin typeface="Arial"/>
            </a:endParaRPr>
          </a:p>
        </p:txBody>
      </p:sp>
      <p:sp>
        <p:nvSpPr>
          <p:cNvPr id="611" name="PlaceHolder 8"/>
          <p:cNvSpPr>
            <a:spLocks noGrp="1"/>
          </p:cNvSpPr>
          <p:nvPr>
            <p:ph type="subTitle"/>
          </p:nvPr>
        </p:nvSpPr>
        <p:spPr>
          <a:xfrm>
            <a:off x="4818240" y="1337400"/>
            <a:ext cx="281052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G2: Exact vs estimates</a:t>
            </a:r>
            <a:endParaRPr b="0" lang="en-US" sz="1800" spc="-1" strike="noStrike">
              <a:latin typeface="Arial"/>
            </a:endParaRPr>
          </a:p>
        </p:txBody>
      </p:sp>
      <p:sp>
        <p:nvSpPr>
          <p:cNvPr id="612" name="PlaceHolder 9"/>
          <p:cNvSpPr>
            <a:spLocks noGrp="1"/>
          </p:cNvSpPr>
          <p:nvPr>
            <p:ph type="subTitle"/>
          </p:nvPr>
        </p:nvSpPr>
        <p:spPr>
          <a:xfrm>
            <a:off x="4818240" y="2998080"/>
            <a:ext cx="281052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G4: Schema changes</a:t>
            </a:r>
            <a:endParaRPr b="0" lang="en-US" sz="1800" spc="-1" strike="noStrike">
              <a:latin typeface="Arial"/>
            </a:endParaRPr>
          </a:p>
        </p:txBody>
      </p:sp>
      <p:grpSp>
        <p:nvGrpSpPr>
          <p:cNvPr id="613" name="Google Shape;583;p33"/>
          <p:cNvGrpSpPr/>
          <p:nvPr/>
        </p:nvGrpSpPr>
        <p:grpSpPr>
          <a:xfrm>
            <a:off x="-516960" y="1761480"/>
            <a:ext cx="2065320" cy="2268000"/>
            <a:chOff x="-516960" y="1761480"/>
            <a:chExt cx="2065320" cy="2268000"/>
          </a:xfrm>
        </p:grpSpPr>
        <p:pic>
          <p:nvPicPr>
            <p:cNvPr id="614" name="Google Shape;584;p33" descr=""/>
            <p:cNvPicPr/>
            <p:nvPr/>
          </p:nvPicPr>
          <p:blipFill>
            <a:blip r:embed="rId1"/>
            <a:stretch/>
          </p:blipFill>
          <p:spPr>
            <a:xfrm flipH="1">
              <a:off x="-516960" y="1761480"/>
              <a:ext cx="2065320" cy="2268000"/>
            </a:xfrm>
            <a:prstGeom prst="rect">
              <a:avLst/>
            </a:prstGeom>
            <a:ln w="0">
              <a:noFill/>
            </a:ln>
          </p:spPr>
        </p:pic>
        <p:grpSp>
          <p:nvGrpSpPr>
            <p:cNvPr id="615" name="Google Shape;585;p33"/>
            <p:cNvGrpSpPr/>
            <p:nvPr/>
          </p:nvGrpSpPr>
          <p:grpSpPr>
            <a:xfrm>
              <a:off x="174600" y="2522880"/>
              <a:ext cx="745560" cy="745200"/>
              <a:chOff x="174600" y="2522880"/>
              <a:chExt cx="745560" cy="745200"/>
            </a:xfrm>
          </p:grpSpPr>
          <p:sp>
            <p:nvSpPr>
              <p:cNvPr id="616" name="Google Shape;586;p33"/>
              <p:cNvSpPr/>
              <p:nvPr/>
            </p:nvSpPr>
            <p:spPr>
              <a:xfrm>
                <a:off x="230400" y="2532960"/>
                <a:ext cx="679320" cy="679320"/>
              </a:xfrm>
              <a:custGeom>
                <a:avLst/>
                <a:gdLst/>
                <a:ahLst/>
                <a:rect l="l" t="t" r="r" b="b"/>
                <a:pathLst>
                  <a:path w="25221" h="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w="0">
                <a:noFill/>
              </a:ln>
            </p:spPr>
            <p:style>
              <a:lnRef idx="0"/>
              <a:fillRef idx="0"/>
              <a:effectRef idx="0"/>
              <a:fontRef idx="minor"/>
            </p:style>
          </p:sp>
          <p:sp>
            <p:nvSpPr>
              <p:cNvPr id="617" name="Google Shape;587;p33"/>
              <p:cNvSpPr/>
              <p:nvPr/>
            </p:nvSpPr>
            <p:spPr>
              <a:xfrm>
                <a:off x="220320" y="2522880"/>
                <a:ext cx="699840" cy="699840"/>
              </a:xfrm>
              <a:custGeom>
                <a:avLst/>
                <a:gdLst/>
                <a:ahLst/>
                <a:rect l="l" t="t" r="r" b="b"/>
                <a:pathLst>
                  <a:path w="25982" h="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w="0">
                <a:noFill/>
              </a:ln>
            </p:spPr>
            <p:style>
              <a:lnRef idx="0"/>
              <a:fillRef idx="0"/>
              <a:effectRef idx="0"/>
              <a:fontRef idx="minor"/>
            </p:style>
          </p:sp>
          <p:sp>
            <p:nvSpPr>
              <p:cNvPr id="618" name="Google Shape;588;p33"/>
              <p:cNvSpPr/>
              <p:nvPr/>
            </p:nvSpPr>
            <p:spPr>
              <a:xfrm>
                <a:off x="185040" y="2578680"/>
                <a:ext cx="679320" cy="679320"/>
              </a:xfrm>
              <a:custGeom>
                <a:avLst/>
                <a:gdLst/>
                <a:ahLst/>
                <a:rect l="l" t="t" r="r" b="b"/>
                <a:pathLst>
                  <a:path w="25221" h="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w="0">
                <a:noFill/>
              </a:ln>
            </p:spPr>
            <p:style>
              <a:lnRef idx="0"/>
              <a:fillRef idx="0"/>
              <a:effectRef idx="0"/>
              <a:fontRef idx="minor"/>
            </p:style>
          </p:sp>
          <p:sp>
            <p:nvSpPr>
              <p:cNvPr id="619" name="Google Shape;589;p33"/>
              <p:cNvSpPr/>
              <p:nvPr/>
            </p:nvSpPr>
            <p:spPr>
              <a:xfrm>
                <a:off x="174600" y="2568600"/>
                <a:ext cx="699840" cy="699480"/>
              </a:xfrm>
              <a:custGeom>
                <a:avLst/>
                <a:gdLst/>
                <a:ahLst/>
                <a:rect l="l" t="t" r="r" b="b"/>
                <a:pathLst>
                  <a:path w="25981" h="25967">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w="0">
                <a:noFill/>
              </a:ln>
            </p:spPr>
            <p:style>
              <a:lnRef idx="0"/>
              <a:fillRef idx="0"/>
              <a:effectRef idx="0"/>
              <a:fontRef idx="minor"/>
            </p:style>
          </p:sp>
        </p:grpSp>
      </p:grpSp>
      <p:sp>
        <p:nvSpPr>
          <p:cNvPr id="620" name="TextBox 589"/>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621" name="TextBox 590"/>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8</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ubTitle"/>
          </p:nvPr>
        </p:nvSpPr>
        <p:spPr>
          <a:xfrm>
            <a:off x="1514520" y="2998080"/>
            <a:ext cx="284796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Input</a:t>
            </a:r>
            <a:endParaRPr b="0" lang="en-US" sz="1800" spc="-1" strike="noStrike">
              <a:latin typeface="Arial"/>
            </a:endParaRPr>
          </a:p>
        </p:txBody>
      </p:sp>
      <p:sp>
        <p:nvSpPr>
          <p:cNvPr id="623" name="PlaceHolder 2"/>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What the Framework Is</a:t>
            </a:r>
            <a:endParaRPr b="0" lang="en-US" sz="3000" spc="-1" strike="noStrike">
              <a:solidFill>
                <a:srgbClr val="000000"/>
              </a:solidFill>
              <a:latin typeface="Arial"/>
            </a:endParaRPr>
          </a:p>
        </p:txBody>
      </p:sp>
      <p:sp>
        <p:nvSpPr>
          <p:cNvPr id="624" name="PlaceHolder 3"/>
          <p:cNvSpPr>
            <a:spLocks noGrp="1"/>
          </p:cNvSpPr>
          <p:nvPr>
            <p:ph type="subTitle"/>
          </p:nvPr>
        </p:nvSpPr>
        <p:spPr>
          <a:xfrm>
            <a:off x="1514520" y="1708200"/>
            <a:ext cx="2810520" cy="108432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A lightweight layer between the user and PostgreSQL that adds a WHAT_IF command to SQL, without changing the database engine.</a:t>
            </a:r>
            <a:endParaRPr b="0" lang="en-US" sz="1200" spc="-1" strike="noStrike">
              <a:latin typeface="Arial"/>
            </a:endParaRPr>
          </a:p>
        </p:txBody>
      </p:sp>
      <p:sp>
        <p:nvSpPr>
          <p:cNvPr id="625" name="PlaceHolder 4"/>
          <p:cNvSpPr>
            <a:spLocks noGrp="1"/>
          </p:cNvSpPr>
          <p:nvPr>
            <p:ph type="subTitle"/>
          </p:nvPr>
        </p:nvSpPr>
        <p:spPr>
          <a:xfrm>
            <a:off x="4818240" y="1708200"/>
            <a:ext cx="2810520" cy="108432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Between the user and PostgreSQL. The database engine itself is unchanged, and the real data is never modified.</a:t>
            </a:r>
            <a:endParaRPr b="0" lang="en-US" sz="1200" spc="-1" strike="noStrike">
              <a:latin typeface="Arial"/>
            </a:endParaRPr>
          </a:p>
        </p:txBody>
      </p:sp>
      <p:sp>
        <p:nvSpPr>
          <p:cNvPr id="626" name="PlaceHolder 5"/>
          <p:cNvSpPr>
            <a:spLocks noGrp="1"/>
          </p:cNvSpPr>
          <p:nvPr>
            <p:ph type="subTitle"/>
          </p:nvPr>
        </p:nvSpPr>
        <p:spPr>
          <a:xfrm>
            <a:off x="1514520" y="3368880"/>
            <a:ext cx="2847960" cy="108432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A WHAT_IF statement: an INSERT, UPDATE or DELETE, or a listed schema change such as DROP COLUMN.</a:t>
            </a:r>
            <a:endParaRPr b="0" lang="en-US" sz="1200" spc="-1" strike="noStrike">
              <a:latin typeface="Arial"/>
            </a:endParaRPr>
          </a:p>
        </p:txBody>
      </p:sp>
      <p:sp>
        <p:nvSpPr>
          <p:cNvPr id="627" name="PlaceHolder 6"/>
          <p:cNvSpPr>
            <a:spLocks noGrp="1"/>
          </p:cNvSpPr>
          <p:nvPr>
            <p:ph type="subTitle"/>
          </p:nvPr>
        </p:nvSpPr>
        <p:spPr>
          <a:xfrm>
            <a:off x="4818240" y="3368880"/>
            <a:ext cx="2810520" cy="108432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An impact report: affected tables and changes in CGPA, attendance and eligibility, plus broken views and constraints for schema changes.</a:t>
            </a:r>
            <a:endParaRPr b="0" lang="en-US" sz="1200" spc="-1" strike="noStrike">
              <a:latin typeface="Arial"/>
            </a:endParaRPr>
          </a:p>
        </p:txBody>
      </p:sp>
      <p:sp>
        <p:nvSpPr>
          <p:cNvPr id="628" name="PlaceHolder 7"/>
          <p:cNvSpPr>
            <a:spLocks noGrp="1"/>
          </p:cNvSpPr>
          <p:nvPr>
            <p:ph type="subTitle"/>
          </p:nvPr>
        </p:nvSpPr>
        <p:spPr>
          <a:xfrm>
            <a:off x="1514520" y="1337400"/>
            <a:ext cx="281052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What it is</a:t>
            </a:r>
            <a:endParaRPr b="0" lang="en-US" sz="1800" spc="-1" strike="noStrike">
              <a:latin typeface="Arial"/>
            </a:endParaRPr>
          </a:p>
        </p:txBody>
      </p:sp>
      <p:sp>
        <p:nvSpPr>
          <p:cNvPr id="629" name="PlaceHolder 8"/>
          <p:cNvSpPr>
            <a:spLocks noGrp="1"/>
          </p:cNvSpPr>
          <p:nvPr>
            <p:ph type="subTitle"/>
          </p:nvPr>
        </p:nvSpPr>
        <p:spPr>
          <a:xfrm>
            <a:off x="4818240" y="1337400"/>
            <a:ext cx="281052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Where it sits</a:t>
            </a:r>
            <a:endParaRPr b="0" lang="en-US" sz="1800" spc="-1" strike="noStrike">
              <a:latin typeface="Arial"/>
            </a:endParaRPr>
          </a:p>
        </p:txBody>
      </p:sp>
      <p:sp>
        <p:nvSpPr>
          <p:cNvPr id="630" name="PlaceHolder 9"/>
          <p:cNvSpPr>
            <a:spLocks noGrp="1"/>
          </p:cNvSpPr>
          <p:nvPr>
            <p:ph type="subTitle"/>
          </p:nvPr>
        </p:nvSpPr>
        <p:spPr>
          <a:xfrm>
            <a:off x="4818240" y="2998080"/>
            <a:ext cx="281052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Output</a:t>
            </a:r>
            <a:endParaRPr b="0" lang="en-US" sz="1800" spc="-1" strike="noStrike">
              <a:latin typeface="Arial"/>
            </a:endParaRPr>
          </a:p>
        </p:txBody>
      </p:sp>
      <p:grpSp>
        <p:nvGrpSpPr>
          <p:cNvPr id="631" name="Google Shape;583;p33"/>
          <p:cNvGrpSpPr/>
          <p:nvPr/>
        </p:nvGrpSpPr>
        <p:grpSpPr>
          <a:xfrm>
            <a:off x="-516960" y="1761480"/>
            <a:ext cx="2065320" cy="2268000"/>
            <a:chOff x="-516960" y="1761480"/>
            <a:chExt cx="2065320" cy="2268000"/>
          </a:xfrm>
        </p:grpSpPr>
        <p:pic>
          <p:nvPicPr>
            <p:cNvPr id="632" name="Google Shape;584;p33" descr=""/>
            <p:cNvPicPr/>
            <p:nvPr/>
          </p:nvPicPr>
          <p:blipFill>
            <a:blip r:embed="rId1"/>
            <a:stretch/>
          </p:blipFill>
          <p:spPr>
            <a:xfrm flipH="1">
              <a:off x="-516960" y="1761480"/>
              <a:ext cx="2065320" cy="2268000"/>
            </a:xfrm>
            <a:prstGeom prst="rect">
              <a:avLst/>
            </a:prstGeom>
            <a:ln w="0">
              <a:noFill/>
            </a:ln>
          </p:spPr>
        </p:pic>
        <p:grpSp>
          <p:nvGrpSpPr>
            <p:cNvPr id="633" name="Google Shape;585;p33"/>
            <p:cNvGrpSpPr/>
            <p:nvPr/>
          </p:nvGrpSpPr>
          <p:grpSpPr>
            <a:xfrm>
              <a:off x="174600" y="2522880"/>
              <a:ext cx="745560" cy="745200"/>
              <a:chOff x="174600" y="2522880"/>
              <a:chExt cx="745560" cy="745200"/>
            </a:xfrm>
          </p:grpSpPr>
          <p:sp>
            <p:nvSpPr>
              <p:cNvPr id="634" name="Google Shape;586;p33"/>
              <p:cNvSpPr/>
              <p:nvPr/>
            </p:nvSpPr>
            <p:spPr>
              <a:xfrm>
                <a:off x="230400" y="2532960"/>
                <a:ext cx="679320" cy="679320"/>
              </a:xfrm>
              <a:custGeom>
                <a:avLst/>
                <a:gdLst/>
                <a:ahLst/>
                <a:rect l="l" t="t" r="r" b="b"/>
                <a:pathLst>
                  <a:path w="25221" h="25221">
                    <a:moveTo>
                      <a:pt x="4056" y="1"/>
                    </a:moveTo>
                    <a:lnTo>
                      <a:pt x="0" y="4056"/>
                    </a:lnTo>
                    <a:lnTo>
                      <a:pt x="8548" y="12618"/>
                    </a:lnTo>
                    <a:lnTo>
                      <a:pt x="0" y="21165"/>
                    </a:lnTo>
                    <a:lnTo>
                      <a:pt x="4056" y="25221"/>
                    </a:lnTo>
                    <a:lnTo>
                      <a:pt x="12603" y="16673"/>
                    </a:lnTo>
                    <a:lnTo>
                      <a:pt x="21165" y="25221"/>
                    </a:lnTo>
                    <a:lnTo>
                      <a:pt x="25220" y="21165"/>
                    </a:lnTo>
                    <a:lnTo>
                      <a:pt x="16673" y="12618"/>
                    </a:lnTo>
                    <a:lnTo>
                      <a:pt x="25220" y="4056"/>
                    </a:lnTo>
                    <a:lnTo>
                      <a:pt x="21165" y="1"/>
                    </a:lnTo>
                    <a:lnTo>
                      <a:pt x="12603" y="8548"/>
                    </a:lnTo>
                    <a:lnTo>
                      <a:pt x="4056" y="1"/>
                    </a:lnTo>
                    <a:close/>
                  </a:path>
                </a:pathLst>
              </a:custGeom>
              <a:solidFill>
                <a:schemeClr val="lt1"/>
              </a:solidFill>
              <a:ln w="0">
                <a:noFill/>
              </a:ln>
            </p:spPr>
            <p:style>
              <a:lnRef idx="0"/>
              <a:fillRef idx="0"/>
              <a:effectRef idx="0"/>
              <a:fontRef idx="minor"/>
            </p:style>
          </p:sp>
          <p:sp>
            <p:nvSpPr>
              <p:cNvPr id="635" name="Google Shape;587;p33"/>
              <p:cNvSpPr/>
              <p:nvPr/>
            </p:nvSpPr>
            <p:spPr>
              <a:xfrm>
                <a:off x="220320" y="2522880"/>
                <a:ext cx="699840" cy="699840"/>
              </a:xfrm>
              <a:custGeom>
                <a:avLst/>
                <a:gdLst/>
                <a:ahLst/>
                <a:rect l="l" t="t" r="r" b="b"/>
                <a:pathLst>
                  <a:path w="25982" h="25982">
                    <a:moveTo>
                      <a:pt x="21546" y="747"/>
                    </a:moveTo>
                    <a:lnTo>
                      <a:pt x="25249" y="4436"/>
                    </a:lnTo>
                    <a:lnTo>
                      <a:pt x="16688" y="12984"/>
                    </a:lnTo>
                    <a:lnTo>
                      <a:pt x="25249" y="21531"/>
                    </a:lnTo>
                    <a:lnTo>
                      <a:pt x="21546" y="25235"/>
                    </a:lnTo>
                    <a:lnTo>
                      <a:pt x="12984" y="16673"/>
                    </a:lnTo>
                    <a:lnTo>
                      <a:pt x="4451" y="25235"/>
                    </a:lnTo>
                    <a:lnTo>
                      <a:pt x="747" y="21545"/>
                    </a:lnTo>
                    <a:lnTo>
                      <a:pt x="9295" y="12998"/>
                    </a:lnTo>
                    <a:lnTo>
                      <a:pt x="747" y="4436"/>
                    </a:lnTo>
                    <a:lnTo>
                      <a:pt x="4437" y="747"/>
                    </a:lnTo>
                    <a:lnTo>
                      <a:pt x="12984" y="9308"/>
                    </a:lnTo>
                    <a:lnTo>
                      <a:pt x="21546" y="747"/>
                    </a:lnTo>
                    <a:close/>
                    <a:moveTo>
                      <a:pt x="4437" y="0"/>
                    </a:moveTo>
                    <a:lnTo>
                      <a:pt x="1" y="4436"/>
                    </a:lnTo>
                    <a:lnTo>
                      <a:pt x="8562" y="12998"/>
                    </a:lnTo>
                    <a:lnTo>
                      <a:pt x="1" y="21545"/>
                    </a:lnTo>
                    <a:lnTo>
                      <a:pt x="4437" y="25981"/>
                    </a:lnTo>
                    <a:lnTo>
                      <a:pt x="12984" y="17419"/>
                    </a:lnTo>
                    <a:lnTo>
                      <a:pt x="21546" y="25981"/>
                    </a:lnTo>
                    <a:lnTo>
                      <a:pt x="25982" y="21545"/>
                    </a:lnTo>
                    <a:lnTo>
                      <a:pt x="17434" y="12998"/>
                    </a:lnTo>
                    <a:lnTo>
                      <a:pt x="25982" y="4436"/>
                    </a:lnTo>
                    <a:lnTo>
                      <a:pt x="21546" y="0"/>
                    </a:lnTo>
                    <a:lnTo>
                      <a:pt x="12984" y="8562"/>
                    </a:lnTo>
                    <a:lnTo>
                      <a:pt x="4437" y="0"/>
                    </a:lnTo>
                    <a:close/>
                  </a:path>
                </a:pathLst>
              </a:custGeom>
              <a:solidFill>
                <a:schemeClr val="dk1"/>
              </a:solidFill>
              <a:ln w="0">
                <a:noFill/>
              </a:ln>
            </p:spPr>
            <p:style>
              <a:lnRef idx="0"/>
              <a:fillRef idx="0"/>
              <a:effectRef idx="0"/>
              <a:fontRef idx="minor"/>
            </p:style>
          </p:sp>
          <p:sp>
            <p:nvSpPr>
              <p:cNvPr id="636" name="Google Shape;588;p33"/>
              <p:cNvSpPr/>
              <p:nvPr/>
            </p:nvSpPr>
            <p:spPr>
              <a:xfrm>
                <a:off x="185040" y="2578680"/>
                <a:ext cx="679320" cy="679320"/>
              </a:xfrm>
              <a:custGeom>
                <a:avLst/>
                <a:gdLst/>
                <a:ahLst/>
                <a:rect l="l" t="t" r="r" b="b"/>
                <a:pathLst>
                  <a:path w="25221" h="25221">
                    <a:moveTo>
                      <a:pt x="4056" y="0"/>
                    </a:moveTo>
                    <a:lnTo>
                      <a:pt x="0" y="4056"/>
                    </a:lnTo>
                    <a:lnTo>
                      <a:pt x="8548" y="12618"/>
                    </a:lnTo>
                    <a:lnTo>
                      <a:pt x="0" y="21165"/>
                    </a:lnTo>
                    <a:lnTo>
                      <a:pt x="4056" y="25221"/>
                    </a:lnTo>
                    <a:lnTo>
                      <a:pt x="12603" y="16673"/>
                    </a:lnTo>
                    <a:lnTo>
                      <a:pt x="21165" y="25221"/>
                    </a:lnTo>
                    <a:lnTo>
                      <a:pt x="25221" y="21165"/>
                    </a:lnTo>
                    <a:lnTo>
                      <a:pt x="16673" y="12618"/>
                    </a:lnTo>
                    <a:lnTo>
                      <a:pt x="25221" y="4056"/>
                    </a:lnTo>
                    <a:lnTo>
                      <a:pt x="21165" y="0"/>
                    </a:lnTo>
                    <a:lnTo>
                      <a:pt x="12603" y="8548"/>
                    </a:lnTo>
                    <a:lnTo>
                      <a:pt x="4056" y="0"/>
                    </a:lnTo>
                    <a:close/>
                  </a:path>
                </a:pathLst>
              </a:custGeom>
              <a:solidFill>
                <a:schemeClr val="lt1"/>
              </a:solidFill>
              <a:ln w="0">
                <a:noFill/>
              </a:ln>
            </p:spPr>
            <p:style>
              <a:lnRef idx="0"/>
              <a:fillRef idx="0"/>
              <a:effectRef idx="0"/>
              <a:fontRef idx="minor"/>
            </p:style>
          </p:sp>
          <p:sp>
            <p:nvSpPr>
              <p:cNvPr id="637" name="Google Shape;589;p33"/>
              <p:cNvSpPr/>
              <p:nvPr/>
            </p:nvSpPr>
            <p:spPr>
              <a:xfrm>
                <a:off x="174600" y="2568600"/>
                <a:ext cx="699840" cy="699480"/>
              </a:xfrm>
              <a:custGeom>
                <a:avLst/>
                <a:gdLst/>
                <a:ahLst/>
                <a:rect l="l" t="t" r="r" b="b"/>
                <a:pathLst>
                  <a:path w="25981" h="25967">
                    <a:moveTo>
                      <a:pt x="21531" y="733"/>
                    </a:moveTo>
                    <a:lnTo>
                      <a:pt x="25220" y="4422"/>
                    </a:lnTo>
                    <a:lnTo>
                      <a:pt x="16673" y="12984"/>
                    </a:lnTo>
                    <a:lnTo>
                      <a:pt x="25234" y="21531"/>
                    </a:lnTo>
                    <a:lnTo>
                      <a:pt x="21545" y="25221"/>
                    </a:lnTo>
                    <a:lnTo>
                      <a:pt x="12983" y="16673"/>
                    </a:lnTo>
                    <a:lnTo>
                      <a:pt x="4450" y="25221"/>
                    </a:lnTo>
                    <a:lnTo>
                      <a:pt x="746" y="21531"/>
                    </a:lnTo>
                    <a:lnTo>
                      <a:pt x="9294" y="12984"/>
                    </a:lnTo>
                    <a:lnTo>
                      <a:pt x="732" y="4422"/>
                    </a:lnTo>
                    <a:lnTo>
                      <a:pt x="4436" y="747"/>
                    </a:lnTo>
                    <a:lnTo>
                      <a:pt x="12983" y="9294"/>
                    </a:lnTo>
                    <a:lnTo>
                      <a:pt x="21531" y="733"/>
                    </a:lnTo>
                    <a:close/>
                    <a:moveTo>
                      <a:pt x="4436" y="0"/>
                    </a:moveTo>
                    <a:lnTo>
                      <a:pt x="0" y="4422"/>
                    </a:lnTo>
                    <a:lnTo>
                      <a:pt x="8548" y="12984"/>
                    </a:lnTo>
                    <a:lnTo>
                      <a:pt x="0" y="21531"/>
                    </a:lnTo>
                    <a:lnTo>
                      <a:pt x="4436" y="25967"/>
                    </a:lnTo>
                    <a:lnTo>
                      <a:pt x="12983" y="17419"/>
                    </a:lnTo>
                    <a:lnTo>
                      <a:pt x="21545" y="25967"/>
                    </a:lnTo>
                    <a:lnTo>
                      <a:pt x="25981" y="21531"/>
                    </a:lnTo>
                    <a:lnTo>
                      <a:pt x="17433" y="12984"/>
                    </a:lnTo>
                    <a:lnTo>
                      <a:pt x="25967" y="4422"/>
                    </a:lnTo>
                    <a:lnTo>
                      <a:pt x="21545" y="0"/>
                    </a:lnTo>
                    <a:lnTo>
                      <a:pt x="12983" y="8548"/>
                    </a:lnTo>
                    <a:lnTo>
                      <a:pt x="4436" y="0"/>
                    </a:lnTo>
                    <a:close/>
                  </a:path>
                </a:pathLst>
              </a:custGeom>
              <a:solidFill>
                <a:schemeClr val="dk1"/>
              </a:solidFill>
              <a:ln w="0">
                <a:noFill/>
              </a:ln>
            </p:spPr>
            <p:style>
              <a:lnRef idx="0"/>
              <a:fillRef idx="0"/>
              <a:effectRef idx="0"/>
              <a:fontRef idx="minor"/>
            </p:style>
          </p:sp>
        </p:grpSp>
      </p:grpSp>
      <p:sp>
        <p:nvSpPr>
          <p:cNvPr id="638" name="TextBox 589"/>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639" name="TextBox 590"/>
          <p:cNvSpPr/>
          <p:nvPr/>
        </p:nvSpPr>
        <p:spPr>
          <a:xfrm>
            <a:off x="8269200" y="4956120"/>
            <a:ext cx="5760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9</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ubTitle"/>
          </p:nvPr>
        </p:nvSpPr>
        <p:spPr>
          <a:xfrm>
            <a:off x="4798800" y="2246400"/>
            <a:ext cx="305820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How What-If DB handles it</a:t>
            </a:r>
            <a:endParaRPr b="0" lang="en-US" sz="1800" spc="-1" strike="noStrike">
              <a:latin typeface="Arial"/>
            </a:endParaRPr>
          </a:p>
        </p:txBody>
      </p:sp>
      <p:sp>
        <p:nvSpPr>
          <p:cNvPr id="641" name="PlaceHolder 2"/>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What the Framework Does</a:t>
            </a:r>
            <a:endParaRPr b="0" lang="en-US" sz="3000" spc="-1" strike="noStrike">
              <a:solidFill>
                <a:srgbClr val="000000"/>
              </a:solidFill>
              <a:latin typeface="Arial"/>
            </a:endParaRPr>
          </a:p>
        </p:txBody>
      </p:sp>
      <p:sp>
        <p:nvSpPr>
          <p:cNvPr id="642" name="PlaceHolder 3"/>
          <p:cNvSpPr>
            <a:spLocks noGrp="1"/>
          </p:cNvSpPr>
          <p:nvPr>
            <p:ph type="subTitle"/>
          </p:nvPr>
        </p:nvSpPr>
        <p:spPr>
          <a:xfrm>
            <a:off x="4798800" y="2583720"/>
            <a:ext cx="3058200" cy="14446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It parses the statement, takes baseline metrics, applies the change in a transaction, compares, and rolls back. Diagram 2 shows the six steps.</a:t>
            </a:r>
            <a:endParaRPr b="0" lang="en-US" sz="1200" spc="-1" strike="noStrike">
              <a:latin typeface="Arial"/>
            </a:endParaRPr>
          </a:p>
        </p:txBody>
      </p:sp>
      <p:sp>
        <p:nvSpPr>
          <p:cNvPr id="643" name="PlaceHolder 4"/>
          <p:cNvSpPr>
            <a:spLocks noGrp="1"/>
          </p:cNvSpPr>
          <p:nvPr>
            <p:ph type="subTitle"/>
          </p:nvPr>
        </p:nvSpPr>
        <p:spPr>
          <a:xfrm>
            <a:off x="1286640" y="2583720"/>
            <a:ext cx="3058200" cy="14446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One change spreads through derived values, views, constraints and other tables, and the full effect stays hidden until commit. Diagram 1 traces this ripple step by step.</a:t>
            </a:r>
            <a:endParaRPr b="0" lang="en-US" sz="1200" spc="-1" strike="noStrike">
              <a:latin typeface="Arial"/>
            </a:endParaRPr>
          </a:p>
        </p:txBody>
      </p:sp>
      <p:sp>
        <p:nvSpPr>
          <p:cNvPr id="644" name="PlaceHolder 5"/>
          <p:cNvSpPr>
            <a:spLocks noGrp="1"/>
          </p:cNvSpPr>
          <p:nvPr>
            <p:ph type="subTitle"/>
          </p:nvPr>
        </p:nvSpPr>
        <p:spPr>
          <a:xfrm>
            <a:off x="1286640" y="2246400"/>
            <a:ext cx="305820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The ripple effect</a:t>
            </a:r>
            <a:endParaRPr b="0" lang="en-US" sz="1800" spc="-1" strike="noStrike">
              <a:latin typeface="Arial"/>
            </a:endParaRPr>
          </a:p>
        </p:txBody>
      </p:sp>
      <p:grpSp>
        <p:nvGrpSpPr>
          <p:cNvPr id="645" name="Google Shape;543;p31"/>
          <p:cNvGrpSpPr/>
          <p:nvPr/>
        </p:nvGrpSpPr>
        <p:grpSpPr>
          <a:xfrm>
            <a:off x="2621520" y="1652760"/>
            <a:ext cx="388440" cy="368640"/>
            <a:chOff x="2621520" y="1652760"/>
            <a:chExt cx="388440" cy="368640"/>
          </a:xfrm>
        </p:grpSpPr>
        <p:sp>
          <p:nvSpPr>
            <p:cNvPr id="646" name="Google Shape;544;p31"/>
            <p:cNvSpPr/>
            <p:nvPr/>
          </p:nvSpPr>
          <p:spPr>
            <a:xfrm>
              <a:off x="2853360" y="1826640"/>
              <a:ext cx="21240" cy="20880"/>
            </a:xfrm>
            <a:custGeom>
              <a:avLst/>
              <a:gdLst/>
              <a:ahLst/>
              <a:rect l="l" t="t" r="r" b="b"/>
              <a:pathLst>
                <a:path w="721" h="720">
                  <a:moveTo>
                    <a:pt x="361" y="0"/>
                  </a:moveTo>
                  <a:cubicBezTo>
                    <a:pt x="155" y="0"/>
                    <a:pt x="1" y="154"/>
                    <a:pt x="1" y="360"/>
                  </a:cubicBezTo>
                  <a:cubicBezTo>
                    <a:pt x="1" y="566"/>
                    <a:pt x="155" y="720"/>
                    <a:pt x="361" y="720"/>
                  </a:cubicBezTo>
                  <a:cubicBezTo>
                    <a:pt x="549" y="720"/>
                    <a:pt x="721" y="566"/>
                    <a:pt x="721" y="360"/>
                  </a:cubicBezTo>
                  <a:cubicBezTo>
                    <a:pt x="721" y="154"/>
                    <a:pt x="549" y="0"/>
                    <a:pt x="361" y="0"/>
                  </a:cubicBezTo>
                  <a:close/>
                </a:path>
              </a:pathLst>
            </a:custGeom>
            <a:solidFill>
              <a:schemeClr val="dk2"/>
            </a:solidFill>
            <a:ln w="0">
              <a:noFill/>
            </a:ln>
          </p:spPr>
          <p:style>
            <a:lnRef idx="0"/>
            <a:fillRef idx="0"/>
            <a:effectRef idx="0"/>
            <a:fontRef idx="minor"/>
          </p:style>
        </p:sp>
        <p:sp>
          <p:nvSpPr>
            <p:cNvPr id="647" name="Google Shape;545;p31"/>
            <p:cNvSpPr/>
            <p:nvPr/>
          </p:nvSpPr>
          <p:spPr>
            <a:xfrm>
              <a:off x="2795400" y="1826640"/>
              <a:ext cx="21600" cy="20880"/>
            </a:xfrm>
            <a:custGeom>
              <a:avLst/>
              <a:gdLst/>
              <a:ahLst/>
              <a:rect l="l" t="t" r="r" b="b"/>
              <a:pathLst>
                <a:path w="738" h="720">
                  <a:moveTo>
                    <a:pt x="378" y="0"/>
                  </a:moveTo>
                  <a:cubicBezTo>
                    <a:pt x="275" y="0"/>
                    <a:pt x="172" y="35"/>
                    <a:pt x="121" y="103"/>
                  </a:cubicBezTo>
                  <a:cubicBezTo>
                    <a:pt x="35" y="172"/>
                    <a:pt x="1" y="257"/>
                    <a:pt x="1" y="360"/>
                  </a:cubicBezTo>
                  <a:cubicBezTo>
                    <a:pt x="1" y="463"/>
                    <a:pt x="52" y="549"/>
                    <a:pt x="121" y="617"/>
                  </a:cubicBezTo>
                  <a:cubicBezTo>
                    <a:pt x="189" y="686"/>
                    <a:pt x="275" y="720"/>
                    <a:pt x="378" y="720"/>
                  </a:cubicBezTo>
                  <a:cubicBezTo>
                    <a:pt x="566" y="720"/>
                    <a:pt x="737" y="566"/>
                    <a:pt x="737" y="360"/>
                  </a:cubicBezTo>
                  <a:cubicBezTo>
                    <a:pt x="737" y="154"/>
                    <a:pt x="566" y="0"/>
                    <a:pt x="378" y="0"/>
                  </a:cubicBezTo>
                  <a:close/>
                </a:path>
              </a:pathLst>
            </a:custGeom>
            <a:solidFill>
              <a:schemeClr val="dk2"/>
            </a:solidFill>
            <a:ln w="0">
              <a:noFill/>
            </a:ln>
          </p:spPr>
          <p:style>
            <a:lnRef idx="0"/>
            <a:fillRef idx="0"/>
            <a:effectRef idx="0"/>
            <a:fontRef idx="minor"/>
          </p:style>
        </p:sp>
        <p:sp>
          <p:nvSpPr>
            <p:cNvPr id="648" name="Google Shape;546;p31"/>
            <p:cNvSpPr/>
            <p:nvPr/>
          </p:nvSpPr>
          <p:spPr>
            <a:xfrm>
              <a:off x="2737440" y="1826640"/>
              <a:ext cx="21600" cy="20880"/>
            </a:xfrm>
            <a:custGeom>
              <a:avLst/>
              <a:gdLst/>
              <a:ahLst/>
              <a:rect l="l" t="t" r="r" b="b"/>
              <a:pathLst>
                <a:path w="738" h="720">
                  <a:moveTo>
                    <a:pt x="371" y="0"/>
                  </a:moveTo>
                  <a:cubicBezTo>
                    <a:pt x="279" y="0"/>
                    <a:pt x="189" y="35"/>
                    <a:pt x="120" y="103"/>
                  </a:cubicBezTo>
                  <a:cubicBezTo>
                    <a:pt x="35" y="172"/>
                    <a:pt x="0" y="257"/>
                    <a:pt x="0" y="360"/>
                  </a:cubicBezTo>
                  <a:cubicBezTo>
                    <a:pt x="0" y="463"/>
                    <a:pt x="52" y="549"/>
                    <a:pt x="120" y="617"/>
                  </a:cubicBezTo>
                  <a:cubicBezTo>
                    <a:pt x="189" y="686"/>
                    <a:pt x="274" y="720"/>
                    <a:pt x="377" y="720"/>
                  </a:cubicBezTo>
                  <a:cubicBezTo>
                    <a:pt x="463" y="720"/>
                    <a:pt x="549" y="686"/>
                    <a:pt x="634" y="617"/>
                  </a:cubicBezTo>
                  <a:cubicBezTo>
                    <a:pt x="686" y="549"/>
                    <a:pt x="737" y="463"/>
                    <a:pt x="737" y="360"/>
                  </a:cubicBezTo>
                  <a:cubicBezTo>
                    <a:pt x="737" y="257"/>
                    <a:pt x="703" y="172"/>
                    <a:pt x="634" y="103"/>
                  </a:cubicBezTo>
                  <a:cubicBezTo>
                    <a:pt x="557" y="35"/>
                    <a:pt x="463" y="0"/>
                    <a:pt x="371" y="0"/>
                  </a:cubicBezTo>
                  <a:close/>
                </a:path>
              </a:pathLst>
            </a:custGeom>
            <a:solidFill>
              <a:schemeClr val="dk2"/>
            </a:solidFill>
            <a:ln w="0">
              <a:noFill/>
            </a:ln>
          </p:spPr>
          <p:style>
            <a:lnRef idx="0"/>
            <a:fillRef idx="0"/>
            <a:effectRef idx="0"/>
            <a:fontRef idx="minor"/>
          </p:style>
        </p:sp>
        <p:sp>
          <p:nvSpPr>
            <p:cNvPr id="649" name="Google Shape;547;p31"/>
            <p:cNvSpPr/>
            <p:nvPr/>
          </p:nvSpPr>
          <p:spPr>
            <a:xfrm>
              <a:off x="2679840" y="1826640"/>
              <a:ext cx="20880" cy="20880"/>
            </a:xfrm>
            <a:custGeom>
              <a:avLst/>
              <a:gdLst/>
              <a:ahLst/>
              <a:rect l="l" t="t" r="r" b="b"/>
              <a:pathLst>
                <a:path w="720" h="720">
                  <a:moveTo>
                    <a:pt x="360" y="0"/>
                  </a:moveTo>
                  <a:cubicBezTo>
                    <a:pt x="154" y="0"/>
                    <a:pt x="0" y="154"/>
                    <a:pt x="0" y="360"/>
                  </a:cubicBezTo>
                  <a:cubicBezTo>
                    <a:pt x="0" y="566"/>
                    <a:pt x="154" y="720"/>
                    <a:pt x="360" y="720"/>
                  </a:cubicBezTo>
                  <a:cubicBezTo>
                    <a:pt x="446" y="720"/>
                    <a:pt x="548" y="686"/>
                    <a:pt x="617" y="617"/>
                  </a:cubicBezTo>
                  <a:cubicBezTo>
                    <a:pt x="685" y="549"/>
                    <a:pt x="720" y="463"/>
                    <a:pt x="720" y="360"/>
                  </a:cubicBezTo>
                  <a:cubicBezTo>
                    <a:pt x="720" y="257"/>
                    <a:pt x="685" y="172"/>
                    <a:pt x="617" y="103"/>
                  </a:cubicBezTo>
                  <a:cubicBezTo>
                    <a:pt x="548" y="35"/>
                    <a:pt x="463" y="0"/>
                    <a:pt x="360" y="0"/>
                  </a:cubicBezTo>
                  <a:close/>
                </a:path>
              </a:pathLst>
            </a:custGeom>
            <a:solidFill>
              <a:schemeClr val="dk2"/>
            </a:solidFill>
            <a:ln w="0">
              <a:noFill/>
            </a:ln>
          </p:spPr>
          <p:style>
            <a:lnRef idx="0"/>
            <a:fillRef idx="0"/>
            <a:effectRef idx="0"/>
            <a:fontRef idx="minor"/>
          </p:style>
        </p:sp>
        <p:sp>
          <p:nvSpPr>
            <p:cNvPr id="650" name="Google Shape;548;p31"/>
            <p:cNvSpPr/>
            <p:nvPr/>
          </p:nvSpPr>
          <p:spPr>
            <a:xfrm>
              <a:off x="2679840" y="1884240"/>
              <a:ext cx="20880" cy="21600"/>
            </a:xfrm>
            <a:custGeom>
              <a:avLst/>
              <a:gdLst/>
              <a:ahLst/>
              <a:rect l="l" t="t" r="r" b="b"/>
              <a:pathLst>
                <a:path w="720" h="740">
                  <a:moveTo>
                    <a:pt x="360" y="0"/>
                  </a:moveTo>
                  <a:cubicBezTo>
                    <a:pt x="154" y="18"/>
                    <a:pt x="0" y="172"/>
                    <a:pt x="0" y="377"/>
                  </a:cubicBezTo>
                  <a:cubicBezTo>
                    <a:pt x="0" y="597"/>
                    <a:pt x="172" y="739"/>
                    <a:pt x="358" y="739"/>
                  </a:cubicBezTo>
                  <a:cubicBezTo>
                    <a:pt x="447" y="739"/>
                    <a:pt x="539" y="707"/>
                    <a:pt x="617" y="634"/>
                  </a:cubicBezTo>
                  <a:cubicBezTo>
                    <a:pt x="685" y="566"/>
                    <a:pt x="720" y="463"/>
                    <a:pt x="720" y="377"/>
                  </a:cubicBezTo>
                  <a:cubicBezTo>
                    <a:pt x="720" y="275"/>
                    <a:pt x="685" y="189"/>
                    <a:pt x="617" y="120"/>
                  </a:cubicBezTo>
                  <a:cubicBezTo>
                    <a:pt x="548" y="52"/>
                    <a:pt x="463" y="18"/>
                    <a:pt x="360" y="0"/>
                  </a:cubicBezTo>
                  <a:close/>
                </a:path>
              </a:pathLst>
            </a:custGeom>
            <a:solidFill>
              <a:schemeClr val="dk2"/>
            </a:solidFill>
            <a:ln w="0">
              <a:noFill/>
            </a:ln>
          </p:spPr>
          <p:style>
            <a:lnRef idx="0"/>
            <a:fillRef idx="0"/>
            <a:effectRef idx="0"/>
            <a:fontRef idx="minor"/>
          </p:style>
        </p:sp>
        <p:sp>
          <p:nvSpPr>
            <p:cNvPr id="651" name="Google Shape;549;p31"/>
            <p:cNvSpPr/>
            <p:nvPr/>
          </p:nvSpPr>
          <p:spPr>
            <a:xfrm>
              <a:off x="2893680" y="1900800"/>
              <a:ext cx="48960" cy="45360"/>
            </a:xfrm>
            <a:custGeom>
              <a:avLst/>
              <a:gdLst/>
              <a:ahLst/>
              <a:rect l="l" t="t" r="r" b="b"/>
              <a:pathLst>
                <a:path w="1663" h="1534">
                  <a:moveTo>
                    <a:pt x="362" y="0"/>
                  </a:moveTo>
                  <a:cubicBezTo>
                    <a:pt x="189" y="0"/>
                    <a:pt x="18" y="112"/>
                    <a:pt x="1" y="334"/>
                  </a:cubicBezTo>
                  <a:lnTo>
                    <a:pt x="1" y="1174"/>
                  </a:lnTo>
                  <a:cubicBezTo>
                    <a:pt x="1" y="1380"/>
                    <a:pt x="172" y="1534"/>
                    <a:pt x="360" y="1534"/>
                  </a:cubicBezTo>
                  <a:lnTo>
                    <a:pt x="1217" y="1534"/>
                  </a:lnTo>
                  <a:cubicBezTo>
                    <a:pt x="1663" y="1500"/>
                    <a:pt x="1663" y="848"/>
                    <a:pt x="1217" y="814"/>
                  </a:cubicBezTo>
                  <a:lnTo>
                    <a:pt x="737" y="814"/>
                  </a:lnTo>
                  <a:lnTo>
                    <a:pt x="737" y="334"/>
                  </a:lnTo>
                  <a:cubicBezTo>
                    <a:pt x="712" y="112"/>
                    <a:pt x="536" y="0"/>
                    <a:pt x="362" y="0"/>
                  </a:cubicBezTo>
                  <a:close/>
                </a:path>
              </a:pathLst>
            </a:custGeom>
            <a:solidFill>
              <a:schemeClr val="dk2"/>
            </a:solidFill>
            <a:ln w="0">
              <a:noFill/>
            </a:ln>
          </p:spPr>
          <p:style>
            <a:lnRef idx="0"/>
            <a:fillRef idx="0"/>
            <a:effectRef idx="0"/>
            <a:fontRef idx="minor"/>
          </p:style>
        </p:sp>
        <p:sp>
          <p:nvSpPr>
            <p:cNvPr id="652" name="Google Shape;550;p31"/>
            <p:cNvSpPr/>
            <p:nvPr/>
          </p:nvSpPr>
          <p:spPr>
            <a:xfrm>
              <a:off x="2728440" y="1874520"/>
              <a:ext cx="38880" cy="37080"/>
            </a:xfrm>
            <a:custGeom>
              <a:avLst/>
              <a:gdLst/>
              <a:ahLst/>
              <a:rect l="l" t="t" r="r" b="b"/>
              <a:pathLst>
                <a:path w="1321" h="1261">
                  <a:moveTo>
                    <a:pt x="678" y="0"/>
                  </a:moveTo>
                  <a:cubicBezTo>
                    <a:pt x="350" y="0"/>
                    <a:pt x="29" y="310"/>
                    <a:pt x="155" y="712"/>
                  </a:cubicBezTo>
                  <a:cubicBezTo>
                    <a:pt x="1" y="952"/>
                    <a:pt x="189" y="1261"/>
                    <a:pt x="464" y="1261"/>
                  </a:cubicBezTo>
                  <a:cubicBezTo>
                    <a:pt x="524" y="1226"/>
                    <a:pt x="592" y="1209"/>
                    <a:pt x="661" y="1209"/>
                  </a:cubicBezTo>
                  <a:cubicBezTo>
                    <a:pt x="729" y="1209"/>
                    <a:pt x="798" y="1226"/>
                    <a:pt x="858" y="1261"/>
                  </a:cubicBezTo>
                  <a:cubicBezTo>
                    <a:pt x="1149" y="1261"/>
                    <a:pt x="1320" y="952"/>
                    <a:pt x="1166" y="712"/>
                  </a:cubicBezTo>
                  <a:cubicBezTo>
                    <a:pt x="1252" y="558"/>
                    <a:pt x="1235" y="370"/>
                    <a:pt x="1115" y="250"/>
                  </a:cubicBezTo>
                  <a:cubicBezTo>
                    <a:pt x="1002" y="75"/>
                    <a:pt x="839" y="0"/>
                    <a:pt x="678" y="0"/>
                  </a:cubicBezTo>
                  <a:close/>
                </a:path>
              </a:pathLst>
            </a:custGeom>
            <a:solidFill>
              <a:schemeClr val="dk2"/>
            </a:solidFill>
            <a:ln w="0">
              <a:noFill/>
            </a:ln>
          </p:spPr>
          <p:style>
            <a:lnRef idx="0"/>
            <a:fillRef idx="0"/>
            <a:effectRef idx="0"/>
            <a:fontRef idx="minor"/>
          </p:style>
        </p:sp>
        <p:sp>
          <p:nvSpPr>
            <p:cNvPr id="653" name="Google Shape;551;p31"/>
            <p:cNvSpPr/>
            <p:nvPr/>
          </p:nvSpPr>
          <p:spPr>
            <a:xfrm>
              <a:off x="2621520" y="1652760"/>
              <a:ext cx="388440" cy="368640"/>
            </a:xfrm>
            <a:custGeom>
              <a:avLst/>
              <a:gdLst/>
              <a:ahLst/>
              <a:rect l="l" t="t" r="r" b="b"/>
              <a:pathLst>
                <a:path w="13075" h="12412">
                  <a:moveTo>
                    <a:pt x="9733" y="4640"/>
                  </a:moveTo>
                  <a:lnTo>
                    <a:pt x="9733" y="6644"/>
                  </a:lnTo>
                  <a:lnTo>
                    <a:pt x="9527" y="6644"/>
                  </a:lnTo>
                  <a:cubicBezTo>
                    <a:pt x="7917" y="6644"/>
                    <a:pt x="6632" y="7930"/>
                    <a:pt x="6632" y="9540"/>
                  </a:cubicBezTo>
                  <a:lnTo>
                    <a:pt x="6632" y="9746"/>
                  </a:lnTo>
                  <a:lnTo>
                    <a:pt x="1337" y="9746"/>
                  </a:lnTo>
                  <a:cubicBezTo>
                    <a:pt x="995" y="9746"/>
                    <a:pt x="738" y="9472"/>
                    <a:pt x="738" y="9146"/>
                  </a:cubicBezTo>
                  <a:lnTo>
                    <a:pt x="738" y="4640"/>
                  </a:lnTo>
                  <a:close/>
                  <a:moveTo>
                    <a:pt x="9512" y="7354"/>
                  </a:moveTo>
                  <a:cubicBezTo>
                    <a:pt x="10626" y="7354"/>
                    <a:pt x="11692" y="8216"/>
                    <a:pt x="11704" y="9523"/>
                  </a:cubicBezTo>
                  <a:cubicBezTo>
                    <a:pt x="11704" y="10722"/>
                    <a:pt x="10727" y="11699"/>
                    <a:pt x="9527" y="11699"/>
                  </a:cubicBezTo>
                  <a:cubicBezTo>
                    <a:pt x="7591" y="11699"/>
                    <a:pt x="6632" y="9369"/>
                    <a:pt x="7985" y="7998"/>
                  </a:cubicBezTo>
                  <a:cubicBezTo>
                    <a:pt x="8431" y="7553"/>
                    <a:pt x="8977" y="7354"/>
                    <a:pt x="9512" y="7354"/>
                  </a:cubicBezTo>
                  <a:close/>
                  <a:moveTo>
                    <a:pt x="5878" y="1"/>
                  </a:moveTo>
                  <a:cubicBezTo>
                    <a:pt x="5698" y="1"/>
                    <a:pt x="5518" y="125"/>
                    <a:pt x="5518" y="373"/>
                  </a:cubicBezTo>
                  <a:lnTo>
                    <a:pt x="5518" y="785"/>
                  </a:lnTo>
                  <a:lnTo>
                    <a:pt x="5021" y="785"/>
                  </a:lnTo>
                  <a:lnTo>
                    <a:pt x="5021" y="1933"/>
                  </a:lnTo>
                  <a:cubicBezTo>
                    <a:pt x="5021" y="2172"/>
                    <a:pt x="4837" y="2292"/>
                    <a:pt x="4653" y="2292"/>
                  </a:cubicBezTo>
                  <a:cubicBezTo>
                    <a:pt x="4469" y="2292"/>
                    <a:pt x="4284" y="2172"/>
                    <a:pt x="4284" y="1933"/>
                  </a:cubicBezTo>
                  <a:lnTo>
                    <a:pt x="4284" y="373"/>
                  </a:lnTo>
                  <a:cubicBezTo>
                    <a:pt x="4267" y="151"/>
                    <a:pt x="4096" y="39"/>
                    <a:pt x="3925" y="39"/>
                  </a:cubicBezTo>
                  <a:cubicBezTo>
                    <a:pt x="3753" y="39"/>
                    <a:pt x="3582" y="151"/>
                    <a:pt x="3565" y="373"/>
                  </a:cubicBezTo>
                  <a:lnTo>
                    <a:pt x="3565" y="785"/>
                  </a:lnTo>
                  <a:lnTo>
                    <a:pt x="3068" y="785"/>
                  </a:lnTo>
                  <a:lnTo>
                    <a:pt x="3068" y="1933"/>
                  </a:lnTo>
                  <a:cubicBezTo>
                    <a:pt x="3068" y="2172"/>
                    <a:pt x="2888" y="2292"/>
                    <a:pt x="2708" y="2292"/>
                  </a:cubicBezTo>
                  <a:cubicBezTo>
                    <a:pt x="2528" y="2292"/>
                    <a:pt x="2348" y="2172"/>
                    <a:pt x="2348" y="1933"/>
                  </a:cubicBezTo>
                  <a:lnTo>
                    <a:pt x="2348" y="373"/>
                  </a:lnTo>
                  <a:cubicBezTo>
                    <a:pt x="2331" y="151"/>
                    <a:pt x="2155" y="39"/>
                    <a:pt x="1980" y="39"/>
                  </a:cubicBezTo>
                  <a:cubicBezTo>
                    <a:pt x="1804" y="39"/>
                    <a:pt x="1629" y="151"/>
                    <a:pt x="1611" y="373"/>
                  </a:cubicBezTo>
                  <a:lnTo>
                    <a:pt x="1611" y="785"/>
                  </a:lnTo>
                  <a:lnTo>
                    <a:pt x="1354" y="785"/>
                  </a:lnTo>
                  <a:cubicBezTo>
                    <a:pt x="600" y="785"/>
                    <a:pt x="1" y="1384"/>
                    <a:pt x="18" y="2121"/>
                  </a:cubicBezTo>
                  <a:lnTo>
                    <a:pt x="18" y="9129"/>
                  </a:lnTo>
                  <a:cubicBezTo>
                    <a:pt x="18" y="9866"/>
                    <a:pt x="600" y="10465"/>
                    <a:pt x="1354" y="10465"/>
                  </a:cubicBezTo>
                  <a:lnTo>
                    <a:pt x="6786" y="10465"/>
                  </a:lnTo>
                  <a:cubicBezTo>
                    <a:pt x="7219" y="11712"/>
                    <a:pt x="8362" y="12411"/>
                    <a:pt x="9528" y="12411"/>
                  </a:cubicBezTo>
                  <a:cubicBezTo>
                    <a:pt x="10253" y="12411"/>
                    <a:pt x="10988" y="12140"/>
                    <a:pt x="11566" y="11562"/>
                  </a:cubicBezTo>
                  <a:cubicBezTo>
                    <a:pt x="13074" y="10054"/>
                    <a:pt x="12492" y="7484"/>
                    <a:pt x="10470" y="6782"/>
                  </a:cubicBezTo>
                  <a:lnTo>
                    <a:pt x="10470" y="2138"/>
                  </a:lnTo>
                  <a:cubicBezTo>
                    <a:pt x="10470" y="1384"/>
                    <a:pt x="9870" y="785"/>
                    <a:pt x="9133" y="785"/>
                  </a:cubicBezTo>
                  <a:lnTo>
                    <a:pt x="8911" y="785"/>
                  </a:lnTo>
                  <a:lnTo>
                    <a:pt x="8911" y="1933"/>
                  </a:lnTo>
                  <a:cubicBezTo>
                    <a:pt x="8894" y="2155"/>
                    <a:pt x="8722" y="2267"/>
                    <a:pt x="8551" y="2267"/>
                  </a:cubicBezTo>
                  <a:cubicBezTo>
                    <a:pt x="8379" y="2267"/>
                    <a:pt x="8208" y="2155"/>
                    <a:pt x="8191" y="1933"/>
                  </a:cubicBezTo>
                  <a:lnTo>
                    <a:pt x="8191" y="373"/>
                  </a:lnTo>
                  <a:cubicBezTo>
                    <a:pt x="8191" y="125"/>
                    <a:pt x="8007" y="1"/>
                    <a:pt x="7823" y="1"/>
                  </a:cubicBezTo>
                  <a:cubicBezTo>
                    <a:pt x="7638" y="1"/>
                    <a:pt x="7454" y="125"/>
                    <a:pt x="7454" y="373"/>
                  </a:cubicBezTo>
                  <a:lnTo>
                    <a:pt x="7454" y="785"/>
                  </a:lnTo>
                  <a:lnTo>
                    <a:pt x="6974" y="785"/>
                  </a:lnTo>
                  <a:lnTo>
                    <a:pt x="6974" y="1933"/>
                  </a:lnTo>
                  <a:cubicBezTo>
                    <a:pt x="6949" y="2155"/>
                    <a:pt x="6773" y="2267"/>
                    <a:pt x="6600" y="2267"/>
                  </a:cubicBezTo>
                  <a:cubicBezTo>
                    <a:pt x="6426" y="2267"/>
                    <a:pt x="6255" y="2155"/>
                    <a:pt x="6238" y="1933"/>
                  </a:cubicBezTo>
                  <a:lnTo>
                    <a:pt x="6238" y="373"/>
                  </a:lnTo>
                  <a:cubicBezTo>
                    <a:pt x="6238" y="125"/>
                    <a:pt x="6058" y="1"/>
                    <a:pt x="5878" y="1"/>
                  </a:cubicBezTo>
                  <a:close/>
                </a:path>
              </a:pathLst>
            </a:custGeom>
            <a:solidFill>
              <a:schemeClr val="dk2"/>
            </a:solidFill>
            <a:ln w="0">
              <a:noFill/>
            </a:ln>
          </p:spPr>
          <p:style>
            <a:lnRef idx="0"/>
            <a:fillRef idx="0"/>
            <a:effectRef idx="0"/>
            <a:fontRef idx="minor"/>
          </p:style>
        </p:sp>
      </p:grpSp>
      <p:sp>
        <p:nvSpPr>
          <p:cNvPr id="654" name="Google Shape;552;p31"/>
          <p:cNvSpPr/>
          <p:nvPr/>
        </p:nvSpPr>
        <p:spPr>
          <a:xfrm>
            <a:off x="6143760" y="1653120"/>
            <a:ext cx="367920" cy="368640"/>
          </a:xfrm>
          <a:custGeom>
            <a:avLst/>
            <a:gdLst/>
            <a:ahLst/>
            <a:rect l="l" t="t" r="r" b="b"/>
            <a:pathLst>
              <a:path w="12389" h="12409">
                <a:moveTo>
                  <a:pt x="4455" y="720"/>
                </a:moveTo>
                <a:cubicBezTo>
                  <a:pt x="4798" y="720"/>
                  <a:pt x="5055" y="994"/>
                  <a:pt x="5072" y="1337"/>
                </a:cubicBezTo>
                <a:lnTo>
                  <a:pt x="5072" y="3290"/>
                </a:lnTo>
                <a:cubicBezTo>
                  <a:pt x="5055" y="3616"/>
                  <a:pt x="4798" y="3890"/>
                  <a:pt x="4455" y="3890"/>
                </a:cubicBezTo>
                <a:lnTo>
                  <a:pt x="1337" y="3890"/>
                </a:lnTo>
                <a:cubicBezTo>
                  <a:pt x="994" y="3890"/>
                  <a:pt x="720" y="3616"/>
                  <a:pt x="737" y="3290"/>
                </a:cubicBezTo>
                <a:lnTo>
                  <a:pt x="737" y="1337"/>
                </a:lnTo>
                <a:cubicBezTo>
                  <a:pt x="720" y="994"/>
                  <a:pt x="994" y="720"/>
                  <a:pt x="1337" y="720"/>
                </a:cubicBezTo>
                <a:close/>
                <a:moveTo>
                  <a:pt x="9733" y="2673"/>
                </a:moveTo>
                <a:lnTo>
                  <a:pt x="9733" y="5843"/>
                </a:lnTo>
                <a:lnTo>
                  <a:pt x="7951" y="5843"/>
                </a:lnTo>
                <a:cubicBezTo>
                  <a:pt x="7214" y="5843"/>
                  <a:pt x="6614" y="6443"/>
                  <a:pt x="6614" y="7180"/>
                </a:cubicBezTo>
                <a:lnTo>
                  <a:pt x="6614" y="9133"/>
                </a:lnTo>
                <a:lnTo>
                  <a:pt x="6614" y="9219"/>
                </a:lnTo>
                <a:lnTo>
                  <a:pt x="6254" y="8876"/>
                </a:lnTo>
                <a:cubicBezTo>
                  <a:pt x="6186" y="8799"/>
                  <a:pt x="6092" y="8760"/>
                  <a:pt x="5997" y="8760"/>
                </a:cubicBezTo>
                <a:cubicBezTo>
                  <a:pt x="5903" y="8760"/>
                  <a:pt x="5809" y="8799"/>
                  <a:pt x="5740" y="8876"/>
                </a:cubicBezTo>
                <a:cubicBezTo>
                  <a:pt x="5586" y="9013"/>
                  <a:pt x="5586" y="9236"/>
                  <a:pt x="5740" y="9390"/>
                </a:cubicBezTo>
                <a:lnTo>
                  <a:pt x="6083" y="9733"/>
                </a:lnTo>
                <a:lnTo>
                  <a:pt x="2656" y="9733"/>
                </a:lnTo>
                <a:lnTo>
                  <a:pt x="2673" y="6563"/>
                </a:lnTo>
                <a:lnTo>
                  <a:pt x="4644" y="6563"/>
                </a:lnTo>
                <a:cubicBezTo>
                  <a:pt x="5141" y="6563"/>
                  <a:pt x="5141" y="5843"/>
                  <a:pt x="4644" y="5843"/>
                </a:cubicBezTo>
                <a:lnTo>
                  <a:pt x="4233" y="5843"/>
                </a:lnTo>
                <a:lnTo>
                  <a:pt x="4233" y="4627"/>
                </a:lnTo>
                <a:lnTo>
                  <a:pt x="4455" y="4627"/>
                </a:lnTo>
                <a:cubicBezTo>
                  <a:pt x="5192" y="4627"/>
                  <a:pt x="5775" y="4027"/>
                  <a:pt x="5792" y="3290"/>
                </a:cubicBezTo>
                <a:lnTo>
                  <a:pt x="5792" y="3187"/>
                </a:lnTo>
                <a:lnTo>
                  <a:pt x="6134" y="3547"/>
                </a:lnTo>
                <a:cubicBezTo>
                  <a:pt x="6203" y="3616"/>
                  <a:pt x="6289" y="3650"/>
                  <a:pt x="6391" y="3650"/>
                </a:cubicBezTo>
                <a:cubicBezTo>
                  <a:pt x="6717" y="3650"/>
                  <a:pt x="6871" y="3256"/>
                  <a:pt x="6648" y="3033"/>
                </a:cubicBezTo>
                <a:lnTo>
                  <a:pt x="6306" y="2673"/>
                </a:lnTo>
                <a:close/>
                <a:moveTo>
                  <a:pt x="11069" y="6563"/>
                </a:moveTo>
                <a:cubicBezTo>
                  <a:pt x="11412" y="6563"/>
                  <a:pt x="11686" y="6837"/>
                  <a:pt x="11686" y="7180"/>
                </a:cubicBezTo>
                <a:lnTo>
                  <a:pt x="11686" y="9133"/>
                </a:lnTo>
                <a:cubicBezTo>
                  <a:pt x="11686" y="9459"/>
                  <a:pt x="11412" y="9733"/>
                  <a:pt x="11069" y="9733"/>
                </a:cubicBezTo>
                <a:lnTo>
                  <a:pt x="7951" y="9733"/>
                </a:lnTo>
                <a:cubicBezTo>
                  <a:pt x="7625" y="9733"/>
                  <a:pt x="7351" y="9459"/>
                  <a:pt x="7351" y="9133"/>
                </a:cubicBezTo>
                <a:lnTo>
                  <a:pt x="7351" y="7180"/>
                </a:lnTo>
                <a:cubicBezTo>
                  <a:pt x="7351" y="6837"/>
                  <a:pt x="7625" y="6563"/>
                  <a:pt x="7951" y="6563"/>
                </a:cubicBezTo>
                <a:close/>
                <a:moveTo>
                  <a:pt x="1337" y="0"/>
                </a:moveTo>
                <a:cubicBezTo>
                  <a:pt x="600" y="0"/>
                  <a:pt x="0" y="600"/>
                  <a:pt x="0" y="1337"/>
                </a:cubicBezTo>
                <a:lnTo>
                  <a:pt x="0" y="3290"/>
                </a:lnTo>
                <a:cubicBezTo>
                  <a:pt x="0" y="4027"/>
                  <a:pt x="600" y="4627"/>
                  <a:pt x="1337" y="4627"/>
                </a:cubicBezTo>
                <a:lnTo>
                  <a:pt x="1560" y="4627"/>
                </a:lnTo>
                <a:lnTo>
                  <a:pt x="1560" y="5843"/>
                </a:lnTo>
                <a:lnTo>
                  <a:pt x="1131" y="5843"/>
                </a:lnTo>
                <a:cubicBezTo>
                  <a:pt x="651" y="5843"/>
                  <a:pt x="651" y="6563"/>
                  <a:pt x="1131" y="6563"/>
                </a:cubicBezTo>
                <a:lnTo>
                  <a:pt x="1937" y="6563"/>
                </a:lnTo>
                <a:lnTo>
                  <a:pt x="1937" y="10093"/>
                </a:lnTo>
                <a:cubicBezTo>
                  <a:pt x="1937" y="10298"/>
                  <a:pt x="2108" y="10470"/>
                  <a:pt x="2313" y="10470"/>
                </a:cubicBezTo>
                <a:lnTo>
                  <a:pt x="6100" y="10470"/>
                </a:lnTo>
                <a:lnTo>
                  <a:pt x="5740" y="10812"/>
                </a:lnTo>
                <a:cubicBezTo>
                  <a:pt x="5518" y="11052"/>
                  <a:pt x="5672" y="11429"/>
                  <a:pt x="5997" y="11429"/>
                </a:cubicBezTo>
                <a:cubicBezTo>
                  <a:pt x="6100" y="11429"/>
                  <a:pt x="6186" y="11395"/>
                  <a:pt x="6254" y="11326"/>
                </a:cubicBezTo>
                <a:lnTo>
                  <a:pt x="7231" y="10350"/>
                </a:lnTo>
                <a:cubicBezTo>
                  <a:pt x="7248" y="10332"/>
                  <a:pt x="7265" y="10315"/>
                  <a:pt x="7282" y="10281"/>
                </a:cubicBezTo>
                <a:cubicBezTo>
                  <a:pt x="7488" y="10401"/>
                  <a:pt x="7711" y="10470"/>
                  <a:pt x="7951" y="10470"/>
                </a:cubicBezTo>
                <a:lnTo>
                  <a:pt x="8173" y="10470"/>
                </a:lnTo>
                <a:lnTo>
                  <a:pt x="8173" y="11686"/>
                </a:lnTo>
                <a:lnTo>
                  <a:pt x="7745" y="11686"/>
                </a:lnTo>
                <a:cubicBezTo>
                  <a:pt x="7300" y="11720"/>
                  <a:pt x="7300" y="12371"/>
                  <a:pt x="7745" y="12406"/>
                </a:cubicBezTo>
                <a:lnTo>
                  <a:pt x="11258" y="12406"/>
                </a:lnTo>
                <a:cubicBezTo>
                  <a:pt x="11274" y="12407"/>
                  <a:pt x="11289" y="12408"/>
                  <a:pt x="11304" y="12408"/>
                </a:cubicBezTo>
                <a:cubicBezTo>
                  <a:pt x="11761" y="12408"/>
                  <a:pt x="11756" y="11685"/>
                  <a:pt x="11289" y="11685"/>
                </a:cubicBezTo>
                <a:cubicBezTo>
                  <a:pt x="11279" y="11685"/>
                  <a:pt x="11268" y="11685"/>
                  <a:pt x="11258" y="11686"/>
                </a:cubicBezTo>
                <a:lnTo>
                  <a:pt x="10846" y="11686"/>
                </a:lnTo>
                <a:lnTo>
                  <a:pt x="10846" y="10470"/>
                </a:lnTo>
                <a:lnTo>
                  <a:pt x="11052" y="10470"/>
                </a:lnTo>
                <a:cubicBezTo>
                  <a:pt x="11789" y="10470"/>
                  <a:pt x="12388" y="9870"/>
                  <a:pt x="12388" y="9133"/>
                </a:cubicBezTo>
                <a:lnTo>
                  <a:pt x="12388" y="7180"/>
                </a:lnTo>
                <a:cubicBezTo>
                  <a:pt x="12388" y="6443"/>
                  <a:pt x="11789" y="5843"/>
                  <a:pt x="11052" y="5843"/>
                </a:cubicBezTo>
                <a:lnTo>
                  <a:pt x="10469" y="5843"/>
                </a:lnTo>
                <a:lnTo>
                  <a:pt x="10469" y="2314"/>
                </a:lnTo>
                <a:cubicBezTo>
                  <a:pt x="10469" y="2108"/>
                  <a:pt x="10298" y="1954"/>
                  <a:pt x="10092" y="1954"/>
                </a:cubicBezTo>
                <a:lnTo>
                  <a:pt x="6306" y="1954"/>
                </a:lnTo>
                <a:lnTo>
                  <a:pt x="6666" y="1594"/>
                </a:lnTo>
                <a:cubicBezTo>
                  <a:pt x="6891" y="1329"/>
                  <a:pt x="6654" y="981"/>
                  <a:pt x="6385" y="981"/>
                </a:cubicBezTo>
                <a:cubicBezTo>
                  <a:pt x="6306" y="981"/>
                  <a:pt x="6225" y="1010"/>
                  <a:pt x="6152" y="1080"/>
                </a:cubicBezTo>
                <a:lnTo>
                  <a:pt x="5792" y="1440"/>
                </a:lnTo>
                <a:lnTo>
                  <a:pt x="5792" y="1337"/>
                </a:lnTo>
                <a:cubicBezTo>
                  <a:pt x="5775" y="600"/>
                  <a:pt x="5192" y="0"/>
                  <a:pt x="4455" y="0"/>
                </a:cubicBezTo>
                <a:close/>
              </a:path>
            </a:pathLst>
          </a:custGeom>
          <a:solidFill>
            <a:schemeClr val="dk2"/>
          </a:solidFill>
          <a:ln w="0">
            <a:noFill/>
          </a:ln>
        </p:spPr>
        <p:style>
          <a:lnRef idx="0"/>
          <a:fillRef idx="0"/>
          <a:effectRef idx="0"/>
          <a:fontRef idx="minor"/>
        </p:style>
      </p:sp>
      <p:sp>
        <p:nvSpPr>
          <p:cNvPr id="655" name="Google Shape;553;p31"/>
          <p:cNvSpPr/>
          <p:nvPr/>
        </p:nvSpPr>
        <p:spPr>
          <a:xfrm rot="10800000">
            <a:off x="7857720" y="4029120"/>
            <a:ext cx="447840" cy="447840"/>
          </a:xfrm>
          <a:custGeom>
            <a:avLst/>
            <a:gdLst/>
            <a:ahLst/>
            <a:rect l="l" t="t" r="r" b="b"/>
            <a:pathLst>
              <a:path w="17927" h="17927">
                <a:moveTo>
                  <a:pt x="1" y="0"/>
                </a:moveTo>
                <a:lnTo>
                  <a:pt x="1" y="5985"/>
                </a:lnTo>
                <a:lnTo>
                  <a:pt x="1" y="17926"/>
                </a:lnTo>
                <a:lnTo>
                  <a:pt x="5986" y="17926"/>
                </a:lnTo>
                <a:lnTo>
                  <a:pt x="5986" y="5985"/>
                </a:lnTo>
                <a:lnTo>
                  <a:pt x="17927" y="5985"/>
                </a:lnTo>
                <a:lnTo>
                  <a:pt x="17927" y="0"/>
                </a:lnTo>
                <a:close/>
              </a:path>
            </a:pathLst>
          </a:custGeom>
          <a:solidFill>
            <a:schemeClr val="dk2"/>
          </a:solidFill>
          <a:ln w="0">
            <a:noFill/>
          </a:ln>
        </p:spPr>
        <p:style>
          <a:lnRef idx="0"/>
          <a:fillRef idx="0"/>
          <a:effectRef idx="0"/>
          <a:fontRef idx="minor"/>
        </p:style>
      </p:sp>
      <p:sp>
        <p:nvSpPr>
          <p:cNvPr id="656" name="TextBox 553"/>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657" name="TextBox 554"/>
          <p:cNvSpPr/>
          <p:nvPr/>
        </p:nvSpPr>
        <p:spPr>
          <a:xfrm>
            <a:off x="8241120" y="4956120"/>
            <a:ext cx="11376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10</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Diagram 1: The ripple effect</a:t>
            </a:r>
            <a:endParaRPr b="0" lang="en-US" sz="3000" spc="-1" strike="noStrike">
              <a:solidFill>
                <a:srgbClr val="000000"/>
              </a:solidFill>
              <a:latin typeface="Arial"/>
            </a:endParaRPr>
          </a:p>
        </p:txBody>
      </p:sp>
      <p:sp>
        <p:nvSpPr>
          <p:cNvPr id="659" name="Google Shape;654;p39"/>
          <p:cNvSpPr/>
          <p:nvPr/>
        </p:nvSpPr>
        <p:spPr>
          <a:xfrm flipH="1">
            <a:off x="1357920" y="210096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The change: delete attendance rows</a:t>
            </a:r>
            <a:endParaRPr b="0" lang="en-US" sz="1200" spc="-1" strike="noStrike">
              <a:latin typeface="Arial"/>
            </a:endParaRPr>
          </a:p>
        </p:txBody>
      </p:sp>
      <p:sp>
        <p:nvSpPr>
          <p:cNvPr id="660" name="Google Shape;655;p39"/>
          <p:cNvSpPr/>
          <p:nvPr/>
        </p:nvSpPr>
        <p:spPr>
          <a:xfrm flipH="1">
            <a:off x="3665160" y="210096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Ripple 1: attendance % drops</a:t>
            </a:r>
            <a:endParaRPr b="0" lang="en-US" sz="1200" spc="-1" strike="noStrike">
              <a:latin typeface="Arial"/>
            </a:endParaRPr>
          </a:p>
        </p:txBody>
      </p:sp>
      <p:sp>
        <p:nvSpPr>
          <p:cNvPr id="661" name="Google Shape;656;p39"/>
          <p:cNvSpPr/>
          <p:nvPr/>
        </p:nvSpPr>
        <p:spPr>
          <a:xfrm flipH="1">
            <a:off x="5972040" y="210096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Ripple 2: eligibility flips</a:t>
            </a:r>
            <a:endParaRPr b="0" lang="en-US" sz="1200" spc="-1" strike="noStrike">
              <a:latin typeface="Arial"/>
            </a:endParaRPr>
          </a:p>
        </p:txBody>
      </p:sp>
      <p:sp>
        <p:nvSpPr>
          <p:cNvPr id="662" name="Google Shape;657;p39"/>
          <p:cNvSpPr/>
          <p:nvPr/>
        </p:nvSpPr>
        <p:spPr>
          <a:xfrm flipH="1">
            <a:off x="1357920" y="376992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Ripple 3: CGPA, exam status</a:t>
            </a:r>
            <a:endParaRPr b="0" lang="en-US" sz="1200" spc="-1" strike="noStrike">
              <a:latin typeface="Arial"/>
            </a:endParaRPr>
          </a:p>
        </p:txBody>
      </p:sp>
      <p:sp>
        <p:nvSpPr>
          <p:cNvPr id="663" name="Google Shape;658;p39"/>
          <p:cNvSpPr/>
          <p:nvPr/>
        </p:nvSpPr>
        <p:spPr>
          <a:xfrm flipH="1">
            <a:off x="3665160" y="376992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Ripple 4: other tables, courses</a:t>
            </a:r>
            <a:endParaRPr b="0" lang="en-US" sz="1200" spc="-1" strike="noStrike">
              <a:latin typeface="Arial"/>
            </a:endParaRPr>
          </a:p>
        </p:txBody>
      </p:sp>
      <p:sp>
        <p:nvSpPr>
          <p:cNvPr id="664" name="Google Shape;659;p39"/>
          <p:cNvSpPr/>
          <p:nvPr/>
        </p:nvSpPr>
        <p:spPr>
          <a:xfrm flipH="1">
            <a:off x="5972040" y="376992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Effect unseen before commit</a:t>
            </a:r>
            <a:endParaRPr b="0" lang="en-US" sz="1200" spc="-1" strike="noStrike">
              <a:latin typeface="Arial"/>
            </a:endParaRPr>
          </a:p>
        </p:txBody>
      </p:sp>
      <p:sp>
        <p:nvSpPr>
          <p:cNvPr id="665" name="Google Shape;660;p39"/>
          <p:cNvSpPr/>
          <p:nvPr/>
        </p:nvSpPr>
        <p:spPr>
          <a:xfrm>
            <a:off x="1897560" y="138204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01</a:t>
            </a:r>
            <a:endParaRPr b="0" lang="en-US" sz="3000" spc="-1" strike="noStrike">
              <a:latin typeface="Arial"/>
            </a:endParaRPr>
          </a:p>
        </p:txBody>
      </p:sp>
      <p:sp>
        <p:nvSpPr>
          <p:cNvPr id="666" name="Google Shape;661;p39"/>
          <p:cNvSpPr/>
          <p:nvPr/>
        </p:nvSpPr>
        <p:spPr>
          <a:xfrm>
            <a:off x="4204800" y="138204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02</a:t>
            </a:r>
            <a:endParaRPr b="0" lang="en-US" sz="3000" spc="-1" strike="noStrike">
              <a:latin typeface="Arial"/>
            </a:endParaRPr>
          </a:p>
        </p:txBody>
      </p:sp>
      <p:sp>
        <p:nvSpPr>
          <p:cNvPr id="667" name="Google Shape;662;p39"/>
          <p:cNvSpPr/>
          <p:nvPr/>
        </p:nvSpPr>
        <p:spPr>
          <a:xfrm>
            <a:off x="6511680" y="138204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03</a:t>
            </a:r>
            <a:endParaRPr b="0" lang="en-US" sz="3000" spc="-1" strike="noStrike">
              <a:latin typeface="Arial"/>
            </a:endParaRPr>
          </a:p>
        </p:txBody>
      </p:sp>
      <p:sp>
        <p:nvSpPr>
          <p:cNvPr id="668" name="Google Shape;663;p39"/>
          <p:cNvSpPr/>
          <p:nvPr/>
        </p:nvSpPr>
        <p:spPr>
          <a:xfrm>
            <a:off x="1897560" y="305100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04</a:t>
            </a:r>
            <a:endParaRPr b="0" lang="en-US" sz="3000" spc="-1" strike="noStrike">
              <a:latin typeface="Arial"/>
            </a:endParaRPr>
          </a:p>
        </p:txBody>
      </p:sp>
      <p:sp>
        <p:nvSpPr>
          <p:cNvPr id="669" name="Google Shape;664;p39"/>
          <p:cNvSpPr/>
          <p:nvPr/>
        </p:nvSpPr>
        <p:spPr>
          <a:xfrm>
            <a:off x="4204800" y="305100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05</a:t>
            </a:r>
            <a:endParaRPr b="0" lang="en-US" sz="3000" spc="-1" strike="noStrike">
              <a:latin typeface="Arial"/>
            </a:endParaRPr>
          </a:p>
        </p:txBody>
      </p:sp>
      <p:sp>
        <p:nvSpPr>
          <p:cNvPr id="670" name="Google Shape;665;p39"/>
          <p:cNvSpPr/>
          <p:nvPr/>
        </p:nvSpPr>
        <p:spPr>
          <a:xfrm>
            <a:off x="6511680" y="305100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06</a:t>
            </a:r>
            <a:endParaRPr b="0" lang="en-US" sz="3000" spc="-1" strike="noStrike">
              <a:latin typeface="Arial"/>
            </a:endParaRPr>
          </a:p>
        </p:txBody>
      </p:sp>
      <p:sp>
        <p:nvSpPr>
          <p:cNvPr id="671" name="Google Shape;666;p39"/>
          <p:cNvSpPr/>
          <p:nvPr/>
        </p:nvSpPr>
        <p:spPr>
          <a:xfrm>
            <a:off x="2632320" y="1605600"/>
            <a:ext cx="1572120" cy="360"/>
          </a:xfrm>
          <a:custGeom>
            <a:avLst/>
            <a:gdLst/>
            <a:ahLst/>
            <a:rect l="l" t="t" r="r" b="b"/>
            <a:pathLst>
              <a:path w="21600" h="21600">
                <a:moveTo>
                  <a:pt x="0" y="0"/>
                </a:moveTo>
                <a:lnTo>
                  <a:pt x="21600" y="21600"/>
                </a:lnTo>
              </a:path>
            </a:pathLst>
          </a:custGeom>
          <a:noFill/>
          <a:ln w="9525">
            <a:solidFill>
              <a:srgbClr val="9cffff"/>
            </a:solidFill>
            <a:round/>
            <a:tailEnd len="med" type="triangle" w="med"/>
          </a:ln>
        </p:spPr>
        <p:style>
          <a:lnRef idx="0"/>
          <a:fillRef idx="0"/>
          <a:effectRef idx="0"/>
          <a:fontRef idx="minor"/>
        </p:style>
      </p:sp>
      <p:sp>
        <p:nvSpPr>
          <p:cNvPr id="672" name="Google Shape;667;p39"/>
          <p:cNvSpPr/>
          <p:nvPr/>
        </p:nvSpPr>
        <p:spPr>
          <a:xfrm>
            <a:off x="4939200" y="1605600"/>
            <a:ext cx="1572120" cy="360"/>
          </a:xfrm>
          <a:custGeom>
            <a:avLst/>
            <a:gdLst/>
            <a:ahLst/>
            <a:rect l="l" t="t" r="r" b="b"/>
            <a:pathLst>
              <a:path w="21600" h="21600">
                <a:moveTo>
                  <a:pt x="0" y="0"/>
                </a:moveTo>
                <a:lnTo>
                  <a:pt x="21600" y="21600"/>
                </a:lnTo>
              </a:path>
            </a:pathLst>
          </a:custGeom>
          <a:noFill/>
          <a:ln w="9525">
            <a:solidFill>
              <a:srgbClr val="9cffff"/>
            </a:solidFill>
            <a:round/>
            <a:tailEnd len="med" type="triangle" w="med"/>
          </a:ln>
        </p:spPr>
        <p:style>
          <a:lnRef idx="0"/>
          <a:fillRef idx="0"/>
          <a:effectRef idx="0"/>
          <a:fontRef idx="minor"/>
        </p:style>
      </p:sp>
      <p:sp>
        <p:nvSpPr>
          <p:cNvPr id="673" name="Google Shape;668;p39"/>
          <p:cNvSpPr/>
          <p:nvPr/>
        </p:nvSpPr>
        <p:spPr>
          <a:xfrm rot="5400000">
            <a:off x="4289400" y="460800"/>
            <a:ext cx="564840" cy="4613760"/>
          </a:xfrm>
          <a:prstGeom prst="bentConnector3">
            <a:avLst>
              <a:gd name="adj1" fmla="val 50012"/>
            </a:avLst>
          </a:prstGeom>
          <a:noFill/>
          <a:ln w="9525">
            <a:solidFill>
              <a:srgbClr val="9cffff"/>
            </a:solidFill>
            <a:round/>
            <a:tailEnd len="med" type="triangle" w="med"/>
          </a:ln>
        </p:spPr>
        <p:style>
          <a:lnRef idx="0"/>
          <a:fillRef idx="0"/>
          <a:effectRef idx="0"/>
          <a:fontRef idx="minor"/>
        </p:style>
      </p:sp>
      <p:sp>
        <p:nvSpPr>
          <p:cNvPr id="674" name="Google Shape;669;p39"/>
          <p:cNvSpPr/>
          <p:nvPr/>
        </p:nvSpPr>
        <p:spPr>
          <a:xfrm>
            <a:off x="2632320" y="3274560"/>
            <a:ext cx="1572120" cy="360"/>
          </a:xfrm>
          <a:custGeom>
            <a:avLst/>
            <a:gdLst/>
            <a:ahLst/>
            <a:rect l="l" t="t" r="r" b="b"/>
            <a:pathLst>
              <a:path w="21600" h="21600">
                <a:moveTo>
                  <a:pt x="0" y="0"/>
                </a:moveTo>
                <a:lnTo>
                  <a:pt x="21600" y="21600"/>
                </a:lnTo>
              </a:path>
            </a:pathLst>
          </a:custGeom>
          <a:noFill/>
          <a:ln w="9525">
            <a:solidFill>
              <a:srgbClr val="9cffff"/>
            </a:solidFill>
            <a:round/>
            <a:tailEnd len="med" type="triangle" w="med"/>
          </a:ln>
        </p:spPr>
        <p:style>
          <a:lnRef idx="0"/>
          <a:fillRef idx="0"/>
          <a:effectRef idx="0"/>
          <a:fontRef idx="minor"/>
        </p:style>
      </p:sp>
      <p:sp>
        <p:nvSpPr>
          <p:cNvPr id="675" name="Google Shape;670;p39"/>
          <p:cNvSpPr/>
          <p:nvPr/>
        </p:nvSpPr>
        <p:spPr>
          <a:xfrm>
            <a:off x="4939200" y="3274560"/>
            <a:ext cx="1572120" cy="360"/>
          </a:xfrm>
          <a:custGeom>
            <a:avLst/>
            <a:gdLst/>
            <a:ahLst/>
            <a:rect l="l" t="t" r="r" b="b"/>
            <a:pathLst>
              <a:path w="21600" h="21600">
                <a:moveTo>
                  <a:pt x="0" y="0"/>
                </a:moveTo>
                <a:lnTo>
                  <a:pt x="21600" y="21600"/>
                </a:lnTo>
              </a:path>
            </a:pathLst>
          </a:custGeom>
          <a:noFill/>
          <a:ln w="9525">
            <a:solidFill>
              <a:srgbClr val="9cffff"/>
            </a:solidFill>
            <a:round/>
            <a:tailEnd len="med" type="triangle" w="med"/>
          </a:ln>
        </p:spPr>
        <p:style>
          <a:lnRef idx="0"/>
          <a:fillRef idx="0"/>
          <a:effectRef idx="0"/>
          <a:fontRef idx="minor"/>
        </p:style>
      </p:sp>
      <p:sp>
        <p:nvSpPr>
          <p:cNvPr id="676" name="Google Shape;671;p39"/>
          <p:cNvSpPr/>
          <p:nvPr/>
        </p:nvSpPr>
        <p:spPr>
          <a:xfrm rot="10800000">
            <a:off x="2264760" y="182988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677" name="Google Shape;672;p39"/>
          <p:cNvSpPr/>
          <p:nvPr/>
        </p:nvSpPr>
        <p:spPr>
          <a:xfrm rot="10800000">
            <a:off x="4571640" y="182988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678" name="Google Shape;673;p39"/>
          <p:cNvSpPr/>
          <p:nvPr/>
        </p:nvSpPr>
        <p:spPr>
          <a:xfrm rot="10800000">
            <a:off x="6878520" y="182988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679" name="Google Shape;674;p39"/>
          <p:cNvSpPr/>
          <p:nvPr/>
        </p:nvSpPr>
        <p:spPr>
          <a:xfrm rot="10800000">
            <a:off x="2264760" y="349884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680" name="Google Shape;675;p39"/>
          <p:cNvSpPr/>
          <p:nvPr/>
        </p:nvSpPr>
        <p:spPr>
          <a:xfrm rot="10800000">
            <a:off x="4571640" y="349884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681" name="Google Shape;676;p39"/>
          <p:cNvSpPr/>
          <p:nvPr/>
        </p:nvSpPr>
        <p:spPr>
          <a:xfrm rot="10800000">
            <a:off x="6878520" y="349884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682" name="TextBox 676"/>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683" name="TextBox 677"/>
          <p:cNvSpPr/>
          <p:nvPr/>
        </p:nvSpPr>
        <p:spPr>
          <a:xfrm>
            <a:off x="8241120" y="4956120"/>
            <a:ext cx="11376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11</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Diagram 2: How We Handle It</a:t>
            </a:r>
            <a:endParaRPr b="0" lang="en-US" sz="3000" spc="-1" strike="noStrike">
              <a:solidFill>
                <a:srgbClr val="000000"/>
              </a:solidFill>
              <a:latin typeface="Arial"/>
            </a:endParaRPr>
          </a:p>
        </p:txBody>
      </p:sp>
      <p:sp>
        <p:nvSpPr>
          <p:cNvPr id="685" name="Google Shape;654;p39"/>
          <p:cNvSpPr/>
          <p:nvPr/>
        </p:nvSpPr>
        <p:spPr>
          <a:xfrm flipH="1">
            <a:off x="1357920" y="210096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WHAT_IF query entered</a:t>
            </a:r>
            <a:endParaRPr b="0" lang="en-US" sz="1200" spc="-1" strike="noStrike">
              <a:latin typeface="Arial"/>
            </a:endParaRPr>
          </a:p>
        </p:txBody>
      </p:sp>
      <p:sp>
        <p:nvSpPr>
          <p:cNvPr id="686" name="Google Shape;655;p39"/>
          <p:cNvSpPr/>
          <p:nvPr/>
        </p:nvSpPr>
        <p:spPr>
          <a:xfrm flipH="1">
            <a:off x="3665160" y="210096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Parse and validate</a:t>
            </a:r>
            <a:endParaRPr b="0" lang="en-US" sz="1200" spc="-1" strike="noStrike">
              <a:latin typeface="Arial"/>
            </a:endParaRPr>
          </a:p>
        </p:txBody>
      </p:sp>
      <p:sp>
        <p:nvSpPr>
          <p:cNvPr id="687" name="Google Shape;656;p39"/>
          <p:cNvSpPr/>
          <p:nvPr/>
        </p:nvSpPr>
        <p:spPr>
          <a:xfrm flipH="1">
            <a:off x="5972040" y="210096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Run baseline metrics</a:t>
            </a:r>
            <a:endParaRPr b="0" lang="en-US" sz="1200" spc="-1" strike="noStrike">
              <a:latin typeface="Arial"/>
            </a:endParaRPr>
          </a:p>
        </p:txBody>
      </p:sp>
      <p:sp>
        <p:nvSpPr>
          <p:cNvPr id="688" name="Google Shape;657;p39"/>
          <p:cNvSpPr/>
          <p:nvPr/>
        </p:nvSpPr>
        <p:spPr>
          <a:xfrm flipH="1">
            <a:off x="1357920" y="376992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Simulate: run the change</a:t>
            </a:r>
            <a:endParaRPr b="0" lang="en-US" sz="1200" spc="-1" strike="noStrike">
              <a:latin typeface="Arial"/>
            </a:endParaRPr>
          </a:p>
        </p:txBody>
      </p:sp>
      <p:sp>
        <p:nvSpPr>
          <p:cNvPr id="689" name="Google Shape;658;p39"/>
          <p:cNvSpPr/>
          <p:nvPr/>
        </p:nvSpPr>
        <p:spPr>
          <a:xfrm flipH="1">
            <a:off x="3665160" y="376992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Re-run, diff, ROLLBACK</a:t>
            </a:r>
            <a:endParaRPr b="0" lang="en-US" sz="1200" spc="-1" strike="noStrike">
              <a:latin typeface="Arial"/>
            </a:endParaRPr>
          </a:p>
        </p:txBody>
      </p:sp>
      <p:sp>
        <p:nvSpPr>
          <p:cNvPr id="690" name="Google Shape;659;p39"/>
          <p:cNvSpPr/>
          <p:nvPr/>
        </p:nvSpPr>
        <p:spPr>
          <a:xfrm flipH="1">
            <a:off x="5972040" y="3769920"/>
            <a:ext cx="1811880" cy="502560"/>
          </a:xfrm>
          <a:prstGeom prst="rect">
            <a:avLst/>
          </a:prstGeom>
          <a:noFill/>
          <a:ln w="9525">
            <a:solidFill>
              <a:srgbClr val="9cffff"/>
            </a:solidFill>
            <a:round/>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Impact report</a:t>
            </a:r>
            <a:endParaRPr b="0" lang="en-US" sz="1200" spc="-1" strike="noStrike">
              <a:latin typeface="Arial"/>
            </a:endParaRPr>
          </a:p>
        </p:txBody>
      </p:sp>
      <p:sp>
        <p:nvSpPr>
          <p:cNvPr id="691" name="Google Shape;660;p39"/>
          <p:cNvSpPr/>
          <p:nvPr/>
        </p:nvSpPr>
        <p:spPr>
          <a:xfrm>
            <a:off x="1897560" y="138204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01</a:t>
            </a:r>
            <a:endParaRPr b="0" lang="en-US" sz="3000" spc="-1" strike="noStrike">
              <a:latin typeface="Arial"/>
            </a:endParaRPr>
          </a:p>
        </p:txBody>
      </p:sp>
      <p:sp>
        <p:nvSpPr>
          <p:cNvPr id="692" name="Google Shape;661;p39"/>
          <p:cNvSpPr/>
          <p:nvPr/>
        </p:nvSpPr>
        <p:spPr>
          <a:xfrm>
            <a:off x="4204800" y="138204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02</a:t>
            </a:r>
            <a:endParaRPr b="0" lang="en-US" sz="3000" spc="-1" strike="noStrike">
              <a:latin typeface="Arial"/>
            </a:endParaRPr>
          </a:p>
        </p:txBody>
      </p:sp>
      <p:sp>
        <p:nvSpPr>
          <p:cNvPr id="693" name="Google Shape;662;p39"/>
          <p:cNvSpPr/>
          <p:nvPr/>
        </p:nvSpPr>
        <p:spPr>
          <a:xfrm>
            <a:off x="6511680" y="138204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03</a:t>
            </a:r>
            <a:endParaRPr b="0" lang="en-US" sz="3000" spc="-1" strike="noStrike">
              <a:latin typeface="Arial"/>
            </a:endParaRPr>
          </a:p>
        </p:txBody>
      </p:sp>
      <p:sp>
        <p:nvSpPr>
          <p:cNvPr id="694" name="Google Shape;663;p39"/>
          <p:cNvSpPr/>
          <p:nvPr/>
        </p:nvSpPr>
        <p:spPr>
          <a:xfrm>
            <a:off x="1897560" y="305100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04</a:t>
            </a:r>
            <a:endParaRPr b="0" lang="en-US" sz="3000" spc="-1" strike="noStrike">
              <a:latin typeface="Arial"/>
            </a:endParaRPr>
          </a:p>
        </p:txBody>
      </p:sp>
      <p:sp>
        <p:nvSpPr>
          <p:cNvPr id="695" name="Google Shape;664;p39"/>
          <p:cNvSpPr/>
          <p:nvPr/>
        </p:nvSpPr>
        <p:spPr>
          <a:xfrm>
            <a:off x="4204800" y="305100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05</a:t>
            </a:r>
            <a:endParaRPr b="0" lang="en-US" sz="3000" spc="-1" strike="noStrike">
              <a:latin typeface="Arial"/>
            </a:endParaRPr>
          </a:p>
        </p:txBody>
      </p:sp>
      <p:sp>
        <p:nvSpPr>
          <p:cNvPr id="696" name="Google Shape;665;p39"/>
          <p:cNvSpPr/>
          <p:nvPr/>
        </p:nvSpPr>
        <p:spPr>
          <a:xfrm>
            <a:off x="6511680" y="3051000"/>
            <a:ext cx="734400" cy="447120"/>
          </a:xfrm>
          <a:prstGeom prst="rect">
            <a:avLst/>
          </a:prstGeom>
          <a:noFill/>
          <a:ln w="0">
            <a:noFill/>
          </a:ln>
        </p:spPr>
        <p:style>
          <a:lnRef idx="0"/>
          <a:fillRef idx="0"/>
          <a:effectRef idx="0"/>
          <a:fontRef idx="minor"/>
        </p:style>
        <p:txBody>
          <a:bodyPr tIns="91440" bIns="91440" anchor="ctr">
            <a:noAutofit/>
          </a:bodyPr>
          <a:p>
            <a:pPr algn="ctr">
              <a:lnSpc>
                <a:spcPct val="100000"/>
              </a:lnSpc>
              <a:buNone/>
              <a:tabLst>
                <a:tab algn="l" pos="0"/>
              </a:tabLst>
            </a:pPr>
            <a:r>
              <a:rPr b="1" lang="en" sz="3000" spc="-1" strike="noStrike">
                <a:solidFill>
                  <a:srgbClr val="9cffff"/>
                </a:solidFill>
                <a:latin typeface="Montserrat"/>
                <a:ea typeface="Montserrat"/>
              </a:rPr>
              <a:t>06</a:t>
            </a:r>
            <a:endParaRPr b="0" lang="en-US" sz="3000" spc="-1" strike="noStrike">
              <a:latin typeface="Arial"/>
            </a:endParaRPr>
          </a:p>
        </p:txBody>
      </p:sp>
      <p:sp>
        <p:nvSpPr>
          <p:cNvPr id="697" name="Google Shape;666;p39"/>
          <p:cNvSpPr/>
          <p:nvPr/>
        </p:nvSpPr>
        <p:spPr>
          <a:xfrm>
            <a:off x="2632320" y="1605600"/>
            <a:ext cx="1572120" cy="360"/>
          </a:xfrm>
          <a:custGeom>
            <a:avLst/>
            <a:gdLst/>
            <a:ahLst/>
            <a:rect l="l" t="t" r="r" b="b"/>
            <a:pathLst>
              <a:path w="21600" h="21600">
                <a:moveTo>
                  <a:pt x="0" y="0"/>
                </a:moveTo>
                <a:lnTo>
                  <a:pt x="21600" y="21600"/>
                </a:lnTo>
              </a:path>
            </a:pathLst>
          </a:custGeom>
          <a:noFill/>
          <a:ln w="9525">
            <a:solidFill>
              <a:srgbClr val="9cffff"/>
            </a:solidFill>
            <a:round/>
            <a:tailEnd len="med" type="triangle" w="med"/>
          </a:ln>
        </p:spPr>
        <p:style>
          <a:lnRef idx="0"/>
          <a:fillRef idx="0"/>
          <a:effectRef idx="0"/>
          <a:fontRef idx="minor"/>
        </p:style>
      </p:sp>
      <p:sp>
        <p:nvSpPr>
          <p:cNvPr id="698" name="Google Shape;667;p39"/>
          <p:cNvSpPr/>
          <p:nvPr/>
        </p:nvSpPr>
        <p:spPr>
          <a:xfrm>
            <a:off x="4939200" y="1605600"/>
            <a:ext cx="1572120" cy="360"/>
          </a:xfrm>
          <a:custGeom>
            <a:avLst/>
            <a:gdLst/>
            <a:ahLst/>
            <a:rect l="l" t="t" r="r" b="b"/>
            <a:pathLst>
              <a:path w="21600" h="21600">
                <a:moveTo>
                  <a:pt x="0" y="0"/>
                </a:moveTo>
                <a:lnTo>
                  <a:pt x="21600" y="21600"/>
                </a:lnTo>
              </a:path>
            </a:pathLst>
          </a:custGeom>
          <a:noFill/>
          <a:ln w="9525">
            <a:solidFill>
              <a:srgbClr val="9cffff"/>
            </a:solidFill>
            <a:round/>
            <a:tailEnd len="med" type="triangle" w="med"/>
          </a:ln>
        </p:spPr>
        <p:style>
          <a:lnRef idx="0"/>
          <a:fillRef idx="0"/>
          <a:effectRef idx="0"/>
          <a:fontRef idx="minor"/>
        </p:style>
      </p:sp>
      <p:sp>
        <p:nvSpPr>
          <p:cNvPr id="699" name="Google Shape;668;p39"/>
          <p:cNvSpPr/>
          <p:nvPr/>
        </p:nvSpPr>
        <p:spPr>
          <a:xfrm rot="5400000">
            <a:off x="4289400" y="460800"/>
            <a:ext cx="564840" cy="4613760"/>
          </a:xfrm>
          <a:prstGeom prst="bentConnector3">
            <a:avLst>
              <a:gd name="adj1" fmla="val 50012"/>
            </a:avLst>
          </a:prstGeom>
          <a:noFill/>
          <a:ln w="9525">
            <a:solidFill>
              <a:srgbClr val="9cffff"/>
            </a:solidFill>
            <a:round/>
            <a:tailEnd len="med" type="triangle" w="med"/>
          </a:ln>
        </p:spPr>
        <p:style>
          <a:lnRef idx="0"/>
          <a:fillRef idx="0"/>
          <a:effectRef idx="0"/>
          <a:fontRef idx="minor"/>
        </p:style>
      </p:sp>
      <p:sp>
        <p:nvSpPr>
          <p:cNvPr id="700" name="Google Shape;669;p39"/>
          <p:cNvSpPr/>
          <p:nvPr/>
        </p:nvSpPr>
        <p:spPr>
          <a:xfrm>
            <a:off x="2632320" y="3274560"/>
            <a:ext cx="1572120" cy="360"/>
          </a:xfrm>
          <a:custGeom>
            <a:avLst/>
            <a:gdLst/>
            <a:ahLst/>
            <a:rect l="l" t="t" r="r" b="b"/>
            <a:pathLst>
              <a:path w="21600" h="21600">
                <a:moveTo>
                  <a:pt x="0" y="0"/>
                </a:moveTo>
                <a:lnTo>
                  <a:pt x="21600" y="21600"/>
                </a:lnTo>
              </a:path>
            </a:pathLst>
          </a:custGeom>
          <a:noFill/>
          <a:ln w="9525">
            <a:solidFill>
              <a:srgbClr val="9cffff"/>
            </a:solidFill>
            <a:round/>
            <a:tailEnd len="med" type="triangle" w="med"/>
          </a:ln>
        </p:spPr>
        <p:style>
          <a:lnRef idx="0"/>
          <a:fillRef idx="0"/>
          <a:effectRef idx="0"/>
          <a:fontRef idx="minor"/>
        </p:style>
      </p:sp>
      <p:sp>
        <p:nvSpPr>
          <p:cNvPr id="701" name="Google Shape;670;p39"/>
          <p:cNvSpPr/>
          <p:nvPr/>
        </p:nvSpPr>
        <p:spPr>
          <a:xfrm>
            <a:off x="4939200" y="3274560"/>
            <a:ext cx="1572120" cy="360"/>
          </a:xfrm>
          <a:custGeom>
            <a:avLst/>
            <a:gdLst/>
            <a:ahLst/>
            <a:rect l="l" t="t" r="r" b="b"/>
            <a:pathLst>
              <a:path w="21600" h="21600">
                <a:moveTo>
                  <a:pt x="0" y="0"/>
                </a:moveTo>
                <a:lnTo>
                  <a:pt x="21600" y="21600"/>
                </a:lnTo>
              </a:path>
            </a:pathLst>
          </a:custGeom>
          <a:noFill/>
          <a:ln w="9525">
            <a:solidFill>
              <a:srgbClr val="9cffff"/>
            </a:solidFill>
            <a:round/>
            <a:tailEnd len="med" type="triangle" w="med"/>
          </a:ln>
        </p:spPr>
        <p:style>
          <a:lnRef idx="0"/>
          <a:fillRef idx="0"/>
          <a:effectRef idx="0"/>
          <a:fontRef idx="minor"/>
        </p:style>
      </p:sp>
      <p:sp>
        <p:nvSpPr>
          <p:cNvPr id="702" name="Google Shape;671;p39"/>
          <p:cNvSpPr/>
          <p:nvPr/>
        </p:nvSpPr>
        <p:spPr>
          <a:xfrm rot="10800000">
            <a:off x="2264760" y="182988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703" name="Google Shape;672;p39"/>
          <p:cNvSpPr/>
          <p:nvPr/>
        </p:nvSpPr>
        <p:spPr>
          <a:xfrm rot="10800000">
            <a:off x="4571640" y="182988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704" name="Google Shape;673;p39"/>
          <p:cNvSpPr/>
          <p:nvPr/>
        </p:nvSpPr>
        <p:spPr>
          <a:xfrm rot="10800000">
            <a:off x="6878520" y="182988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705" name="Google Shape;674;p39"/>
          <p:cNvSpPr/>
          <p:nvPr/>
        </p:nvSpPr>
        <p:spPr>
          <a:xfrm rot="10800000">
            <a:off x="2264760" y="349884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706" name="Google Shape;675;p39"/>
          <p:cNvSpPr/>
          <p:nvPr/>
        </p:nvSpPr>
        <p:spPr>
          <a:xfrm rot="10800000">
            <a:off x="4571640" y="349884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707" name="Google Shape;676;p39"/>
          <p:cNvSpPr/>
          <p:nvPr/>
        </p:nvSpPr>
        <p:spPr>
          <a:xfrm rot="10800000">
            <a:off x="6878520" y="3498840"/>
            <a:ext cx="360" cy="271080"/>
          </a:xfrm>
          <a:custGeom>
            <a:avLst/>
            <a:gdLst/>
            <a:ahLst/>
            <a:rect l="l" t="t" r="r" b="b"/>
            <a:pathLst>
              <a:path w="21600" h="21600">
                <a:moveTo>
                  <a:pt x="0" y="0"/>
                </a:moveTo>
                <a:lnTo>
                  <a:pt x="21600" y="21600"/>
                </a:lnTo>
              </a:path>
            </a:pathLst>
          </a:custGeom>
          <a:noFill/>
          <a:ln w="9525">
            <a:solidFill>
              <a:srgbClr val="9cffff"/>
            </a:solidFill>
            <a:round/>
          </a:ln>
        </p:spPr>
        <p:style>
          <a:lnRef idx="0"/>
          <a:fillRef idx="0"/>
          <a:effectRef idx="0"/>
          <a:fontRef idx="minor"/>
        </p:style>
      </p:sp>
      <p:sp>
        <p:nvSpPr>
          <p:cNvPr id="708" name="Caption"/>
          <p:cNvSpPr/>
          <p:nvPr/>
        </p:nvSpPr>
        <p:spPr>
          <a:xfrm flipH="1">
            <a:off x="730800" y="4389120"/>
            <a:ext cx="7680600" cy="502560"/>
          </a:xfrm>
          <a:prstGeom prst="rect">
            <a:avLst/>
          </a:prstGeom>
          <a:noFill/>
          <a:ln w="0">
            <a:noFill/>
          </a:ln>
        </p:spPr>
        <p:style>
          <a:lnRef idx="0"/>
          <a:fillRef idx="0"/>
          <a:effectRef idx="0"/>
          <a:fontRef idx="minor"/>
        </p:style>
        <p:txBody>
          <a:bodyPr tIns="91440" bIns="91440" anchor="t">
            <a:noAutofit/>
          </a:bodyPr>
          <a:p>
            <a:pPr algn="ctr">
              <a:lnSpc>
                <a:spcPct val="100000"/>
              </a:lnSpc>
              <a:buNone/>
              <a:tabLst>
                <a:tab algn="l" pos="0"/>
              </a:tabLst>
            </a:pPr>
            <a:r>
              <a:rPr b="0" lang="en" sz="1200" spc="-1" strike="noStrike">
                <a:solidFill>
                  <a:srgbClr val="ffffff"/>
                </a:solidFill>
                <a:latin typeface="Open Sans"/>
                <a:ea typeface="Open Sans"/>
              </a:rPr>
              <a:t>Steps 3 to 5 run inside one transaction: BEGIN ... ROLLBACK</a:t>
            </a:r>
            <a:endParaRPr b="0" lang="en-US" sz="1200" spc="-1" strike="noStrike">
              <a:latin typeface="Arial"/>
            </a:endParaRPr>
          </a:p>
        </p:txBody>
      </p:sp>
      <p:sp>
        <p:nvSpPr>
          <p:cNvPr id="709" name="TextBox 9001"/>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710" name="TextBox 9002"/>
          <p:cNvSpPr/>
          <p:nvPr/>
        </p:nvSpPr>
        <p:spPr>
          <a:xfrm>
            <a:off x="8241120" y="4956120"/>
            <a:ext cx="11376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12</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Objectives</a:t>
            </a:r>
            <a:endParaRPr b="0" lang="en-US" sz="3000" spc="-1" strike="noStrike">
              <a:solidFill>
                <a:srgbClr val="000000"/>
              </a:solidFill>
              <a:latin typeface="Arial"/>
            </a:endParaRPr>
          </a:p>
        </p:txBody>
      </p:sp>
      <p:sp>
        <p:nvSpPr>
          <p:cNvPr id="712" name="PlaceHolder 2"/>
          <p:cNvSpPr>
            <a:spLocks noGrp="1"/>
          </p:cNvSpPr>
          <p:nvPr>
            <p:ph type="subTitle"/>
          </p:nvPr>
        </p:nvSpPr>
        <p:spPr>
          <a:xfrm>
            <a:off x="1205640" y="2016360"/>
            <a:ext cx="1823040" cy="72792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O1: Safe sandbox</a:t>
            </a:r>
            <a:endParaRPr b="0" lang="en-US" sz="1800" spc="-1" strike="noStrike">
              <a:latin typeface="Arial"/>
            </a:endParaRPr>
          </a:p>
        </p:txBody>
      </p:sp>
      <p:sp>
        <p:nvSpPr>
          <p:cNvPr id="713" name="PlaceHolder 3"/>
          <p:cNvSpPr>
            <a:spLocks noGrp="1"/>
          </p:cNvSpPr>
          <p:nvPr>
            <p:ph type="subTitle"/>
          </p:nvPr>
        </p:nvSpPr>
        <p:spPr>
          <a:xfrm>
            <a:off x="3660120" y="2016360"/>
            <a:ext cx="1823040" cy="72792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O2: Data impact</a:t>
            </a:r>
            <a:endParaRPr b="0" lang="en-US" sz="1800" spc="-1" strike="noStrike">
              <a:latin typeface="Arial"/>
            </a:endParaRPr>
          </a:p>
        </p:txBody>
      </p:sp>
      <p:sp>
        <p:nvSpPr>
          <p:cNvPr id="714" name="PlaceHolder 4"/>
          <p:cNvSpPr>
            <a:spLocks noGrp="1"/>
          </p:cNvSpPr>
          <p:nvPr>
            <p:ph type="subTitle"/>
          </p:nvPr>
        </p:nvSpPr>
        <p:spPr>
          <a:xfrm>
            <a:off x="1014480" y="2685600"/>
            <a:ext cx="2205720" cy="16678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Parse WHAT_IF statements and run them in a sandbox that is always rolled back.</a:t>
            </a:r>
            <a:endParaRPr b="0" lang="en-US" sz="1200" spc="-1" strike="noStrike">
              <a:latin typeface="Arial"/>
            </a:endParaRPr>
          </a:p>
        </p:txBody>
      </p:sp>
      <p:sp>
        <p:nvSpPr>
          <p:cNvPr id="715" name="PlaceHolder 5"/>
          <p:cNvSpPr>
            <a:spLocks noGrp="1"/>
          </p:cNvSpPr>
          <p:nvPr>
            <p:ph type="subTitle"/>
          </p:nvPr>
        </p:nvSpPr>
        <p:spPr>
          <a:xfrm>
            <a:off x="3468960" y="2685600"/>
            <a:ext cx="2205720" cy="16678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Report before/after metrics (CGPA, attendance, eligibility), including cascades.</a:t>
            </a:r>
            <a:endParaRPr b="0" lang="en-US" sz="1200" spc="-1" strike="noStrike">
              <a:latin typeface="Arial"/>
            </a:endParaRPr>
          </a:p>
        </p:txBody>
      </p:sp>
      <p:sp>
        <p:nvSpPr>
          <p:cNvPr id="716" name="PlaceHolder 6"/>
          <p:cNvSpPr>
            <a:spLocks noGrp="1"/>
          </p:cNvSpPr>
          <p:nvPr>
            <p:ph type="subTitle"/>
          </p:nvPr>
        </p:nvSpPr>
        <p:spPr>
          <a:xfrm>
            <a:off x="5923440" y="2685600"/>
            <a:ext cx="2205720" cy="16678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List the views, constraints and metrics that break under a schema change.</a:t>
            </a:r>
            <a:endParaRPr b="0" lang="en-US" sz="1200" spc="-1" strike="noStrike">
              <a:latin typeface="Arial"/>
            </a:endParaRPr>
          </a:p>
        </p:txBody>
      </p:sp>
      <p:sp>
        <p:nvSpPr>
          <p:cNvPr id="717" name="PlaceHolder 7"/>
          <p:cNvSpPr>
            <a:spLocks noGrp="1"/>
          </p:cNvSpPr>
          <p:nvPr>
            <p:ph type="subTitle"/>
          </p:nvPr>
        </p:nvSpPr>
        <p:spPr>
          <a:xfrm>
            <a:off x="6114600" y="2016360"/>
            <a:ext cx="1823040" cy="72792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O3: Schema impact</a:t>
            </a:r>
            <a:endParaRPr b="0" lang="en-US" sz="1800" spc="-1" strike="noStrike">
              <a:latin typeface="Arial"/>
            </a:endParaRPr>
          </a:p>
        </p:txBody>
      </p:sp>
      <p:sp>
        <p:nvSpPr>
          <p:cNvPr id="718" name="Google Shape;565;p32"/>
          <p:cNvSpPr/>
          <p:nvPr/>
        </p:nvSpPr>
        <p:spPr>
          <a:xfrm>
            <a:off x="6854040" y="1530000"/>
            <a:ext cx="338400" cy="338040"/>
          </a:xfrm>
          <a:custGeom>
            <a:avLst/>
            <a:gdLst/>
            <a:ahLst/>
            <a:rect l="l" t="t" r="r" b="b"/>
            <a:pathLst>
              <a:path w="12424" h="12408">
                <a:moveTo>
                  <a:pt x="6469" y="739"/>
                </a:moveTo>
                <a:cubicBezTo>
                  <a:pt x="7686" y="756"/>
                  <a:pt x="8834" y="1356"/>
                  <a:pt x="9553" y="2349"/>
                </a:cubicBezTo>
                <a:lnTo>
                  <a:pt x="7069" y="4817"/>
                </a:lnTo>
                <a:lnTo>
                  <a:pt x="5955" y="3703"/>
                </a:lnTo>
                <a:cubicBezTo>
                  <a:pt x="5878" y="3634"/>
                  <a:pt x="5784" y="3600"/>
                  <a:pt x="5692" y="3600"/>
                </a:cubicBezTo>
                <a:cubicBezTo>
                  <a:pt x="5600" y="3600"/>
                  <a:pt x="5510" y="3634"/>
                  <a:pt x="5441" y="3703"/>
                </a:cubicBezTo>
                <a:lnTo>
                  <a:pt x="2837" y="6307"/>
                </a:lnTo>
                <a:cubicBezTo>
                  <a:pt x="2580" y="5793"/>
                  <a:pt x="2460" y="5228"/>
                  <a:pt x="2460" y="4645"/>
                </a:cubicBezTo>
                <a:cubicBezTo>
                  <a:pt x="2477" y="2521"/>
                  <a:pt x="4173" y="790"/>
                  <a:pt x="6298" y="739"/>
                </a:cubicBezTo>
                <a:close/>
                <a:moveTo>
                  <a:pt x="9930" y="2983"/>
                </a:moveTo>
                <a:cubicBezTo>
                  <a:pt x="10821" y="4902"/>
                  <a:pt x="10050" y="7164"/>
                  <a:pt x="8165" y="8124"/>
                </a:cubicBezTo>
                <a:lnTo>
                  <a:pt x="8165" y="8141"/>
                </a:lnTo>
                <a:cubicBezTo>
                  <a:pt x="8045" y="8209"/>
                  <a:pt x="7960" y="8329"/>
                  <a:pt x="7960" y="8466"/>
                </a:cubicBezTo>
                <a:lnTo>
                  <a:pt x="7960" y="9340"/>
                </a:lnTo>
                <a:lnTo>
                  <a:pt x="4790" y="9340"/>
                </a:lnTo>
                <a:lnTo>
                  <a:pt x="4790" y="8466"/>
                </a:lnTo>
                <a:cubicBezTo>
                  <a:pt x="4790" y="8329"/>
                  <a:pt x="4721" y="8209"/>
                  <a:pt x="4601" y="8141"/>
                </a:cubicBezTo>
                <a:cubicBezTo>
                  <a:pt x="4036" y="7867"/>
                  <a:pt x="3573" y="7455"/>
                  <a:pt x="3196" y="6959"/>
                </a:cubicBezTo>
                <a:lnTo>
                  <a:pt x="5698" y="4474"/>
                </a:lnTo>
                <a:lnTo>
                  <a:pt x="6812" y="5588"/>
                </a:lnTo>
                <a:cubicBezTo>
                  <a:pt x="6880" y="5665"/>
                  <a:pt x="6975" y="5703"/>
                  <a:pt x="7069" y="5703"/>
                </a:cubicBezTo>
                <a:cubicBezTo>
                  <a:pt x="7163" y="5703"/>
                  <a:pt x="7257" y="5665"/>
                  <a:pt x="7326" y="5588"/>
                </a:cubicBezTo>
                <a:lnTo>
                  <a:pt x="9930" y="2983"/>
                </a:lnTo>
                <a:close/>
                <a:moveTo>
                  <a:pt x="10635" y="1"/>
                </a:moveTo>
                <a:cubicBezTo>
                  <a:pt x="10152" y="1"/>
                  <a:pt x="10147" y="724"/>
                  <a:pt x="10619" y="724"/>
                </a:cubicBezTo>
                <a:cubicBezTo>
                  <a:pt x="10635" y="724"/>
                  <a:pt x="10651" y="723"/>
                  <a:pt x="10667" y="722"/>
                </a:cubicBezTo>
                <a:lnTo>
                  <a:pt x="11164" y="722"/>
                </a:lnTo>
                <a:lnTo>
                  <a:pt x="10067" y="1818"/>
                </a:lnTo>
                <a:cubicBezTo>
                  <a:pt x="9211" y="705"/>
                  <a:pt x="7891" y="36"/>
                  <a:pt x="6486" y="2"/>
                </a:cubicBezTo>
                <a:lnTo>
                  <a:pt x="6281" y="2"/>
                </a:lnTo>
                <a:cubicBezTo>
                  <a:pt x="2820" y="88"/>
                  <a:pt x="661" y="3789"/>
                  <a:pt x="2288" y="6839"/>
                </a:cubicBezTo>
                <a:lnTo>
                  <a:pt x="301" y="8860"/>
                </a:lnTo>
                <a:cubicBezTo>
                  <a:pt x="1" y="9121"/>
                  <a:pt x="257" y="9502"/>
                  <a:pt x="548" y="9502"/>
                </a:cubicBezTo>
                <a:cubicBezTo>
                  <a:pt x="639" y="9502"/>
                  <a:pt x="733" y="9464"/>
                  <a:pt x="815" y="9374"/>
                </a:cubicBezTo>
                <a:lnTo>
                  <a:pt x="2700" y="7490"/>
                </a:lnTo>
                <a:cubicBezTo>
                  <a:pt x="3059" y="7969"/>
                  <a:pt x="3539" y="8381"/>
                  <a:pt x="4070" y="8689"/>
                </a:cubicBezTo>
                <a:lnTo>
                  <a:pt x="4070" y="11276"/>
                </a:lnTo>
                <a:cubicBezTo>
                  <a:pt x="4070" y="11379"/>
                  <a:pt x="4122" y="11482"/>
                  <a:pt x="4207" y="11551"/>
                </a:cubicBezTo>
                <a:lnTo>
                  <a:pt x="5184" y="12339"/>
                </a:lnTo>
                <a:cubicBezTo>
                  <a:pt x="5253" y="12390"/>
                  <a:pt x="5321" y="12407"/>
                  <a:pt x="5407" y="12407"/>
                </a:cubicBezTo>
                <a:lnTo>
                  <a:pt x="7360" y="12407"/>
                </a:lnTo>
                <a:cubicBezTo>
                  <a:pt x="7446" y="12407"/>
                  <a:pt x="7514" y="12390"/>
                  <a:pt x="7583" y="12339"/>
                </a:cubicBezTo>
                <a:lnTo>
                  <a:pt x="8560" y="11551"/>
                </a:lnTo>
                <a:cubicBezTo>
                  <a:pt x="8645" y="11482"/>
                  <a:pt x="8697" y="11379"/>
                  <a:pt x="8697" y="11276"/>
                </a:cubicBezTo>
                <a:lnTo>
                  <a:pt x="8697" y="8689"/>
                </a:lnTo>
                <a:cubicBezTo>
                  <a:pt x="10136" y="7849"/>
                  <a:pt x="11027" y="6307"/>
                  <a:pt x="11027" y="4645"/>
                </a:cubicBezTo>
                <a:cubicBezTo>
                  <a:pt x="11027" y="3874"/>
                  <a:pt x="10838" y="3120"/>
                  <a:pt x="10479" y="2452"/>
                </a:cubicBezTo>
                <a:lnTo>
                  <a:pt x="11678" y="1236"/>
                </a:lnTo>
                <a:lnTo>
                  <a:pt x="11678" y="1733"/>
                </a:lnTo>
                <a:cubicBezTo>
                  <a:pt x="11661" y="1998"/>
                  <a:pt x="11854" y="2131"/>
                  <a:pt x="12044" y="2131"/>
                </a:cubicBezTo>
                <a:cubicBezTo>
                  <a:pt x="12235" y="2131"/>
                  <a:pt x="12423" y="1998"/>
                  <a:pt x="12398" y="1733"/>
                </a:cubicBezTo>
                <a:lnTo>
                  <a:pt x="12398" y="362"/>
                </a:lnTo>
                <a:cubicBezTo>
                  <a:pt x="12398" y="156"/>
                  <a:pt x="12243" y="2"/>
                  <a:pt x="12038" y="2"/>
                </a:cubicBezTo>
                <a:lnTo>
                  <a:pt x="10667" y="2"/>
                </a:lnTo>
                <a:cubicBezTo>
                  <a:pt x="10656" y="1"/>
                  <a:pt x="10645" y="1"/>
                  <a:pt x="10635" y="1"/>
                </a:cubicBezTo>
                <a:close/>
              </a:path>
            </a:pathLst>
          </a:custGeom>
          <a:solidFill>
            <a:schemeClr val="dk2"/>
          </a:solidFill>
          <a:ln w="0">
            <a:noFill/>
          </a:ln>
        </p:spPr>
        <p:style>
          <a:lnRef idx="0"/>
          <a:fillRef idx="0"/>
          <a:effectRef idx="0"/>
          <a:fontRef idx="minor"/>
        </p:style>
      </p:sp>
      <p:sp>
        <p:nvSpPr>
          <p:cNvPr id="719" name="Google Shape;566;p32"/>
          <p:cNvSpPr/>
          <p:nvPr/>
        </p:nvSpPr>
        <p:spPr>
          <a:xfrm>
            <a:off x="1945080" y="1530000"/>
            <a:ext cx="344160" cy="338400"/>
          </a:xfrm>
          <a:custGeom>
            <a:avLst/>
            <a:gdLst/>
            <a:ahLst/>
            <a:rect l="l" t="t" r="r" b="b"/>
            <a:pathLst>
              <a:path w="12636" h="12425">
                <a:moveTo>
                  <a:pt x="2804" y="1953"/>
                </a:moveTo>
                <a:cubicBezTo>
                  <a:pt x="2819" y="1953"/>
                  <a:pt x="2835" y="1954"/>
                  <a:pt x="2852" y="1955"/>
                </a:cubicBezTo>
                <a:lnTo>
                  <a:pt x="9860" y="1955"/>
                </a:lnTo>
                <a:cubicBezTo>
                  <a:pt x="10305" y="1990"/>
                  <a:pt x="10305" y="2641"/>
                  <a:pt x="9860" y="2675"/>
                </a:cubicBezTo>
                <a:lnTo>
                  <a:pt x="2852" y="2675"/>
                </a:lnTo>
                <a:cubicBezTo>
                  <a:pt x="2841" y="2676"/>
                  <a:pt x="2830" y="2676"/>
                  <a:pt x="2819" y="2676"/>
                </a:cubicBezTo>
                <a:cubicBezTo>
                  <a:pt x="2337" y="2676"/>
                  <a:pt x="2331" y="1953"/>
                  <a:pt x="2804" y="1953"/>
                </a:cubicBezTo>
                <a:close/>
                <a:moveTo>
                  <a:pt x="8646" y="3890"/>
                </a:moveTo>
                <a:cubicBezTo>
                  <a:pt x="8656" y="3890"/>
                  <a:pt x="8667" y="3891"/>
                  <a:pt x="8677" y="3891"/>
                </a:cubicBezTo>
                <a:lnTo>
                  <a:pt x="9860" y="3891"/>
                </a:lnTo>
                <a:cubicBezTo>
                  <a:pt x="10305" y="3926"/>
                  <a:pt x="10305" y="4594"/>
                  <a:pt x="9860" y="4628"/>
                </a:cubicBezTo>
                <a:lnTo>
                  <a:pt x="8677" y="4628"/>
                </a:lnTo>
                <a:cubicBezTo>
                  <a:pt x="8667" y="4629"/>
                  <a:pt x="8656" y="4629"/>
                  <a:pt x="8646" y="4629"/>
                </a:cubicBezTo>
                <a:cubicBezTo>
                  <a:pt x="8174" y="4629"/>
                  <a:pt x="8174" y="3890"/>
                  <a:pt x="8646" y="3890"/>
                </a:cubicBezTo>
                <a:close/>
                <a:moveTo>
                  <a:pt x="9860" y="5845"/>
                </a:moveTo>
                <a:cubicBezTo>
                  <a:pt x="10339" y="5845"/>
                  <a:pt x="10339" y="6564"/>
                  <a:pt x="9860" y="6564"/>
                </a:cubicBezTo>
                <a:lnTo>
                  <a:pt x="8677" y="6564"/>
                </a:lnTo>
                <a:cubicBezTo>
                  <a:pt x="8198" y="6564"/>
                  <a:pt x="8198" y="5845"/>
                  <a:pt x="8677" y="5845"/>
                </a:cubicBezTo>
                <a:close/>
                <a:moveTo>
                  <a:pt x="4788" y="3891"/>
                </a:moveTo>
                <a:cubicBezTo>
                  <a:pt x="4994" y="3891"/>
                  <a:pt x="5148" y="4063"/>
                  <a:pt x="5148" y="4268"/>
                </a:cubicBezTo>
                <a:lnTo>
                  <a:pt x="5148" y="5845"/>
                </a:lnTo>
                <a:lnTo>
                  <a:pt x="6741" y="5845"/>
                </a:lnTo>
                <a:cubicBezTo>
                  <a:pt x="6947" y="5845"/>
                  <a:pt x="7101" y="5999"/>
                  <a:pt x="7101" y="6205"/>
                </a:cubicBezTo>
                <a:cubicBezTo>
                  <a:pt x="7101" y="7490"/>
                  <a:pt x="6073" y="8518"/>
                  <a:pt x="4788" y="8518"/>
                </a:cubicBezTo>
                <a:cubicBezTo>
                  <a:pt x="3520" y="8518"/>
                  <a:pt x="2475" y="7490"/>
                  <a:pt x="2475" y="6205"/>
                </a:cubicBezTo>
                <a:cubicBezTo>
                  <a:pt x="2475" y="4937"/>
                  <a:pt x="3520" y="3891"/>
                  <a:pt x="4788" y="3891"/>
                </a:cubicBezTo>
                <a:close/>
                <a:moveTo>
                  <a:pt x="9860" y="7798"/>
                </a:moveTo>
                <a:cubicBezTo>
                  <a:pt x="10339" y="7798"/>
                  <a:pt x="10339" y="8518"/>
                  <a:pt x="9860" y="8518"/>
                </a:cubicBezTo>
                <a:lnTo>
                  <a:pt x="8677" y="8518"/>
                </a:lnTo>
                <a:cubicBezTo>
                  <a:pt x="8198" y="8518"/>
                  <a:pt x="8198" y="7798"/>
                  <a:pt x="8677" y="7798"/>
                </a:cubicBezTo>
                <a:close/>
                <a:moveTo>
                  <a:pt x="6364" y="11431"/>
                </a:moveTo>
                <a:cubicBezTo>
                  <a:pt x="6519" y="11431"/>
                  <a:pt x="6519" y="11688"/>
                  <a:pt x="6364" y="11688"/>
                </a:cubicBezTo>
                <a:cubicBezTo>
                  <a:pt x="6193" y="11688"/>
                  <a:pt x="6193" y="11431"/>
                  <a:pt x="6364" y="11431"/>
                </a:cubicBezTo>
                <a:close/>
                <a:moveTo>
                  <a:pt x="473" y="1"/>
                </a:moveTo>
                <a:cubicBezTo>
                  <a:pt x="6" y="1"/>
                  <a:pt x="1" y="724"/>
                  <a:pt x="458" y="724"/>
                </a:cubicBezTo>
                <a:cubicBezTo>
                  <a:pt x="473" y="724"/>
                  <a:pt x="488" y="723"/>
                  <a:pt x="504" y="722"/>
                </a:cubicBezTo>
                <a:lnTo>
                  <a:pt x="539" y="722"/>
                </a:lnTo>
                <a:lnTo>
                  <a:pt x="539" y="9135"/>
                </a:lnTo>
                <a:cubicBezTo>
                  <a:pt x="539" y="9871"/>
                  <a:pt x="1138" y="10471"/>
                  <a:pt x="1875" y="10471"/>
                </a:cubicBezTo>
                <a:lnTo>
                  <a:pt x="5987" y="10471"/>
                </a:lnTo>
                <a:lnTo>
                  <a:pt x="5987" y="10797"/>
                </a:lnTo>
                <a:cubicBezTo>
                  <a:pt x="5148" y="11174"/>
                  <a:pt x="5439" y="12424"/>
                  <a:pt x="6347" y="12424"/>
                </a:cubicBezTo>
                <a:cubicBezTo>
                  <a:pt x="7272" y="12424"/>
                  <a:pt x="7547" y="11174"/>
                  <a:pt x="6707" y="10797"/>
                </a:cubicBezTo>
                <a:lnTo>
                  <a:pt x="6707" y="10471"/>
                </a:lnTo>
                <a:lnTo>
                  <a:pt x="10836" y="10471"/>
                </a:lnTo>
                <a:cubicBezTo>
                  <a:pt x="11573" y="10471"/>
                  <a:pt x="12156" y="9871"/>
                  <a:pt x="12173" y="9135"/>
                </a:cubicBezTo>
                <a:lnTo>
                  <a:pt x="12173" y="722"/>
                </a:lnTo>
                <a:lnTo>
                  <a:pt x="12190" y="722"/>
                </a:lnTo>
                <a:cubicBezTo>
                  <a:pt x="12635" y="687"/>
                  <a:pt x="12635" y="36"/>
                  <a:pt x="12190" y="2"/>
                </a:cubicBezTo>
                <a:lnTo>
                  <a:pt x="504" y="2"/>
                </a:lnTo>
                <a:cubicBezTo>
                  <a:pt x="494" y="1"/>
                  <a:pt x="483" y="1"/>
                  <a:pt x="473" y="1"/>
                </a:cubicBezTo>
                <a:close/>
              </a:path>
            </a:pathLst>
          </a:custGeom>
          <a:solidFill>
            <a:schemeClr val="dk2"/>
          </a:solidFill>
          <a:ln w="0">
            <a:noFill/>
          </a:ln>
        </p:spPr>
        <p:style>
          <a:lnRef idx="0"/>
          <a:fillRef idx="0"/>
          <a:effectRef idx="0"/>
          <a:fontRef idx="minor"/>
        </p:style>
      </p:sp>
      <p:grpSp>
        <p:nvGrpSpPr>
          <p:cNvPr id="720" name="Google Shape;567;p32"/>
          <p:cNvGrpSpPr/>
          <p:nvPr/>
        </p:nvGrpSpPr>
        <p:grpSpPr>
          <a:xfrm>
            <a:off x="4429080" y="1525680"/>
            <a:ext cx="285120" cy="338040"/>
            <a:chOff x="4429080" y="1525680"/>
            <a:chExt cx="285120" cy="338040"/>
          </a:xfrm>
        </p:grpSpPr>
        <p:sp>
          <p:nvSpPr>
            <p:cNvPr id="721" name="Google Shape;568;p32"/>
            <p:cNvSpPr/>
            <p:nvPr/>
          </p:nvSpPr>
          <p:spPr>
            <a:xfrm>
              <a:off x="4629600" y="1531080"/>
              <a:ext cx="78480" cy="79200"/>
            </a:xfrm>
            <a:custGeom>
              <a:avLst/>
              <a:gdLst/>
              <a:ahLst/>
              <a:rect l="l" t="t" r="r" b="b"/>
              <a:pathLst>
                <a:path w="2897" h="2914">
                  <a:moveTo>
                    <a:pt x="0" y="1"/>
                  </a:moveTo>
                  <a:lnTo>
                    <a:pt x="0" y="2297"/>
                  </a:lnTo>
                  <a:cubicBezTo>
                    <a:pt x="0" y="2639"/>
                    <a:pt x="274" y="2913"/>
                    <a:pt x="600" y="2913"/>
                  </a:cubicBezTo>
                  <a:lnTo>
                    <a:pt x="2896" y="2913"/>
                  </a:lnTo>
                  <a:lnTo>
                    <a:pt x="0" y="1"/>
                  </a:lnTo>
                  <a:close/>
                </a:path>
              </a:pathLst>
            </a:custGeom>
            <a:solidFill>
              <a:schemeClr val="dk2"/>
            </a:solidFill>
            <a:ln w="0">
              <a:noFill/>
            </a:ln>
          </p:spPr>
          <p:style>
            <a:lnRef idx="0"/>
            <a:fillRef idx="0"/>
            <a:effectRef idx="0"/>
            <a:fontRef idx="minor"/>
          </p:style>
        </p:sp>
        <p:sp>
          <p:nvSpPr>
            <p:cNvPr id="722" name="Google Shape;569;p32"/>
            <p:cNvSpPr/>
            <p:nvPr/>
          </p:nvSpPr>
          <p:spPr>
            <a:xfrm>
              <a:off x="4429080" y="1525680"/>
              <a:ext cx="285120" cy="338040"/>
            </a:xfrm>
            <a:custGeom>
              <a:avLst/>
              <a:gdLst/>
              <a:ahLst/>
              <a:rect l="l" t="t" r="r" b="b"/>
              <a:pathLst>
                <a:path w="10470" h="12407">
                  <a:moveTo>
                    <a:pt x="3770" y="1954"/>
                  </a:moveTo>
                  <a:cubicBezTo>
                    <a:pt x="4935" y="1954"/>
                    <a:pt x="5535" y="3325"/>
                    <a:pt x="4764" y="4182"/>
                  </a:cubicBezTo>
                  <a:cubicBezTo>
                    <a:pt x="5278" y="4524"/>
                    <a:pt x="5586" y="5107"/>
                    <a:pt x="5604" y="5724"/>
                  </a:cubicBezTo>
                  <a:lnTo>
                    <a:pt x="5604" y="6204"/>
                  </a:lnTo>
                  <a:cubicBezTo>
                    <a:pt x="5604" y="6392"/>
                    <a:pt x="5432" y="6563"/>
                    <a:pt x="5227" y="6563"/>
                  </a:cubicBezTo>
                  <a:lnTo>
                    <a:pt x="2314" y="6563"/>
                  </a:lnTo>
                  <a:cubicBezTo>
                    <a:pt x="2108" y="6563"/>
                    <a:pt x="1954" y="6392"/>
                    <a:pt x="1954" y="6204"/>
                  </a:cubicBezTo>
                  <a:lnTo>
                    <a:pt x="1954" y="5724"/>
                  </a:lnTo>
                  <a:cubicBezTo>
                    <a:pt x="1954" y="5107"/>
                    <a:pt x="2262" y="4524"/>
                    <a:pt x="2794" y="4182"/>
                  </a:cubicBezTo>
                  <a:cubicBezTo>
                    <a:pt x="2005" y="3325"/>
                    <a:pt x="2605" y="1954"/>
                    <a:pt x="3770" y="1954"/>
                  </a:cubicBezTo>
                  <a:close/>
                  <a:moveTo>
                    <a:pt x="8157" y="5844"/>
                  </a:moveTo>
                  <a:cubicBezTo>
                    <a:pt x="8636" y="5844"/>
                    <a:pt x="8636" y="6563"/>
                    <a:pt x="8157" y="6563"/>
                  </a:cubicBezTo>
                  <a:lnTo>
                    <a:pt x="7180" y="6563"/>
                  </a:lnTo>
                  <a:cubicBezTo>
                    <a:pt x="6700" y="6563"/>
                    <a:pt x="6700" y="5844"/>
                    <a:pt x="7180" y="5844"/>
                  </a:cubicBezTo>
                  <a:close/>
                  <a:moveTo>
                    <a:pt x="2297" y="7797"/>
                  </a:moveTo>
                  <a:cubicBezTo>
                    <a:pt x="2303" y="7797"/>
                    <a:pt x="2308" y="7797"/>
                    <a:pt x="2314" y="7797"/>
                  </a:cubicBezTo>
                  <a:lnTo>
                    <a:pt x="8157" y="7797"/>
                  </a:lnTo>
                  <a:cubicBezTo>
                    <a:pt x="8636" y="7797"/>
                    <a:pt x="8636" y="8517"/>
                    <a:pt x="8157" y="8517"/>
                  </a:cubicBezTo>
                  <a:lnTo>
                    <a:pt x="2314" y="8517"/>
                  </a:lnTo>
                  <a:cubicBezTo>
                    <a:pt x="1840" y="8517"/>
                    <a:pt x="1834" y="7797"/>
                    <a:pt x="2297" y="7797"/>
                  </a:cubicBezTo>
                  <a:close/>
                  <a:moveTo>
                    <a:pt x="8157" y="9733"/>
                  </a:moveTo>
                  <a:cubicBezTo>
                    <a:pt x="8636" y="9733"/>
                    <a:pt x="8636" y="10470"/>
                    <a:pt x="8157" y="10470"/>
                  </a:cubicBezTo>
                  <a:lnTo>
                    <a:pt x="2314" y="10470"/>
                  </a:lnTo>
                  <a:cubicBezTo>
                    <a:pt x="1834" y="10470"/>
                    <a:pt x="1834" y="9733"/>
                    <a:pt x="2314" y="9733"/>
                  </a:cubicBezTo>
                  <a:close/>
                  <a:moveTo>
                    <a:pt x="1337" y="1"/>
                  </a:moveTo>
                  <a:cubicBezTo>
                    <a:pt x="600" y="1"/>
                    <a:pt x="1" y="601"/>
                    <a:pt x="1" y="1337"/>
                  </a:cubicBezTo>
                  <a:lnTo>
                    <a:pt x="1" y="11070"/>
                  </a:lnTo>
                  <a:cubicBezTo>
                    <a:pt x="1" y="11806"/>
                    <a:pt x="600" y="12406"/>
                    <a:pt x="1337" y="12406"/>
                  </a:cubicBezTo>
                  <a:lnTo>
                    <a:pt x="9133" y="12406"/>
                  </a:lnTo>
                  <a:cubicBezTo>
                    <a:pt x="9870" y="12406"/>
                    <a:pt x="10470" y="11806"/>
                    <a:pt x="10470" y="11070"/>
                  </a:cubicBezTo>
                  <a:lnTo>
                    <a:pt x="10470" y="3839"/>
                  </a:lnTo>
                  <a:lnTo>
                    <a:pt x="7951" y="3839"/>
                  </a:lnTo>
                  <a:cubicBezTo>
                    <a:pt x="7214" y="3839"/>
                    <a:pt x="6615" y="3239"/>
                    <a:pt x="6615" y="2503"/>
                  </a:cubicBezTo>
                  <a:lnTo>
                    <a:pt x="6615" y="1"/>
                  </a:lnTo>
                  <a:close/>
                </a:path>
              </a:pathLst>
            </a:custGeom>
            <a:solidFill>
              <a:schemeClr val="dk2"/>
            </a:solidFill>
            <a:ln w="0">
              <a:noFill/>
            </a:ln>
          </p:spPr>
          <p:style>
            <a:lnRef idx="0"/>
            <a:fillRef idx="0"/>
            <a:effectRef idx="0"/>
            <a:fontRef idx="minor"/>
          </p:style>
        </p:sp>
      </p:grpSp>
      <p:sp>
        <p:nvSpPr>
          <p:cNvPr id="723" name="PlaceHolder 8"/>
          <p:cNvSpPr>
            <a:spLocks noGrp="1"/>
          </p:cNvSpPr>
          <p:nvPr>
            <p:ph type="subTitle"/>
          </p:nvPr>
        </p:nvSpPr>
        <p:spPr>
          <a:xfrm>
            <a:off x="914400" y="960120"/>
            <a:ext cx="7314840" cy="548280"/>
          </a:xfrm>
          <a:prstGeom prst="rect">
            <a:avLst/>
          </a:prstGeom>
          <a:noFill/>
          <a:ln w="0">
            <a:noFill/>
          </a:ln>
        </p:spPr>
        <p:txBody>
          <a:bodyPr tIns="91440" bIns="91440" anchor="t">
            <a:noAutofit/>
          </a:bodyPr>
          <a:p>
            <a:pPr algn="ctr">
              <a:lnSpc>
                <a:spcPct val="100000"/>
              </a:lnSpc>
              <a:buNone/>
              <a:tabLst>
                <a:tab algn="l" pos="0"/>
              </a:tabLst>
            </a:pPr>
            <a:r>
              <a:rPr b="0" i="1" lang="en" sz="1100" spc="-1" strike="noStrike">
                <a:solidFill>
                  <a:srgbClr val="ffffff"/>
                </a:solidFill>
                <a:latin typeface="Inter"/>
                <a:ea typeface="Inter"/>
              </a:rPr>
              <a:t>Main objective: a lightweight layer that runs hypothetical changes in a rolled-back transaction and reports their exact impact on data and schema.</a:t>
            </a:r>
            <a:endParaRPr b="0" lang="en-US" sz="1100" spc="-1" strike="noStrike">
              <a:latin typeface="Arial"/>
            </a:endParaRPr>
          </a:p>
        </p:txBody>
      </p:sp>
      <p:sp>
        <p:nvSpPr>
          <p:cNvPr id="724" name="TextBox 9002"/>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725" name="TextBox 9003"/>
          <p:cNvSpPr/>
          <p:nvPr/>
        </p:nvSpPr>
        <p:spPr>
          <a:xfrm>
            <a:off x="8241120" y="4956120"/>
            <a:ext cx="11376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13</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title"/>
          </p:nvPr>
        </p:nvSpPr>
        <p:spPr>
          <a:xfrm>
            <a:off x="713160" y="444960"/>
            <a:ext cx="771732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How we differ from existing work</a:t>
            </a:r>
            <a:endParaRPr b="0" lang="en-US" sz="3000" spc="-1" strike="noStrike">
              <a:solidFill>
                <a:srgbClr val="000000"/>
              </a:solidFill>
              <a:latin typeface="Arial"/>
            </a:endParaRPr>
          </a:p>
        </p:txBody>
      </p:sp>
      <p:graphicFrame>
        <p:nvGraphicFramePr>
          <p:cNvPr id="727" name="Google Shape;631;p37"/>
          <p:cNvGraphicFramePr/>
          <p:nvPr/>
        </p:nvGraphicFramePr>
        <p:xfrm>
          <a:off x="731520" y="1314000"/>
          <a:ext cx="7680600" cy="2880000"/>
        </p:xfrm>
        <a:graphic>
          <a:graphicData uri="http://schemas.openxmlformats.org/drawingml/2006/table">
            <a:tbl>
              <a:tblPr/>
              <a:tblGrid>
                <a:gridCol w="1645920"/>
                <a:gridCol w="3017520"/>
                <a:gridCol w="3017520"/>
              </a:tblGrid>
              <a:tr h="365760">
                <a:tc>
                  <a:txBody>
                    <a:bodyPr lIns="91080" rIns="91080" tIns="68400" bIns="68400" anchor="ctr">
                      <a:noAutofit/>
                    </a:bodyPr>
                    <a:p>
                      <a:pPr algn="ctr">
                        <a:lnSpc>
                          <a:spcPct val="100000"/>
                        </a:lnSpc>
                        <a:buNone/>
                        <a:tabLst>
                          <a:tab algn="l" pos="0"/>
                        </a:tabLst>
                      </a:pPr>
                      <a:r>
                        <a:rPr b="1" lang="en-US" sz="1000" spc="-1" strike="noStrike">
                          <a:solidFill>
                            <a:srgbClr val="ffffff"/>
                          </a:solidFill>
                          <a:latin typeface="Arial"/>
                          <a:ea typeface="Arial"/>
                        </a:rPr>
                        <a:t>Aspect</a:t>
                      </a:r>
                      <a:endParaRPr b="0" lang="en-US" sz="10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1000" spc="-1" strike="noStrike">
                          <a:solidFill>
                            <a:srgbClr val="ffffff"/>
                          </a:solidFill>
                          <a:latin typeface="Montserrat"/>
                          <a:ea typeface="Montserrat"/>
                        </a:rPr>
                        <a:t>Existing work</a:t>
                      </a:r>
                      <a:endParaRPr b="0" lang="en-US" sz="10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91080" rIns="91080" tIns="68400" bIns="68400" anchor="ctr">
                      <a:noAutofit/>
                    </a:bodyPr>
                    <a:p>
                      <a:pPr algn="ctr">
                        <a:lnSpc>
                          <a:spcPct val="100000"/>
                        </a:lnSpc>
                        <a:buNone/>
                        <a:tabLst>
                          <a:tab algn="l" pos="0"/>
                        </a:tabLst>
                      </a:pPr>
                      <a:r>
                        <a:rPr b="1" lang="en" sz="1000" spc="-1" strike="noStrike">
                          <a:solidFill>
                            <a:srgbClr val="ffffff"/>
                          </a:solidFill>
                          <a:latin typeface="Montserrat"/>
                          <a:ea typeface="Montserrat"/>
                        </a:rPr>
                        <a:t>What-If DB (ours)</a:t>
                      </a:r>
                      <a:endParaRPr b="0" lang="en-US" sz="10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r>
              <a:tr h="502920">
                <a:tc>
                  <a:txBody>
                    <a:bodyPr lIns="91080" rIns="91080" tIns="0" bIns="0" anchor="ctr">
                      <a:noAutofit/>
                    </a:bodyPr>
                    <a:p>
                      <a:pPr algn="ctr">
                        <a:lnSpc>
                          <a:spcPct val="100000"/>
                        </a:lnSpc>
                        <a:buNone/>
                        <a:tabLst>
                          <a:tab algn="l" pos="0"/>
                        </a:tabLst>
                      </a:pPr>
                      <a:r>
                        <a:rPr b="1" lang="en" sz="1000" spc="-1" strike="noStrike">
                          <a:solidFill>
                            <a:srgbClr val="ffffff"/>
                          </a:solidFill>
                          <a:latin typeface="Montserrat"/>
                          <a:ea typeface="Montserrat"/>
                        </a:rPr>
                        <a:t>Where it runs</a:t>
                      </a:r>
                      <a:endParaRPr b="0" lang="en-US" sz="10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Warehouses [1], causal models [3], branches [5]</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Live operational database (PostgreSQL)</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502920">
                <a:tc>
                  <a:txBody>
                    <a:bodyPr lIns="91080" rIns="91080" tIns="0" bIns="0" anchor="ctr">
                      <a:noAutofit/>
                    </a:bodyPr>
                    <a:p>
                      <a:pPr algn="ctr">
                        <a:lnSpc>
                          <a:spcPct val="100000"/>
                        </a:lnSpc>
                        <a:buNone/>
                        <a:tabLst>
                          <a:tab algn="l" pos="0"/>
                        </a:tabLst>
                      </a:pPr>
                      <a:r>
                        <a:rPr b="1" lang="en" sz="1000" spc="-1" strike="noStrike">
                          <a:solidFill>
                            <a:srgbClr val="ffffff"/>
                          </a:solidFill>
                          <a:latin typeface="Montserrat"/>
                          <a:ea typeface="Montserrat"/>
                        </a:rPr>
                        <a:t>Answer type</a:t>
                      </a:r>
                      <a:endParaRPr b="0" lang="en-US" sz="10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Estimates [3] or solver-based answers [2]</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Exact: the change is really applied, then rolled back</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502920">
                <a:tc>
                  <a:txBody>
                    <a:bodyPr lIns="91080" rIns="91080" tIns="0" bIns="0" anchor="ctr">
                      <a:noAutofit/>
                    </a:bodyPr>
                    <a:p>
                      <a:pPr algn="ctr">
                        <a:lnSpc>
                          <a:spcPct val="100000"/>
                        </a:lnSpc>
                        <a:buNone/>
                        <a:tabLst>
                          <a:tab algn="l" pos="0"/>
                        </a:tabLst>
                      </a:pPr>
                      <a:r>
                        <a:rPr b="1" lang="en" sz="1000" spc="-1" strike="noStrike">
                          <a:solidFill>
                            <a:srgbClr val="ffffff"/>
                          </a:solidFill>
                          <a:latin typeface="Montserrat"/>
                          <a:ea typeface="Montserrat"/>
                        </a:rPr>
                        <a:t>Time direction</a:t>
                      </a:r>
                      <a:endParaRPr b="0" lang="en-US" sz="10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Past histories [4] or past states [7]</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A hypothetical future change</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502920">
                <a:tc>
                  <a:txBody>
                    <a:bodyPr lIns="91080" rIns="91080" tIns="0" bIns="0" anchor="ctr">
                      <a:noAutofit/>
                    </a:bodyPr>
                    <a:p>
                      <a:pPr algn="ctr">
                        <a:lnSpc>
                          <a:spcPct val="100000"/>
                        </a:lnSpc>
                        <a:buNone/>
                        <a:tabLst>
                          <a:tab algn="l" pos="0"/>
                        </a:tabLst>
                      </a:pPr>
                      <a:r>
                        <a:rPr b="1" lang="en" sz="1000" spc="-1" strike="noStrike">
                          <a:solidFill>
                            <a:srgbClr val="ffffff"/>
                          </a:solidFill>
                          <a:latin typeface="Montserrat"/>
                          <a:ea typeface="Montserrat"/>
                        </a:rPr>
                        <a:t>Effort to use</a:t>
                      </a:r>
                      <a:endParaRPr b="0" lang="en-US" sz="10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Create a branch [5] or build a causal model [3]</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One WHAT_IF statement</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r h="502920">
                <a:tc>
                  <a:txBody>
                    <a:bodyPr lIns="91080" rIns="91080" tIns="0" bIns="0" anchor="ctr">
                      <a:noAutofit/>
                    </a:bodyPr>
                    <a:p>
                      <a:pPr algn="ctr">
                        <a:lnSpc>
                          <a:spcPct val="100000"/>
                        </a:lnSpc>
                        <a:buNone/>
                        <a:tabLst>
                          <a:tab algn="l" pos="0"/>
                        </a:tabLst>
                      </a:pPr>
                      <a:r>
                        <a:rPr b="1" lang="en" sz="1000" spc="-1" strike="noStrike">
                          <a:solidFill>
                            <a:srgbClr val="ffffff"/>
                          </a:solidFill>
                          <a:latin typeface="Montserrat"/>
                          <a:ea typeface="Montserrat"/>
                        </a:rPr>
                        <a:t>Schema changes</a:t>
                      </a:r>
                      <a:endParaRPr b="0" lang="en-US" sz="1000" spc="-1" strike="noStrike">
                        <a:latin typeface="Arial"/>
                      </a:endParaRPr>
                    </a:p>
                  </a:txBody>
                  <a:tcPr anchor="ctr" marL="91080" marR="91080">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Not covered by any of [1]-[7]</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c>
                  <a:txBody>
                    <a:bodyPr lIns="0" rIns="0" tIns="0" bIns="0" anchor="ctr">
                      <a:noAutofit/>
                    </a:bodyPr>
                    <a:p>
                      <a:pPr algn="ctr">
                        <a:lnSpc>
                          <a:spcPct val="100000"/>
                        </a:lnSpc>
                        <a:buNone/>
                        <a:tabLst>
                          <a:tab algn="l" pos="0"/>
                        </a:tabLst>
                      </a:pPr>
                      <a:r>
                        <a:rPr b="0" lang="en" sz="1000" spc="-1" strike="noStrike">
                          <a:solidFill>
                            <a:srgbClr val="ffffff"/>
                          </a:solidFill>
                          <a:latin typeface="Inter"/>
                          <a:ea typeface="Inter"/>
                        </a:rPr>
                        <a:t>Lists broken views, constraints and metrics</a:t>
                      </a:r>
                      <a:endParaRPr b="0" lang="en-US" sz="1000" spc="-1" strike="noStrike">
                        <a:latin typeface="Arial"/>
                      </a:endParaRPr>
                    </a:p>
                  </a:txBody>
                  <a:tcPr anchor="ctr">
                    <a:lnL w="9360">
                      <a:solidFill>
                        <a:srgbClr val="9cffff"/>
                      </a:solidFill>
                    </a:lnL>
                    <a:lnR w="9360">
                      <a:solidFill>
                        <a:srgbClr val="9cffff"/>
                      </a:solidFill>
                    </a:lnR>
                    <a:lnT w="9360">
                      <a:solidFill>
                        <a:srgbClr val="9cffff"/>
                      </a:solidFill>
                    </a:lnT>
                    <a:lnB w="9360">
                      <a:solidFill>
                        <a:srgbClr val="9cffff"/>
                      </a:solidFill>
                    </a:lnB>
                    <a:noFill/>
                  </a:tcPr>
                </a:tc>
              </a:tr>
            </a:tbl>
          </a:graphicData>
        </a:graphic>
      </p:graphicFrame>
      <p:sp>
        <p:nvSpPr>
          <p:cNvPr id="728" name="TextBox 631"/>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729" name="TextBox 632"/>
          <p:cNvSpPr/>
          <p:nvPr/>
        </p:nvSpPr>
        <p:spPr>
          <a:xfrm>
            <a:off x="8241120" y="4956120"/>
            <a:ext cx="11376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14</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ubTitle"/>
          </p:nvPr>
        </p:nvSpPr>
        <p:spPr>
          <a:xfrm>
            <a:off x="4798800" y="2210400"/>
            <a:ext cx="305820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Why it matters</a:t>
            </a:r>
            <a:endParaRPr b="0" lang="en-US" sz="1800" spc="-1" strike="noStrike">
              <a:latin typeface="Arial"/>
            </a:endParaRPr>
          </a:p>
        </p:txBody>
      </p:sp>
      <p:sp>
        <p:nvSpPr>
          <p:cNvPr id="731" name="PlaceHolder 2"/>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Summary</a:t>
            </a:r>
            <a:endParaRPr b="0" lang="en-US" sz="3000" spc="-1" strike="noStrike">
              <a:solidFill>
                <a:srgbClr val="000000"/>
              </a:solidFill>
              <a:latin typeface="Arial"/>
            </a:endParaRPr>
          </a:p>
        </p:txBody>
      </p:sp>
      <p:sp>
        <p:nvSpPr>
          <p:cNvPr id="732" name="PlaceHolder 3"/>
          <p:cNvSpPr>
            <a:spLocks noGrp="1"/>
          </p:cNvSpPr>
          <p:nvPr>
            <p:ph type="subTitle"/>
          </p:nvPr>
        </p:nvSpPr>
        <p:spPr>
          <a:xfrm>
            <a:off x="4798800" y="2583720"/>
            <a:ext cx="3058200" cy="14446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Existing tools are analytical, historical or branch-based. Ours gives a one-step, exact impact report on a live university database and leaves the real data unchanged.</a:t>
            </a:r>
            <a:endParaRPr b="0" lang="en-US" sz="1200" spc="-1" strike="noStrike">
              <a:latin typeface="Arial"/>
            </a:endParaRPr>
          </a:p>
        </p:txBody>
      </p:sp>
      <p:sp>
        <p:nvSpPr>
          <p:cNvPr id="733" name="PlaceHolder 4"/>
          <p:cNvSpPr>
            <a:spLocks noGrp="1"/>
          </p:cNvSpPr>
          <p:nvPr>
            <p:ph type="subTitle"/>
          </p:nvPr>
        </p:nvSpPr>
        <p:spPr>
          <a:xfrm>
            <a:off x="1286640" y="2583720"/>
            <a:ext cx="3058200" cy="1444680"/>
          </a:xfrm>
          <a:prstGeom prst="rect">
            <a:avLst/>
          </a:prstGeom>
          <a:noFill/>
          <a:ln w="0">
            <a:noFill/>
          </a:ln>
        </p:spPr>
        <p:txBody>
          <a:bodyPr tIns="91440" bIns="91440" anchor="t">
            <a:noAutofit/>
          </a:bodyPr>
          <a:p>
            <a:pPr algn="ctr">
              <a:lnSpc>
                <a:spcPct val="100000"/>
              </a:lnSpc>
              <a:buNone/>
              <a:tabLst>
                <a:tab algn="l" pos="0"/>
              </a:tabLst>
            </a:pPr>
            <a:r>
              <a:rPr b="0" lang="en" sz="1200" spc="-1" strike="noStrike">
                <a:solidFill>
                  <a:srgbClr val="ffffff"/>
                </a:solidFill>
                <a:latin typeface="Inter"/>
                <a:ea typeface="Inter"/>
              </a:rPr>
              <a:t>A WHAT_IF layer on PostgreSQL that runs a hypothetical change in a rolled-back transaction and reports the exact impact on data and schema.</a:t>
            </a:r>
            <a:endParaRPr b="0" lang="en-US" sz="1200" spc="-1" strike="noStrike">
              <a:latin typeface="Arial"/>
            </a:endParaRPr>
          </a:p>
        </p:txBody>
      </p:sp>
      <p:sp>
        <p:nvSpPr>
          <p:cNvPr id="734" name="PlaceHolder 5"/>
          <p:cNvSpPr>
            <a:spLocks noGrp="1"/>
          </p:cNvSpPr>
          <p:nvPr>
            <p:ph type="subTitle"/>
          </p:nvPr>
        </p:nvSpPr>
        <p:spPr>
          <a:xfrm>
            <a:off x="1286640" y="2210400"/>
            <a:ext cx="3058200" cy="429480"/>
          </a:xfrm>
          <a:prstGeom prst="rect">
            <a:avLst/>
          </a:prstGeom>
          <a:noFill/>
          <a:ln w="0">
            <a:noFill/>
          </a:ln>
        </p:spPr>
        <p:txBody>
          <a:bodyPr tIns="91440" bIns="91440" anchor="b">
            <a:noAutofit/>
          </a:bodyPr>
          <a:p>
            <a:pPr algn="ctr">
              <a:lnSpc>
                <a:spcPct val="100000"/>
              </a:lnSpc>
              <a:buNone/>
              <a:tabLst>
                <a:tab algn="l" pos="0"/>
              </a:tabLst>
            </a:pPr>
            <a:r>
              <a:rPr b="1" lang="en" sz="1800" spc="-1" strike="noStrike">
                <a:solidFill>
                  <a:srgbClr val="ffffff"/>
                </a:solidFill>
                <a:latin typeface="Montserrat"/>
                <a:ea typeface="Montserrat"/>
              </a:rPr>
              <a:t>What we built</a:t>
            </a:r>
            <a:endParaRPr b="0" lang="en-US" sz="1800" spc="-1" strike="noStrike">
              <a:latin typeface="Arial"/>
            </a:endParaRPr>
          </a:p>
        </p:txBody>
      </p:sp>
      <p:grpSp>
        <p:nvGrpSpPr>
          <p:cNvPr id="735" name="Google Shape;543;p31"/>
          <p:cNvGrpSpPr/>
          <p:nvPr/>
        </p:nvGrpSpPr>
        <p:grpSpPr>
          <a:xfrm>
            <a:off x="2621520" y="1688760"/>
            <a:ext cx="388440" cy="368640"/>
            <a:chOff x="2621520" y="1688760"/>
            <a:chExt cx="388440" cy="368640"/>
          </a:xfrm>
        </p:grpSpPr>
        <p:sp>
          <p:nvSpPr>
            <p:cNvPr id="736" name="Google Shape;544;p31"/>
            <p:cNvSpPr/>
            <p:nvPr/>
          </p:nvSpPr>
          <p:spPr>
            <a:xfrm>
              <a:off x="2853360" y="1862640"/>
              <a:ext cx="21240" cy="20880"/>
            </a:xfrm>
            <a:custGeom>
              <a:avLst/>
              <a:gdLst/>
              <a:ahLst/>
              <a:rect l="l" t="t" r="r" b="b"/>
              <a:pathLst>
                <a:path w="721" h="720">
                  <a:moveTo>
                    <a:pt x="361" y="0"/>
                  </a:moveTo>
                  <a:cubicBezTo>
                    <a:pt x="155" y="0"/>
                    <a:pt x="1" y="154"/>
                    <a:pt x="1" y="360"/>
                  </a:cubicBezTo>
                  <a:cubicBezTo>
                    <a:pt x="1" y="566"/>
                    <a:pt x="155" y="720"/>
                    <a:pt x="361" y="720"/>
                  </a:cubicBezTo>
                  <a:cubicBezTo>
                    <a:pt x="549" y="720"/>
                    <a:pt x="721" y="566"/>
                    <a:pt x="721" y="360"/>
                  </a:cubicBezTo>
                  <a:cubicBezTo>
                    <a:pt x="721" y="154"/>
                    <a:pt x="549" y="0"/>
                    <a:pt x="361" y="0"/>
                  </a:cubicBezTo>
                  <a:close/>
                </a:path>
              </a:pathLst>
            </a:custGeom>
            <a:solidFill>
              <a:schemeClr val="dk2"/>
            </a:solidFill>
            <a:ln w="0">
              <a:noFill/>
            </a:ln>
          </p:spPr>
          <p:style>
            <a:lnRef idx="0"/>
            <a:fillRef idx="0"/>
            <a:effectRef idx="0"/>
            <a:fontRef idx="minor"/>
          </p:style>
        </p:sp>
        <p:sp>
          <p:nvSpPr>
            <p:cNvPr id="737" name="Google Shape;545;p31"/>
            <p:cNvSpPr/>
            <p:nvPr/>
          </p:nvSpPr>
          <p:spPr>
            <a:xfrm>
              <a:off x="2795400" y="1862640"/>
              <a:ext cx="21600" cy="20880"/>
            </a:xfrm>
            <a:custGeom>
              <a:avLst/>
              <a:gdLst/>
              <a:ahLst/>
              <a:rect l="l" t="t" r="r" b="b"/>
              <a:pathLst>
                <a:path w="738" h="720">
                  <a:moveTo>
                    <a:pt x="378" y="0"/>
                  </a:moveTo>
                  <a:cubicBezTo>
                    <a:pt x="275" y="0"/>
                    <a:pt x="172" y="35"/>
                    <a:pt x="121" y="103"/>
                  </a:cubicBezTo>
                  <a:cubicBezTo>
                    <a:pt x="35" y="172"/>
                    <a:pt x="1" y="257"/>
                    <a:pt x="1" y="360"/>
                  </a:cubicBezTo>
                  <a:cubicBezTo>
                    <a:pt x="1" y="463"/>
                    <a:pt x="52" y="549"/>
                    <a:pt x="121" y="617"/>
                  </a:cubicBezTo>
                  <a:cubicBezTo>
                    <a:pt x="189" y="686"/>
                    <a:pt x="275" y="720"/>
                    <a:pt x="378" y="720"/>
                  </a:cubicBezTo>
                  <a:cubicBezTo>
                    <a:pt x="566" y="720"/>
                    <a:pt x="737" y="566"/>
                    <a:pt x="737" y="360"/>
                  </a:cubicBezTo>
                  <a:cubicBezTo>
                    <a:pt x="737" y="154"/>
                    <a:pt x="566" y="0"/>
                    <a:pt x="378" y="0"/>
                  </a:cubicBezTo>
                  <a:close/>
                </a:path>
              </a:pathLst>
            </a:custGeom>
            <a:solidFill>
              <a:schemeClr val="dk2"/>
            </a:solidFill>
            <a:ln w="0">
              <a:noFill/>
            </a:ln>
          </p:spPr>
          <p:style>
            <a:lnRef idx="0"/>
            <a:fillRef idx="0"/>
            <a:effectRef idx="0"/>
            <a:fontRef idx="minor"/>
          </p:style>
        </p:sp>
        <p:sp>
          <p:nvSpPr>
            <p:cNvPr id="738" name="Google Shape;546;p31"/>
            <p:cNvSpPr/>
            <p:nvPr/>
          </p:nvSpPr>
          <p:spPr>
            <a:xfrm>
              <a:off x="2737440" y="1862640"/>
              <a:ext cx="21600" cy="20880"/>
            </a:xfrm>
            <a:custGeom>
              <a:avLst/>
              <a:gdLst/>
              <a:ahLst/>
              <a:rect l="l" t="t" r="r" b="b"/>
              <a:pathLst>
                <a:path w="738" h="720">
                  <a:moveTo>
                    <a:pt x="371" y="0"/>
                  </a:moveTo>
                  <a:cubicBezTo>
                    <a:pt x="279" y="0"/>
                    <a:pt x="189" y="35"/>
                    <a:pt x="120" y="103"/>
                  </a:cubicBezTo>
                  <a:cubicBezTo>
                    <a:pt x="35" y="172"/>
                    <a:pt x="0" y="257"/>
                    <a:pt x="0" y="360"/>
                  </a:cubicBezTo>
                  <a:cubicBezTo>
                    <a:pt x="0" y="463"/>
                    <a:pt x="52" y="549"/>
                    <a:pt x="120" y="617"/>
                  </a:cubicBezTo>
                  <a:cubicBezTo>
                    <a:pt x="189" y="686"/>
                    <a:pt x="274" y="720"/>
                    <a:pt x="377" y="720"/>
                  </a:cubicBezTo>
                  <a:cubicBezTo>
                    <a:pt x="463" y="720"/>
                    <a:pt x="549" y="686"/>
                    <a:pt x="634" y="617"/>
                  </a:cubicBezTo>
                  <a:cubicBezTo>
                    <a:pt x="686" y="549"/>
                    <a:pt x="737" y="463"/>
                    <a:pt x="737" y="360"/>
                  </a:cubicBezTo>
                  <a:cubicBezTo>
                    <a:pt x="737" y="257"/>
                    <a:pt x="703" y="172"/>
                    <a:pt x="634" y="103"/>
                  </a:cubicBezTo>
                  <a:cubicBezTo>
                    <a:pt x="557" y="35"/>
                    <a:pt x="463" y="0"/>
                    <a:pt x="371" y="0"/>
                  </a:cubicBezTo>
                  <a:close/>
                </a:path>
              </a:pathLst>
            </a:custGeom>
            <a:solidFill>
              <a:schemeClr val="dk2"/>
            </a:solidFill>
            <a:ln w="0">
              <a:noFill/>
            </a:ln>
          </p:spPr>
          <p:style>
            <a:lnRef idx="0"/>
            <a:fillRef idx="0"/>
            <a:effectRef idx="0"/>
            <a:fontRef idx="minor"/>
          </p:style>
        </p:sp>
        <p:sp>
          <p:nvSpPr>
            <p:cNvPr id="739" name="Google Shape;547;p31"/>
            <p:cNvSpPr/>
            <p:nvPr/>
          </p:nvSpPr>
          <p:spPr>
            <a:xfrm>
              <a:off x="2679840" y="1862640"/>
              <a:ext cx="20880" cy="20880"/>
            </a:xfrm>
            <a:custGeom>
              <a:avLst/>
              <a:gdLst/>
              <a:ahLst/>
              <a:rect l="l" t="t" r="r" b="b"/>
              <a:pathLst>
                <a:path w="720" h="720">
                  <a:moveTo>
                    <a:pt x="360" y="0"/>
                  </a:moveTo>
                  <a:cubicBezTo>
                    <a:pt x="154" y="0"/>
                    <a:pt x="0" y="154"/>
                    <a:pt x="0" y="360"/>
                  </a:cubicBezTo>
                  <a:cubicBezTo>
                    <a:pt x="0" y="566"/>
                    <a:pt x="154" y="720"/>
                    <a:pt x="360" y="720"/>
                  </a:cubicBezTo>
                  <a:cubicBezTo>
                    <a:pt x="446" y="720"/>
                    <a:pt x="548" y="686"/>
                    <a:pt x="617" y="617"/>
                  </a:cubicBezTo>
                  <a:cubicBezTo>
                    <a:pt x="685" y="549"/>
                    <a:pt x="720" y="463"/>
                    <a:pt x="720" y="360"/>
                  </a:cubicBezTo>
                  <a:cubicBezTo>
                    <a:pt x="720" y="257"/>
                    <a:pt x="685" y="172"/>
                    <a:pt x="617" y="103"/>
                  </a:cubicBezTo>
                  <a:cubicBezTo>
                    <a:pt x="548" y="35"/>
                    <a:pt x="463" y="0"/>
                    <a:pt x="360" y="0"/>
                  </a:cubicBezTo>
                  <a:close/>
                </a:path>
              </a:pathLst>
            </a:custGeom>
            <a:solidFill>
              <a:schemeClr val="dk2"/>
            </a:solidFill>
            <a:ln w="0">
              <a:noFill/>
            </a:ln>
          </p:spPr>
          <p:style>
            <a:lnRef idx="0"/>
            <a:fillRef idx="0"/>
            <a:effectRef idx="0"/>
            <a:fontRef idx="minor"/>
          </p:style>
        </p:sp>
        <p:sp>
          <p:nvSpPr>
            <p:cNvPr id="740" name="Google Shape;548;p31"/>
            <p:cNvSpPr/>
            <p:nvPr/>
          </p:nvSpPr>
          <p:spPr>
            <a:xfrm>
              <a:off x="2679840" y="1920240"/>
              <a:ext cx="20880" cy="21600"/>
            </a:xfrm>
            <a:custGeom>
              <a:avLst/>
              <a:gdLst/>
              <a:ahLst/>
              <a:rect l="l" t="t" r="r" b="b"/>
              <a:pathLst>
                <a:path w="720" h="740">
                  <a:moveTo>
                    <a:pt x="360" y="0"/>
                  </a:moveTo>
                  <a:cubicBezTo>
                    <a:pt x="154" y="18"/>
                    <a:pt x="0" y="172"/>
                    <a:pt x="0" y="377"/>
                  </a:cubicBezTo>
                  <a:cubicBezTo>
                    <a:pt x="0" y="597"/>
                    <a:pt x="172" y="739"/>
                    <a:pt x="358" y="739"/>
                  </a:cubicBezTo>
                  <a:cubicBezTo>
                    <a:pt x="447" y="739"/>
                    <a:pt x="539" y="707"/>
                    <a:pt x="617" y="634"/>
                  </a:cubicBezTo>
                  <a:cubicBezTo>
                    <a:pt x="685" y="566"/>
                    <a:pt x="720" y="463"/>
                    <a:pt x="720" y="377"/>
                  </a:cubicBezTo>
                  <a:cubicBezTo>
                    <a:pt x="720" y="275"/>
                    <a:pt x="685" y="189"/>
                    <a:pt x="617" y="120"/>
                  </a:cubicBezTo>
                  <a:cubicBezTo>
                    <a:pt x="548" y="52"/>
                    <a:pt x="463" y="18"/>
                    <a:pt x="360" y="0"/>
                  </a:cubicBezTo>
                  <a:close/>
                </a:path>
              </a:pathLst>
            </a:custGeom>
            <a:solidFill>
              <a:schemeClr val="dk2"/>
            </a:solidFill>
            <a:ln w="0">
              <a:noFill/>
            </a:ln>
          </p:spPr>
          <p:style>
            <a:lnRef idx="0"/>
            <a:fillRef idx="0"/>
            <a:effectRef idx="0"/>
            <a:fontRef idx="minor"/>
          </p:style>
        </p:sp>
        <p:sp>
          <p:nvSpPr>
            <p:cNvPr id="741" name="Google Shape;549;p31"/>
            <p:cNvSpPr/>
            <p:nvPr/>
          </p:nvSpPr>
          <p:spPr>
            <a:xfrm>
              <a:off x="2893680" y="1936800"/>
              <a:ext cx="48960" cy="45360"/>
            </a:xfrm>
            <a:custGeom>
              <a:avLst/>
              <a:gdLst/>
              <a:ahLst/>
              <a:rect l="l" t="t" r="r" b="b"/>
              <a:pathLst>
                <a:path w="1663" h="1534">
                  <a:moveTo>
                    <a:pt x="362" y="0"/>
                  </a:moveTo>
                  <a:cubicBezTo>
                    <a:pt x="189" y="0"/>
                    <a:pt x="18" y="112"/>
                    <a:pt x="1" y="334"/>
                  </a:cubicBezTo>
                  <a:lnTo>
                    <a:pt x="1" y="1174"/>
                  </a:lnTo>
                  <a:cubicBezTo>
                    <a:pt x="1" y="1380"/>
                    <a:pt x="172" y="1534"/>
                    <a:pt x="360" y="1534"/>
                  </a:cubicBezTo>
                  <a:lnTo>
                    <a:pt x="1217" y="1534"/>
                  </a:lnTo>
                  <a:cubicBezTo>
                    <a:pt x="1663" y="1500"/>
                    <a:pt x="1663" y="848"/>
                    <a:pt x="1217" y="814"/>
                  </a:cubicBezTo>
                  <a:lnTo>
                    <a:pt x="737" y="814"/>
                  </a:lnTo>
                  <a:lnTo>
                    <a:pt x="737" y="334"/>
                  </a:lnTo>
                  <a:cubicBezTo>
                    <a:pt x="712" y="112"/>
                    <a:pt x="536" y="0"/>
                    <a:pt x="362" y="0"/>
                  </a:cubicBezTo>
                  <a:close/>
                </a:path>
              </a:pathLst>
            </a:custGeom>
            <a:solidFill>
              <a:schemeClr val="dk2"/>
            </a:solidFill>
            <a:ln w="0">
              <a:noFill/>
            </a:ln>
          </p:spPr>
          <p:style>
            <a:lnRef idx="0"/>
            <a:fillRef idx="0"/>
            <a:effectRef idx="0"/>
            <a:fontRef idx="minor"/>
          </p:style>
        </p:sp>
        <p:sp>
          <p:nvSpPr>
            <p:cNvPr id="742" name="Google Shape;550;p31"/>
            <p:cNvSpPr/>
            <p:nvPr/>
          </p:nvSpPr>
          <p:spPr>
            <a:xfrm>
              <a:off x="2728440" y="1910520"/>
              <a:ext cx="38880" cy="37080"/>
            </a:xfrm>
            <a:custGeom>
              <a:avLst/>
              <a:gdLst/>
              <a:ahLst/>
              <a:rect l="l" t="t" r="r" b="b"/>
              <a:pathLst>
                <a:path w="1321" h="1261">
                  <a:moveTo>
                    <a:pt x="678" y="0"/>
                  </a:moveTo>
                  <a:cubicBezTo>
                    <a:pt x="350" y="0"/>
                    <a:pt x="29" y="310"/>
                    <a:pt x="155" y="712"/>
                  </a:cubicBezTo>
                  <a:cubicBezTo>
                    <a:pt x="1" y="952"/>
                    <a:pt x="189" y="1261"/>
                    <a:pt x="464" y="1261"/>
                  </a:cubicBezTo>
                  <a:cubicBezTo>
                    <a:pt x="524" y="1226"/>
                    <a:pt x="592" y="1209"/>
                    <a:pt x="661" y="1209"/>
                  </a:cubicBezTo>
                  <a:cubicBezTo>
                    <a:pt x="729" y="1209"/>
                    <a:pt x="798" y="1226"/>
                    <a:pt x="858" y="1261"/>
                  </a:cubicBezTo>
                  <a:cubicBezTo>
                    <a:pt x="1149" y="1261"/>
                    <a:pt x="1320" y="952"/>
                    <a:pt x="1166" y="712"/>
                  </a:cubicBezTo>
                  <a:cubicBezTo>
                    <a:pt x="1252" y="558"/>
                    <a:pt x="1235" y="370"/>
                    <a:pt x="1115" y="250"/>
                  </a:cubicBezTo>
                  <a:cubicBezTo>
                    <a:pt x="1002" y="75"/>
                    <a:pt x="839" y="0"/>
                    <a:pt x="678" y="0"/>
                  </a:cubicBezTo>
                  <a:close/>
                </a:path>
              </a:pathLst>
            </a:custGeom>
            <a:solidFill>
              <a:schemeClr val="dk2"/>
            </a:solidFill>
            <a:ln w="0">
              <a:noFill/>
            </a:ln>
          </p:spPr>
          <p:style>
            <a:lnRef idx="0"/>
            <a:fillRef idx="0"/>
            <a:effectRef idx="0"/>
            <a:fontRef idx="minor"/>
          </p:style>
        </p:sp>
        <p:sp>
          <p:nvSpPr>
            <p:cNvPr id="743" name="Google Shape;551;p31"/>
            <p:cNvSpPr/>
            <p:nvPr/>
          </p:nvSpPr>
          <p:spPr>
            <a:xfrm>
              <a:off x="2621520" y="1688760"/>
              <a:ext cx="388440" cy="368640"/>
            </a:xfrm>
            <a:custGeom>
              <a:avLst/>
              <a:gdLst/>
              <a:ahLst/>
              <a:rect l="l" t="t" r="r" b="b"/>
              <a:pathLst>
                <a:path w="13075" h="12412">
                  <a:moveTo>
                    <a:pt x="9733" y="4640"/>
                  </a:moveTo>
                  <a:lnTo>
                    <a:pt x="9733" y="6644"/>
                  </a:lnTo>
                  <a:lnTo>
                    <a:pt x="9527" y="6644"/>
                  </a:lnTo>
                  <a:cubicBezTo>
                    <a:pt x="7917" y="6644"/>
                    <a:pt x="6632" y="7930"/>
                    <a:pt x="6632" y="9540"/>
                  </a:cubicBezTo>
                  <a:lnTo>
                    <a:pt x="6632" y="9746"/>
                  </a:lnTo>
                  <a:lnTo>
                    <a:pt x="1337" y="9746"/>
                  </a:lnTo>
                  <a:cubicBezTo>
                    <a:pt x="995" y="9746"/>
                    <a:pt x="738" y="9472"/>
                    <a:pt x="738" y="9146"/>
                  </a:cubicBezTo>
                  <a:lnTo>
                    <a:pt x="738" y="4640"/>
                  </a:lnTo>
                  <a:close/>
                  <a:moveTo>
                    <a:pt x="9512" y="7354"/>
                  </a:moveTo>
                  <a:cubicBezTo>
                    <a:pt x="10626" y="7354"/>
                    <a:pt x="11692" y="8216"/>
                    <a:pt x="11704" y="9523"/>
                  </a:cubicBezTo>
                  <a:cubicBezTo>
                    <a:pt x="11704" y="10722"/>
                    <a:pt x="10727" y="11699"/>
                    <a:pt x="9527" y="11699"/>
                  </a:cubicBezTo>
                  <a:cubicBezTo>
                    <a:pt x="7591" y="11699"/>
                    <a:pt x="6632" y="9369"/>
                    <a:pt x="7985" y="7998"/>
                  </a:cubicBezTo>
                  <a:cubicBezTo>
                    <a:pt x="8431" y="7553"/>
                    <a:pt x="8977" y="7354"/>
                    <a:pt x="9512" y="7354"/>
                  </a:cubicBezTo>
                  <a:close/>
                  <a:moveTo>
                    <a:pt x="5878" y="1"/>
                  </a:moveTo>
                  <a:cubicBezTo>
                    <a:pt x="5698" y="1"/>
                    <a:pt x="5518" y="125"/>
                    <a:pt x="5518" y="373"/>
                  </a:cubicBezTo>
                  <a:lnTo>
                    <a:pt x="5518" y="785"/>
                  </a:lnTo>
                  <a:lnTo>
                    <a:pt x="5021" y="785"/>
                  </a:lnTo>
                  <a:lnTo>
                    <a:pt x="5021" y="1933"/>
                  </a:lnTo>
                  <a:cubicBezTo>
                    <a:pt x="5021" y="2172"/>
                    <a:pt x="4837" y="2292"/>
                    <a:pt x="4653" y="2292"/>
                  </a:cubicBezTo>
                  <a:cubicBezTo>
                    <a:pt x="4469" y="2292"/>
                    <a:pt x="4284" y="2172"/>
                    <a:pt x="4284" y="1933"/>
                  </a:cubicBezTo>
                  <a:lnTo>
                    <a:pt x="4284" y="373"/>
                  </a:lnTo>
                  <a:cubicBezTo>
                    <a:pt x="4267" y="151"/>
                    <a:pt x="4096" y="39"/>
                    <a:pt x="3925" y="39"/>
                  </a:cubicBezTo>
                  <a:cubicBezTo>
                    <a:pt x="3753" y="39"/>
                    <a:pt x="3582" y="151"/>
                    <a:pt x="3565" y="373"/>
                  </a:cubicBezTo>
                  <a:lnTo>
                    <a:pt x="3565" y="785"/>
                  </a:lnTo>
                  <a:lnTo>
                    <a:pt x="3068" y="785"/>
                  </a:lnTo>
                  <a:lnTo>
                    <a:pt x="3068" y="1933"/>
                  </a:lnTo>
                  <a:cubicBezTo>
                    <a:pt x="3068" y="2172"/>
                    <a:pt x="2888" y="2292"/>
                    <a:pt x="2708" y="2292"/>
                  </a:cubicBezTo>
                  <a:cubicBezTo>
                    <a:pt x="2528" y="2292"/>
                    <a:pt x="2348" y="2172"/>
                    <a:pt x="2348" y="1933"/>
                  </a:cubicBezTo>
                  <a:lnTo>
                    <a:pt x="2348" y="373"/>
                  </a:lnTo>
                  <a:cubicBezTo>
                    <a:pt x="2331" y="151"/>
                    <a:pt x="2155" y="39"/>
                    <a:pt x="1980" y="39"/>
                  </a:cubicBezTo>
                  <a:cubicBezTo>
                    <a:pt x="1804" y="39"/>
                    <a:pt x="1629" y="151"/>
                    <a:pt x="1611" y="373"/>
                  </a:cubicBezTo>
                  <a:lnTo>
                    <a:pt x="1611" y="785"/>
                  </a:lnTo>
                  <a:lnTo>
                    <a:pt x="1354" y="785"/>
                  </a:lnTo>
                  <a:cubicBezTo>
                    <a:pt x="600" y="785"/>
                    <a:pt x="1" y="1384"/>
                    <a:pt x="18" y="2121"/>
                  </a:cubicBezTo>
                  <a:lnTo>
                    <a:pt x="18" y="9129"/>
                  </a:lnTo>
                  <a:cubicBezTo>
                    <a:pt x="18" y="9866"/>
                    <a:pt x="600" y="10465"/>
                    <a:pt x="1354" y="10465"/>
                  </a:cubicBezTo>
                  <a:lnTo>
                    <a:pt x="6786" y="10465"/>
                  </a:lnTo>
                  <a:cubicBezTo>
                    <a:pt x="7219" y="11712"/>
                    <a:pt x="8362" y="12411"/>
                    <a:pt x="9528" y="12411"/>
                  </a:cubicBezTo>
                  <a:cubicBezTo>
                    <a:pt x="10253" y="12411"/>
                    <a:pt x="10988" y="12140"/>
                    <a:pt x="11566" y="11562"/>
                  </a:cubicBezTo>
                  <a:cubicBezTo>
                    <a:pt x="13074" y="10054"/>
                    <a:pt x="12492" y="7484"/>
                    <a:pt x="10470" y="6782"/>
                  </a:cubicBezTo>
                  <a:lnTo>
                    <a:pt x="10470" y="2138"/>
                  </a:lnTo>
                  <a:cubicBezTo>
                    <a:pt x="10470" y="1384"/>
                    <a:pt x="9870" y="785"/>
                    <a:pt x="9133" y="785"/>
                  </a:cubicBezTo>
                  <a:lnTo>
                    <a:pt x="8911" y="785"/>
                  </a:lnTo>
                  <a:lnTo>
                    <a:pt x="8911" y="1933"/>
                  </a:lnTo>
                  <a:cubicBezTo>
                    <a:pt x="8894" y="2155"/>
                    <a:pt x="8722" y="2267"/>
                    <a:pt x="8551" y="2267"/>
                  </a:cubicBezTo>
                  <a:cubicBezTo>
                    <a:pt x="8379" y="2267"/>
                    <a:pt x="8208" y="2155"/>
                    <a:pt x="8191" y="1933"/>
                  </a:cubicBezTo>
                  <a:lnTo>
                    <a:pt x="8191" y="373"/>
                  </a:lnTo>
                  <a:cubicBezTo>
                    <a:pt x="8191" y="125"/>
                    <a:pt x="8007" y="1"/>
                    <a:pt x="7823" y="1"/>
                  </a:cubicBezTo>
                  <a:cubicBezTo>
                    <a:pt x="7638" y="1"/>
                    <a:pt x="7454" y="125"/>
                    <a:pt x="7454" y="373"/>
                  </a:cubicBezTo>
                  <a:lnTo>
                    <a:pt x="7454" y="785"/>
                  </a:lnTo>
                  <a:lnTo>
                    <a:pt x="6974" y="785"/>
                  </a:lnTo>
                  <a:lnTo>
                    <a:pt x="6974" y="1933"/>
                  </a:lnTo>
                  <a:cubicBezTo>
                    <a:pt x="6949" y="2155"/>
                    <a:pt x="6773" y="2267"/>
                    <a:pt x="6600" y="2267"/>
                  </a:cubicBezTo>
                  <a:cubicBezTo>
                    <a:pt x="6426" y="2267"/>
                    <a:pt x="6255" y="2155"/>
                    <a:pt x="6238" y="1933"/>
                  </a:cubicBezTo>
                  <a:lnTo>
                    <a:pt x="6238" y="373"/>
                  </a:lnTo>
                  <a:cubicBezTo>
                    <a:pt x="6238" y="125"/>
                    <a:pt x="6058" y="1"/>
                    <a:pt x="5878" y="1"/>
                  </a:cubicBezTo>
                  <a:close/>
                </a:path>
              </a:pathLst>
            </a:custGeom>
            <a:solidFill>
              <a:schemeClr val="dk2"/>
            </a:solidFill>
            <a:ln w="0">
              <a:noFill/>
            </a:ln>
          </p:spPr>
          <p:style>
            <a:lnRef idx="0"/>
            <a:fillRef idx="0"/>
            <a:effectRef idx="0"/>
            <a:fontRef idx="minor"/>
          </p:style>
        </p:sp>
      </p:grpSp>
      <p:sp>
        <p:nvSpPr>
          <p:cNvPr id="744" name="Google Shape;552;p31"/>
          <p:cNvSpPr/>
          <p:nvPr/>
        </p:nvSpPr>
        <p:spPr>
          <a:xfrm>
            <a:off x="6143760" y="1689120"/>
            <a:ext cx="367920" cy="368640"/>
          </a:xfrm>
          <a:custGeom>
            <a:avLst/>
            <a:gdLst/>
            <a:ahLst/>
            <a:rect l="l" t="t" r="r" b="b"/>
            <a:pathLst>
              <a:path w="12389" h="12409">
                <a:moveTo>
                  <a:pt x="4455" y="720"/>
                </a:moveTo>
                <a:cubicBezTo>
                  <a:pt x="4798" y="720"/>
                  <a:pt x="5055" y="994"/>
                  <a:pt x="5072" y="1337"/>
                </a:cubicBezTo>
                <a:lnTo>
                  <a:pt x="5072" y="3290"/>
                </a:lnTo>
                <a:cubicBezTo>
                  <a:pt x="5055" y="3616"/>
                  <a:pt x="4798" y="3890"/>
                  <a:pt x="4455" y="3890"/>
                </a:cubicBezTo>
                <a:lnTo>
                  <a:pt x="1337" y="3890"/>
                </a:lnTo>
                <a:cubicBezTo>
                  <a:pt x="994" y="3890"/>
                  <a:pt x="720" y="3616"/>
                  <a:pt x="737" y="3290"/>
                </a:cubicBezTo>
                <a:lnTo>
                  <a:pt x="737" y="1337"/>
                </a:lnTo>
                <a:cubicBezTo>
                  <a:pt x="720" y="994"/>
                  <a:pt x="994" y="720"/>
                  <a:pt x="1337" y="720"/>
                </a:cubicBezTo>
                <a:close/>
                <a:moveTo>
                  <a:pt x="9733" y="2673"/>
                </a:moveTo>
                <a:lnTo>
                  <a:pt x="9733" y="5843"/>
                </a:lnTo>
                <a:lnTo>
                  <a:pt x="7951" y="5843"/>
                </a:lnTo>
                <a:cubicBezTo>
                  <a:pt x="7214" y="5843"/>
                  <a:pt x="6614" y="6443"/>
                  <a:pt x="6614" y="7180"/>
                </a:cubicBezTo>
                <a:lnTo>
                  <a:pt x="6614" y="9133"/>
                </a:lnTo>
                <a:lnTo>
                  <a:pt x="6614" y="9219"/>
                </a:lnTo>
                <a:lnTo>
                  <a:pt x="6254" y="8876"/>
                </a:lnTo>
                <a:cubicBezTo>
                  <a:pt x="6186" y="8799"/>
                  <a:pt x="6092" y="8760"/>
                  <a:pt x="5997" y="8760"/>
                </a:cubicBezTo>
                <a:cubicBezTo>
                  <a:pt x="5903" y="8760"/>
                  <a:pt x="5809" y="8799"/>
                  <a:pt x="5740" y="8876"/>
                </a:cubicBezTo>
                <a:cubicBezTo>
                  <a:pt x="5586" y="9013"/>
                  <a:pt x="5586" y="9236"/>
                  <a:pt x="5740" y="9390"/>
                </a:cubicBezTo>
                <a:lnTo>
                  <a:pt x="6083" y="9733"/>
                </a:lnTo>
                <a:lnTo>
                  <a:pt x="2656" y="9733"/>
                </a:lnTo>
                <a:lnTo>
                  <a:pt x="2673" y="6563"/>
                </a:lnTo>
                <a:lnTo>
                  <a:pt x="4644" y="6563"/>
                </a:lnTo>
                <a:cubicBezTo>
                  <a:pt x="5141" y="6563"/>
                  <a:pt x="5141" y="5843"/>
                  <a:pt x="4644" y="5843"/>
                </a:cubicBezTo>
                <a:lnTo>
                  <a:pt x="4233" y="5843"/>
                </a:lnTo>
                <a:lnTo>
                  <a:pt x="4233" y="4627"/>
                </a:lnTo>
                <a:lnTo>
                  <a:pt x="4455" y="4627"/>
                </a:lnTo>
                <a:cubicBezTo>
                  <a:pt x="5192" y="4627"/>
                  <a:pt x="5775" y="4027"/>
                  <a:pt x="5792" y="3290"/>
                </a:cubicBezTo>
                <a:lnTo>
                  <a:pt x="5792" y="3187"/>
                </a:lnTo>
                <a:lnTo>
                  <a:pt x="6134" y="3547"/>
                </a:lnTo>
                <a:cubicBezTo>
                  <a:pt x="6203" y="3616"/>
                  <a:pt x="6289" y="3650"/>
                  <a:pt x="6391" y="3650"/>
                </a:cubicBezTo>
                <a:cubicBezTo>
                  <a:pt x="6717" y="3650"/>
                  <a:pt x="6871" y="3256"/>
                  <a:pt x="6648" y="3033"/>
                </a:cubicBezTo>
                <a:lnTo>
                  <a:pt x="6306" y="2673"/>
                </a:lnTo>
                <a:close/>
                <a:moveTo>
                  <a:pt x="11069" y="6563"/>
                </a:moveTo>
                <a:cubicBezTo>
                  <a:pt x="11412" y="6563"/>
                  <a:pt x="11686" y="6837"/>
                  <a:pt x="11686" y="7180"/>
                </a:cubicBezTo>
                <a:lnTo>
                  <a:pt x="11686" y="9133"/>
                </a:lnTo>
                <a:cubicBezTo>
                  <a:pt x="11686" y="9459"/>
                  <a:pt x="11412" y="9733"/>
                  <a:pt x="11069" y="9733"/>
                </a:cubicBezTo>
                <a:lnTo>
                  <a:pt x="7951" y="9733"/>
                </a:lnTo>
                <a:cubicBezTo>
                  <a:pt x="7625" y="9733"/>
                  <a:pt x="7351" y="9459"/>
                  <a:pt x="7351" y="9133"/>
                </a:cubicBezTo>
                <a:lnTo>
                  <a:pt x="7351" y="7180"/>
                </a:lnTo>
                <a:cubicBezTo>
                  <a:pt x="7351" y="6837"/>
                  <a:pt x="7625" y="6563"/>
                  <a:pt x="7951" y="6563"/>
                </a:cubicBezTo>
                <a:close/>
                <a:moveTo>
                  <a:pt x="1337" y="0"/>
                </a:moveTo>
                <a:cubicBezTo>
                  <a:pt x="600" y="0"/>
                  <a:pt x="0" y="600"/>
                  <a:pt x="0" y="1337"/>
                </a:cubicBezTo>
                <a:lnTo>
                  <a:pt x="0" y="3290"/>
                </a:lnTo>
                <a:cubicBezTo>
                  <a:pt x="0" y="4027"/>
                  <a:pt x="600" y="4627"/>
                  <a:pt x="1337" y="4627"/>
                </a:cubicBezTo>
                <a:lnTo>
                  <a:pt x="1560" y="4627"/>
                </a:lnTo>
                <a:lnTo>
                  <a:pt x="1560" y="5843"/>
                </a:lnTo>
                <a:lnTo>
                  <a:pt x="1131" y="5843"/>
                </a:lnTo>
                <a:cubicBezTo>
                  <a:pt x="651" y="5843"/>
                  <a:pt x="651" y="6563"/>
                  <a:pt x="1131" y="6563"/>
                </a:cubicBezTo>
                <a:lnTo>
                  <a:pt x="1937" y="6563"/>
                </a:lnTo>
                <a:lnTo>
                  <a:pt x="1937" y="10093"/>
                </a:lnTo>
                <a:cubicBezTo>
                  <a:pt x="1937" y="10298"/>
                  <a:pt x="2108" y="10470"/>
                  <a:pt x="2313" y="10470"/>
                </a:cubicBezTo>
                <a:lnTo>
                  <a:pt x="6100" y="10470"/>
                </a:lnTo>
                <a:lnTo>
                  <a:pt x="5740" y="10812"/>
                </a:lnTo>
                <a:cubicBezTo>
                  <a:pt x="5518" y="11052"/>
                  <a:pt x="5672" y="11429"/>
                  <a:pt x="5997" y="11429"/>
                </a:cubicBezTo>
                <a:cubicBezTo>
                  <a:pt x="6100" y="11429"/>
                  <a:pt x="6186" y="11395"/>
                  <a:pt x="6254" y="11326"/>
                </a:cubicBezTo>
                <a:lnTo>
                  <a:pt x="7231" y="10350"/>
                </a:lnTo>
                <a:cubicBezTo>
                  <a:pt x="7248" y="10332"/>
                  <a:pt x="7265" y="10315"/>
                  <a:pt x="7282" y="10281"/>
                </a:cubicBezTo>
                <a:cubicBezTo>
                  <a:pt x="7488" y="10401"/>
                  <a:pt x="7711" y="10470"/>
                  <a:pt x="7951" y="10470"/>
                </a:cubicBezTo>
                <a:lnTo>
                  <a:pt x="8173" y="10470"/>
                </a:lnTo>
                <a:lnTo>
                  <a:pt x="8173" y="11686"/>
                </a:lnTo>
                <a:lnTo>
                  <a:pt x="7745" y="11686"/>
                </a:lnTo>
                <a:cubicBezTo>
                  <a:pt x="7300" y="11720"/>
                  <a:pt x="7300" y="12371"/>
                  <a:pt x="7745" y="12406"/>
                </a:cubicBezTo>
                <a:lnTo>
                  <a:pt x="11258" y="12406"/>
                </a:lnTo>
                <a:cubicBezTo>
                  <a:pt x="11274" y="12407"/>
                  <a:pt x="11289" y="12408"/>
                  <a:pt x="11304" y="12408"/>
                </a:cubicBezTo>
                <a:cubicBezTo>
                  <a:pt x="11761" y="12408"/>
                  <a:pt x="11756" y="11685"/>
                  <a:pt x="11289" y="11685"/>
                </a:cubicBezTo>
                <a:cubicBezTo>
                  <a:pt x="11279" y="11685"/>
                  <a:pt x="11268" y="11685"/>
                  <a:pt x="11258" y="11686"/>
                </a:cubicBezTo>
                <a:lnTo>
                  <a:pt x="10846" y="11686"/>
                </a:lnTo>
                <a:lnTo>
                  <a:pt x="10846" y="10470"/>
                </a:lnTo>
                <a:lnTo>
                  <a:pt x="11052" y="10470"/>
                </a:lnTo>
                <a:cubicBezTo>
                  <a:pt x="11789" y="10470"/>
                  <a:pt x="12388" y="9870"/>
                  <a:pt x="12388" y="9133"/>
                </a:cubicBezTo>
                <a:lnTo>
                  <a:pt x="12388" y="7180"/>
                </a:lnTo>
                <a:cubicBezTo>
                  <a:pt x="12388" y="6443"/>
                  <a:pt x="11789" y="5843"/>
                  <a:pt x="11052" y="5843"/>
                </a:cubicBezTo>
                <a:lnTo>
                  <a:pt x="10469" y="5843"/>
                </a:lnTo>
                <a:lnTo>
                  <a:pt x="10469" y="2314"/>
                </a:lnTo>
                <a:cubicBezTo>
                  <a:pt x="10469" y="2108"/>
                  <a:pt x="10298" y="1954"/>
                  <a:pt x="10092" y="1954"/>
                </a:cubicBezTo>
                <a:lnTo>
                  <a:pt x="6306" y="1954"/>
                </a:lnTo>
                <a:lnTo>
                  <a:pt x="6666" y="1594"/>
                </a:lnTo>
                <a:cubicBezTo>
                  <a:pt x="6891" y="1329"/>
                  <a:pt x="6654" y="981"/>
                  <a:pt x="6385" y="981"/>
                </a:cubicBezTo>
                <a:cubicBezTo>
                  <a:pt x="6306" y="981"/>
                  <a:pt x="6225" y="1010"/>
                  <a:pt x="6152" y="1080"/>
                </a:cubicBezTo>
                <a:lnTo>
                  <a:pt x="5792" y="1440"/>
                </a:lnTo>
                <a:lnTo>
                  <a:pt x="5792" y="1337"/>
                </a:lnTo>
                <a:cubicBezTo>
                  <a:pt x="5775" y="600"/>
                  <a:pt x="5192" y="0"/>
                  <a:pt x="4455" y="0"/>
                </a:cubicBezTo>
                <a:close/>
              </a:path>
            </a:pathLst>
          </a:custGeom>
          <a:solidFill>
            <a:schemeClr val="dk2"/>
          </a:solidFill>
          <a:ln w="0">
            <a:noFill/>
          </a:ln>
        </p:spPr>
        <p:style>
          <a:lnRef idx="0"/>
          <a:fillRef idx="0"/>
          <a:effectRef idx="0"/>
          <a:fontRef idx="minor"/>
        </p:style>
      </p:sp>
      <p:sp>
        <p:nvSpPr>
          <p:cNvPr id="745" name="Google Shape;553;p31"/>
          <p:cNvSpPr/>
          <p:nvPr/>
        </p:nvSpPr>
        <p:spPr>
          <a:xfrm rot="10800000">
            <a:off x="7857720" y="4029120"/>
            <a:ext cx="447840" cy="447840"/>
          </a:xfrm>
          <a:custGeom>
            <a:avLst/>
            <a:gdLst/>
            <a:ahLst/>
            <a:rect l="l" t="t" r="r" b="b"/>
            <a:pathLst>
              <a:path w="17927" h="17927">
                <a:moveTo>
                  <a:pt x="1" y="0"/>
                </a:moveTo>
                <a:lnTo>
                  <a:pt x="1" y="5985"/>
                </a:lnTo>
                <a:lnTo>
                  <a:pt x="1" y="17926"/>
                </a:lnTo>
                <a:lnTo>
                  <a:pt x="5986" y="17926"/>
                </a:lnTo>
                <a:lnTo>
                  <a:pt x="5986" y="5985"/>
                </a:lnTo>
                <a:lnTo>
                  <a:pt x="17927" y="5985"/>
                </a:lnTo>
                <a:lnTo>
                  <a:pt x="17927" y="0"/>
                </a:lnTo>
                <a:close/>
              </a:path>
            </a:pathLst>
          </a:custGeom>
          <a:solidFill>
            <a:schemeClr val="dk2"/>
          </a:solidFill>
          <a:ln w="0">
            <a:noFill/>
          </a:ln>
        </p:spPr>
        <p:style>
          <a:lnRef idx="0"/>
          <a:fillRef idx="0"/>
          <a:effectRef idx="0"/>
          <a:fontRef idx="minor"/>
        </p:style>
      </p:sp>
      <p:sp>
        <p:nvSpPr>
          <p:cNvPr id="746" name="TextBox 553"/>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747" name="TextBox 554"/>
          <p:cNvSpPr/>
          <p:nvPr/>
        </p:nvSpPr>
        <p:spPr>
          <a:xfrm>
            <a:off x="8241120" y="4956120"/>
            <a:ext cx="11376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15</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p>
            <a:pPr algn="ctr">
              <a:lnSpc>
                <a:spcPct val="100000"/>
              </a:lnSpc>
              <a:buNone/>
              <a:tabLst>
                <a:tab algn="l" pos="0"/>
              </a:tabLst>
            </a:pPr>
            <a:r>
              <a:rPr b="1" lang="en" sz="3000" spc="-1" strike="noStrike">
                <a:solidFill>
                  <a:srgbClr val="ffffff"/>
                </a:solidFill>
                <a:latin typeface="Montserrat"/>
                <a:ea typeface="Montserrat"/>
              </a:rPr>
              <a:t>References (APA)</a:t>
            </a:r>
            <a:endParaRPr b="0" lang="en-US" sz="3000" spc="-1" strike="noStrike">
              <a:solidFill>
                <a:srgbClr val="000000"/>
              </a:solidFill>
              <a:latin typeface="Arial"/>
            </a:endParaRPr>
          </a:p>
        </p:txBody>
      </p:sp>
      <p:sp>
        <p:nvSpPr>
          <p:cNvPr id="749" name="PlaceHolder 2"/>
          <p:cNvSpPr>
            <a:spLocks noGrp="1"/>
          </p:cNvSpPr>
          <p:nvPr>
            <p:ph/>
          </p:nvPr>
        </p:nvSpPr>
        <p:spPr>
          <a:xfrm>
            <a:off x="720000" y="1215720"/>
            <a:ext cx="7703640" cy="2455200"/>
          </a:xfrm>
          <a:prstGeom prst="rect">
            <a:avLst/>
          </a:prstGeom>
          <a:noFill/>
          <a:ln w="0">
            <a:noFill/>
          </a:ln>
        </p:spPr>
        <p:txBody>
          <a:bodyPr tIns="91440" bIns="91440" anchor="t">
            <a:noAutofit/>
          </a:bodyPr>
          <a:p>
            <a:pPr>
              <a:lnSpc>
                <a:spcPct val="100000"/>
              </a:lnSpc>
              <a:buNone/>
              <a:tabLst>
                <a:tab algn="l" pos="0"/>
              </a:tabLst>
            </a:pPr>
            <a:r>
              <a:rPr b="0" lang="en" sz="1200" spc="-1" strike="noStrike">
                <a:solidFill>
                  <a:srgbClr val="ffffff"/>
                </a:solidFill>
                <a:latin typeface="Inter"/>
                <a:ea typeface="Inter"/>
              </a:rPr>
              <a:t>[1] Balmin, A., Papadimitriou, T., &amp; Papakonstantinou, Y. (2000). Hypothetical queries in an OLAP environment. VLDB.</a:t>
            </a:r>
            <a:endParaRPr b="0" lang="en-US" sz="1200" spc="-1" strike="noStrike">
              <a:solidFill>
                <a:srgbClr val="000000"/>
              </a:solidFill>
              <a:latin typeface="Arial"/>
            </a:endParaRPr>
          </a:p>
          <a:p>
            <a:pPr>
              <a:lnSpc>
                <a:spcPct val="100000"/>
              </a:lnSpc>
              <a:buNone/>
              <a:tabLst>
                <a:tab algn="l" pos="0"/>
              </a:tabLst>
            </a:pPr>
            <a:r>
              <a:rPr b="0" lang="en" sz="1200" spc="-1" strike="noStrike">
                <a:solidFill>
                  <a:srgbClr val="ffffff"/>
                </a:solidFill>
                <a:latin typeface="Inter"/>
                <a:ea typeface="Inter"/>
              </a:rPr>
              <a:t>[2] Meliou, A., &amp; Suciu, D. (2012). Tiresias: The database oracle for how-to queries. ACM SIGMOD.</a:t>
            </a:r>
            <a:endParaRPr b="0" lang="en-US" sz="1200" spc="-1" strike="noStrike">
              <a:solidFill>
                <a:srgbClr val="000000"/>
              </a:solidFill>
              <a:latin typeface="Arial"/>
            </a:endParaRPr>
          </a:p>
          <a:p>
            <a:pPr>
              <a:lnSpc>
                <a:spcPct val="100000"/>
              </a:lnSpc>
              <a:buNone/>
              <a:tabLst>
                <a:tab algn="l" pos="0"/>
              </a:tabLst>
            </a:pPr>
            <a:r>
              <a:rPr b="0" lang="en" sz="1200" spc="-1" strike="noStrike">
                <a:solidFill>
                  <a:srgbClr val="ffffff"/>
                </a:solidFill>
                <a:latin typeface="Inter"/>
                <a:ea typeface="Inter"/>
              </a:rPr>
              <a:t>[3] Galhotra, S., Gilad, A., Roy, S., &amp; Salimi, B. (2022). HypeR: Hypothetical reasoning with what-if and how-to queries using a probabilistic causal approach. ACM SIGMOD.</a:t>
            </a:r>
            <a:endParaRPr b="0" lang="en-US" sz="1200" spc="-1" strike="noStrike">
              <a:solidFill>
                <a:srgbClr val="000000"/>
              </a:solidFill>
              <a:latin typeface="Arial"/>
            </a:endParaRPr>
          </a:p>
          <a:p>
            <a:pPr>
              <a:lnSpc>
                <a:spcPct val="100000"/>
              </a:lnSpc>
              <a:buNone/>
              <a:tabLst>
                <a:tab algn="l" pos="0"/>
              </a:tabLst>
            </a:pPr>
            <a:r>
              <a:rPr b="0" lang="en" sz="1200" spc="-1" strike="noStrike">
                <a:solidFill>
                  <a:srgbClr val="ffffff"/>
                </a:solidFill>
                <a:latin typeface="Inter"/>
                <a:ea typeface="Inter"/>
              </a:rPr>
              <a:t>[4] Campbell, F. S., Arab, B. S., &amp; Glavic, B. (2022). Efficient answering of historical what-if queries. ACM SIGMOD.</a:t>
            </a:r>
            <a:endParaRPr b="0" lang="en-US" sz="1200" spc="-1" strike="noStrike">
              <a:solidFill>
                <a:srgbClr val="000000"/>
              </a:solidFill>
              <a:latin typeface="Arial"/>
            </a:endParaRPr>
          </a:p>
          <a:p>
            <a:pPr>
              <a:lnSpc>
                <a:spcPct val="100000"/>
              </a:lnSpc>
              <a:buNone/>
              <a:tabLst>
                <a:tab algn="l" pos="0"/>
              </a:tabLst>
            </a:pPr>
            <a:r>
              <a:rPr b="0" lang="en" sz="1200" spc="-1" strike="noStrike">
                <a:solidFill>
                  <a:srgbClr val="ffffff"/>
                </a:solidFill>
                <a:latin typeface="Inter"/>
                <a:ea typeface="Inter"/>
              </a:rPr>
              <a:t>[5] DoltHub. (n.d.). Dolt: Git for data. https://github.com/dolthub/dolt</a:t>
            </a:r>
            <a:endParaRPr b="0" lang="en-US" sz="1200" spc="-1" strike="noStrike">
              <a:solidFill>
                <a:srgbClr val="000000"/>
              </a:solidFill>
              <a:latin typeface="Arial"/>
            </a:endParaRPr>
          </a:p>
          <a:p>
            <a:pPr>
              <a:lnSpc>
                <a:spcPct val="100000"/>
              </a:lnSpc>
              <a:buNone/>
              <a:tabLst>
                <a:tab algn="l" pos="0"/>
              </a:tabLst>
            </a:pPr>
            <a:r>
              <a:rPr b="0" lang="en" sz="1200" spc="-1" strike="noStrike">
                <a:solidFill>
                  <a:srgbClr val="ffffff"/>
                </a:solidFill>
                <a:latin typeface="Inter"/>
                <a:ea typeface="Inter"/>
              </a:rPr>
              <a:t>[6] Berenson, H., Bernstein, P., Gray, J., Melton, J., O'Neil, E., &amp; O'Neil, P. (1995). A critique of ANSI SQL isolation levels. ACM SIGMOD.</a:t>
            </a:r>
            <a:endParaRPr b="0" lang="en-US" sz="1200" spc="-1" strike="noStrike">
              <a:solidFill>
                <a:srgbClr val="000000"/>
              </a:solidFill>
              <a:latin typeface="Arial"/>
            </a:endParaRPr>
          </a:p>
          <a:p>
            <a:pPr>
              <a:lnSpc>
                <a:spcPct val="100000"/>
              </a:lnSpc>
              <a:buNone/>
              <a:tabLst>
                <a:tab algn="l" pos="0"/>
              </a:tabLst>
            </a:pPr>
            <a:r>
              <a:rPr b="0" lang="en" sz="1200" spc="-1" strike="noStrike">
                <a:solidFill>
                  <a:srgbClr val="ffffff"/>
                </a:solidFill>
                <a:latin typeface="Inter"/>
                <a:ea typeface="Inter"/>
              </a:rPr>
              <a:t>[7] Kulkarni, K., &amp; Michels, J.-E. (2012). Temporal features in SQL:2011. ACM SIGMOD Record, 41(3).</a:t>
            </a:r>
            <a:endParaRPr b="0" lang="en-US" sz="1200" spc="-1" strike="noStrike">
              <a:solidFill>
                <a:srgbClr val="000000"/>
              </a:solidFill>
              <a:latin typeface="Arial"/>
            </a:endParaRPr>
          </a:p>
        </p:txBody>
      </p:sp>
      <p:sp>
        <p:nvSpPr>
          <p:cNvPr id="750" name="TextBox 1034"/>
          <p:cNvSpPr/>
          <p:nvPr/>
        </p:nvSpPr>
        <p:spPr>
          <a:xfrm>
            <a:off x="1231200" y="4965120"/>
            <a:ext cx="3846240" cy="12204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0" lang="en-US" sz="800" spc="-1" strike="noStrike">
                <a:solidFill>
                  <a:srgbClr val="9aa0a8"/>
                </a:solidFill>
                <a:latin typeface="Arial"/>
                <a:ea typeface="Arial"/>
              </a:rPr>
              <a:t>BACSE202 – Database Management Systems  |  First Review  |  Fall Semester 2026</a:t>
            </a:r>
            <a:endParaRPr b="0" lang="en-US" sz="800" spc="-1" strike="noStrike">
              <a:latin typeface="Arial"/>
            </a:endParaRPr>
          </a:p>
        </p:txBody>
      </p:sp>
      <p:sp>
        <p:nvSpPr>
          <p:cNvPr id="751" name="TextBox 1035"/>
          <p:cNvSpPr/>
          <p:nvPr/>
        </p:nvSpPr>
        <p:spPr>
          <a:xfrm>
            <a:off x="8241120" y="4956120"/>
            <a:ext cx="113760" cy="122040"/>
          </a:xfrm>
          <a:prstGeom prst="rect">
            <a:avLst/>
          </a:prstGeom>
          <a:noFill/>
          <a:ln w="0">
            <a:noFill/>
          </a:ln>
        </p:spPr>
        <p:style>
          <a:lnRef idx="0"/>
          <a:fillRef idx="0"/>
          <a:effectRef idx="0"/>
          <a:fontRef idx="minor"/>
        </p:style>
        <p:txBody>
          <a:bodyPr wrap="none" lIns="0" rIns="0" tIns="0" bIns="0" anchor="t">
            <a:spAutoFit/>
          </a:bodyPr>
          <a:p>
            <a:pPr algn="r">
              <a:lnSpc>
                <a:spcPct val="100000"/>
              </a:lnSpc>
              <a:buNone/>
            </a:pPr>
            <a:r>
              <a:rPr b="0" lang="en-US" sz="800" spc="-1" strike="noStrike">
                <a:solidFill>
                  <a:srgbClr val="9aa0a8"/>
                </a:solidFill>
                <a:latin typeface="Arial"/>
                <a:ea typeface="Arial"/>
              </a:rPr>
              <a:t>16</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9cffff"/>
      </a:dk2>
      <a:lt2>
        <a:srgbClr val="99999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2026-10-08T10:00:27Z</dcterms:modified>
  <cp:revision>1</cp:revision>
  <dc:subject/>
  <dc:title/>
</cp:coreProperties>
</file>