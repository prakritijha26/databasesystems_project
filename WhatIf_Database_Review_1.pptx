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slideLayouts/_rels/slideLayout9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87.xml.rels" ContentType="application/vnd.openxmlformats-package.relationships+xml"/>
  <Override PartName="/ppt/slideLayouts/slideLayout56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10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ubTitle"/>
          </p:nvPr>
        </p:nvSpPr>
        <p:spPr>
          <a:xfrm>
            <a:off x="720000" y="1215720"/>
            <a:ext cx="770364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770364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subTitle"/>
          </p:nvPr>
        </p:nvSpPr>
        <p:spPr>
          <a:xfrm>
            <a:off x="720000" y="444960"/>
            <a:ext cx="7703640" cy="26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/>
          </p:nvPr>
        </p:nvSpPr>
        <p:spPr>
          <a:xfrm>
            <a:off x="7200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/>
          </p:nvPr>
        </p:nvSpPr>
        <p:spPr>
          <a:xfrm>
            <a:off x="46674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/>
          </p:nvPr>
        </p:nvSpPr>
        <p:spPr>
          <a:xfrm>
            <a:off x="720000" y="2498400"/>
            <a:ext cx="770364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770364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/>
          </p:nvPr>
        </p:nvSpPr>
        <p:spPr>
          <a:xfrm>
            <a:off x="720000" y="2498400"/>
            <a:ext cx="770364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/>
          </p:nvPr>
        </p:nvSpPr>
        <p:spPr>
          <a:xfrm>
            <a:off x="7200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/>
          </p:nvPr>
        </p:nvSpPr>
        <p:spPr>
          <a:xfrm>
            <a:off x="46674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/>
          </p:nvPr>
        </p:nvSpPr>
        <p:spPr>
          <a:xfrm>
            <a:off x="3324960" y="121572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/>
          </p:nvPr>
        </p:nvSpPr>
        <p:spPr>
          <a:xfrm>
            <a:off x="5929560" y="121572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/>
          </p:nvPr>
        </p:nvSpPr>
        <p:spPr>
          <a:xfrm>
            <a:off x="720000" y="249840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/>
          </p:nvPr>
        </p:nvSpPr>
        <p:spPr>
          <a:xfrm>
            <a:off x="3324960" y="249840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7"/>
          <p:cNvSpPr>
            <a:spLocks noGrp="1"/>
          </p:cNvSpPr>
          <p:nvPr>
            <p:ph/>
          </p:nvPr>
        </p:nvSpPr>
        <p:spPr>
          <a:xfrm>
            <a:off x="5929560" y="249840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ubTitle"/>
          </p:nvPr>
        </p:nvSpPr>
        <p:spPr>
          <a:xfrm>
            <a:off x="720000" y="1215720"/>
            <a:ext cx="770364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770364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ubTitle"/>
          </p:nvPr>
        </p:nvSpPr>
        <p:spPr>
          <a:xfrm>
            <a:off x="720000" y="444960"/>
            <a:ext cx="7703640" cy="26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7200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6674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/>
          </p:nvPr>
        </p:nvSpPr>
        <p:spPr>
          <a:xfrm>
            <a:off x="720000" y="2498400"/>
            <a:ext cx="770364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770364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/>
          </p:nvPr>
        </p:nvSpPr>
        <p:spPr>
          <a:xfrm>
            <a:off x="720000" y="2498400"/>
            <a:ext cx="770364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4"/>
          <p:cNvSpPr>
            <a:spLocks noGrp="1"/>
          </p:cNvSpPr>
          <p:nvPr>
            <p:ph/>
          </p:nvPr>
        </p:nvSpPr>
        <p:spPr>
          <a:xfrm>
            <a:off x="7200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5"/>
          <p:cNvSpPr>
            <a:spLocks noGrp="1"/>
          </p:cNvSpPr>
          <p:nvPr>
            <p:ph/>
          </p:nvPr>
        </p:nvSpPr>
        <p:spPr>
          <a:xfrm>
            <a:off x="46674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/>
          </p:nvPr>
        </p:nvSpPr>
        <p:spPr>
          <a:xfrm>
            <a:off x="3324960" y="121572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4"/>
          <p:cNvSpPr>
            <a:spLocks noGrp="1"/>
          </p:cNvSpPr>
          <p:nvPr>
            <p:ph/>
          </p:nvPr>
        </p:nvSpPr>
        <p:spPr>
          <a:xfrm>
            <a:off x="5929560" y="121572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5"/>
          <p:cNvSpPr>
            <a:spLocks noGrp="1"/>
          </p:cNvSpPr>
          <p:nvPr>
            <p:ph/>
          </p:nvPr>
        </p:nvSpPr>
        <p:spPr>
          <a:xfrm>
            <a:off x="720000" y="249840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6"/>
          <p:cNvSpPr>
            <a:spLocks noGrp="1"/>
          </p:cNvSpPr>
          <p:nvPr>
            <p:ph/>
          </p:nvPr>
        </p:nvSpPr>
        <p:spPr>
          <a:xfrm>
            <a:off x="3324960" y="249840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7"/>
          <p:cNvSpPr>
            <a:spLocks noGrp="1"/>
          </p:cNvSpPr>
          <p:nvPr>
            <p:ph/>
          </p:nvPr>
        </p:nvSpPr>
        <p:spPr>
          <a:xfrm>
            <a:off x="5929560" y="249840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 type="subTitle"/>
          </p:nvPr>
        </p:nvSpPr>
        <p:spPr>
          <a:xfrm>
            <a:off x="720000" y="1215720"/>
            <a:ext cx="770364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770364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subTitle"/>
          </p:nvPr>
        </p:nvSpPr>
        <p:spPr>
          <a:xfrm>
            <a:off x="720000" y="444960"/>
            <a:ext cx="7703640" cy="26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4"/>
          <p:cNvSpPr>
            <a:spLocks noGrp="1"/>
          </p:cNvSpPr>
          <p:nvPr>
            <p:ph/>
          </p:nvPr>
        </p:nvSpPr>
        <p:spPr>
          <a:xfrm>
            <a:off x="7200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4"/>
          <p:cNvSpPr>
            <a:spLocks noGrp="1"/>
          </p:cNvSpPr>
          <p:nvPr>
            <p:ph/>
          </p:nvPr>
        </p:nvSpPr>
        <p:spPr>
          <a:xfrm>
            <a:off x="46674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4"/>
          <p:cNvSpPr>
            <a:spLocks noGrp="1"/>
          </p:cNvSpPr>
          <p:nvPr>
            <p:ph/>
          </p:nvPr>
        </p:nvSpPr>
        <p:spPr>
          <a:xfrm>
            <a:off x="720000" y="2498400"/>
            <a:ext cx="770364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770364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720000" y="2498400"/>
            <a:ext cx="770364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4"/>
          <p:cNvSpPr>
            <a:spLocks noGrp="1"/>
          </p:cNvSpPr>
          <p:nvPr>
            <p:ph/>
          </p:nvPr>
        </p:nvSpPr>
        <p:spPr>
          <a:xfrm>
            <a:off x="7200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5"/>
          <p:cNvSpPr>
            <a:spLocks noGrp="1"/>
          </p:cNvSpPr>
          <p:nvPr>
            <p:ph/>
          </p:nvPr>
        </p:nvSpPr>
        <p:spPr>
          <a:xfrm>
            <a:off x="46674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3324960" y="121572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/>
          </p:nvPr>
        </p:nvSpPr>
        <p:spPr>
          <a:xfrm>
            <a:off x="5929560" y="121572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5"/>
          <p:cNvSpPr>
            <a:spLocks noGrp="1"/>
          </p:cNvSpPr>
          <p:nvPr>
            <p:ph/>
          </p:nvPr>
        </p:nvSpPr>
        <p:spPr>
          <a:xfrm>
            <a:off x="720000" y="249840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6"/>
          <p:cNvSpPr>
            <a:spLocks noGrp="1"/>
          </p:cNvSpPr>
          <p:nvPr>
            <p:ph/>
          </p:nvPr>
        </p:nvSpPr>
        <p:spPr>
          <a:xfrm>
            <a:off x="3324960" y="249840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7"/>
          <p:cNvSpPr>
            <a:spLocks noGrp="1"/>
          </p:cNvSpPr>
          <p:nvPr>
            <p:ph/>
          </p:nvPr>
        </p:nvSpPr>
        <p:spPr>
          <a:xfrm>
            <a:off x="5929560" y="249840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subTitle"/>
          </p:nvPr>
        </p:nvSpPr>
        <p:spPr>
          <a:xfrm>
            <a:off x="720000" y="1215720"/>
            <a:ext cx="770364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770364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ubTitle"/>
          </p:nvPr>
        </p:nvSpPr>
        <p:spPr>
          <a:xfrm>
            <a:off x="720000" y="444960"/>
            <a:ext cx="7703640" cy="26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/>
          </p:nvPr>
        </p:nvSpPr>
        <p:spPr>
          <a:xfrm>
            <a:off x="7200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/>
          </p:nvPr>
        </p:nvSpPr>
        <p:spPr>
          <a:xfrm>
            <a:off x="46674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/>
          </p:nvPr>
        </p:nvSpPr>
        <p:spPr>
          <a:xfrm>
            <a:off x="720000" y="2498400"/>
            <a:ext cx="770364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770364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/>
          </p:nvPr>
        </p:nvSpPr>
        <p:spPr>
          <a:xfrm>
            <a:off x="720000" y="2498400"/>
            <a:ext cx="770364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/>
          </p:nvPr>
        </p:nvSpPr>
        <p:spPr>
          <a:xfrm>
            <a:off x="7200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5"/>
          <p:cNvSpPr>
            <a:spLocks noGrp="1"/>
          </p:cNvSpPr>
          <p:nvPr>
            <p:ph/>
          </p:nvPr>
        </p:nvSpPr>
        <p:spPr>
          <a:xfrm>
            <a:off x="46674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/>
          </p:nvPr>
        </p:nvSpPr>
        <p:spPr>
          <a:xfrm>
            <a:off x="3324960" y="121572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/>
          </p:nvPr>
        </p:nvSpPr>
        <p:spPr>
          <a:xfrm>
            <a:off x="5929560" y="121572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5"/>
          <p:cNvSpPr>
            <a:spLocks noGrp="1"/>
          </p:cNvSpPr>
          <p:nvPr>
            <p:ph/>
          </p:nvPr>
        </p:nvSpPr>
        <p:spPr>
          <a:xfrm>
            <a:off x="720000" y="249840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6"/>
          <p:cNvSpPr>
            <a:spLocks noGrp="1"/>
          </p:cNvSpPr>
          <p:nvPr>
            <p:ph/>
          </p:nvPr>
        </p:nvSpPr>
        <p:spPr>
          <a:xfrm>
            <a:off x="3324960" y="249840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7"/>
          <p:cNvSpPr>
            <a:spLocks noGrp="1"/>
          </p:cNvSpPr>
          <p:nvPr>
            <p:ph/>
          </p:nvPr>
        </p:nvSpPr>
        <p:spPr>
          <a:xfrm>
            <a:off x="5929560" y="249840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 type="subTitle"/>
          </p:nvPr>
        </p:nvSpPr>
        <p:spPr>
          <a:xfrm>
            <a:off x="720000" y="1215720"/>
            <a:ext cx="770364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770364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ubTitle"/>
          </p:nvPr>
        </p:nvSpPr>
        <p:spPr>
          <a:xfrm>
            <a:off x="720000" y="444960"/>
            <a:ext cx="7703640" cy="26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4"/>
          <p:cNvSpPr>
            <a:spLocks noGrp="1"/>
          </p:cNvSpPr>
          <p:nvPr>
            <p:ph/>
          </p:nvPr>
        </p:nvSpPr>
        <p:spPr>
          <a:xfrm>
            <a:off x="7200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4"/>
          <p:cNvSpPr>
            <a:spLocks noGrp="1"/>
          </p:cNvSpPr>
          <p:nvPr>
            <p:ph/>
          </p:nvPr>
        </p:nvSpPr>
        <p:spPr>
          <a:xfrm>
            <a:off x="46674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4"/>
          <p:cNvSpPr>
            <a:spLocks noGrp="1"/>
          </p:cNvSpPr>
          <p:nvPr>
            <p:ph/>
          </p:nvPr>
        </p:nvSpPr>
        <p:spPr>
          <a:xfrm>
            <a:off x="720000" y="2498400"/>
            <a:ext cx="770364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770364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/>
          </p:nvPr>
        </p:nvSpPr>
        <p:spPr>
          <a:xfrm>
            <a:off x="720000" y="2498400"/>
            <a:ext cx="770364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4"/>
          <p:cNvSpPr>
            <a:spLocks noGrp="1"/>
          </p:cNvSpPr>
          <p:nvPr>
            <p:ph/>
          </p:nvPr>
        </p:nvSpPr>
        <p:spPr>
          <a:xfrm>
            <a:off x="7200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5"/>
          <p:cNvSpPr>
            <a:spLocks noGrp="1"/>
          </p:cNvSpPr>
          <p:nvPr>
            <p:ph/>
          </p:nvPr>
        </p:nvSpPr>
        <p:spPr>
          <a:xfrm>
            <a:off x="46674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/>
          </p:nvPr>
        </p:nvSpPr>
        <p:spPr>
          <a:xfrm>
            <a:off x="3324960" y="121572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4"/>
          <p:cNvSpPr>
            <a:spLocks noGrp="1"/>
          </p:cNvSpPr>
          <p:nvPr>
            <p:ph/>
          </p:nvPr>
        </p:nvSpPr>
        <p:spPr>
          <a:xfrm>
            <a:off x="5929560" y="121572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5"/>
          <p:cNvSpPr>
            <a:spLocks noGrp="1"/>
          </p:cNvSpPr>
          <p:nvPr>
            <p:ph/>
          </p:nvPr>
        </p:nvSpPr>
        <p:spPr>
          <a:xfrm>
            <a:off x="720000" y="249840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6"/>
          <p:cNvSpPr>
            <a:spLocks noGrp="1"/>
          </p:cNvSpPr>
          <p:nvPr>
            <p:ph/>
          </p:nvPr>
        </p:nvSpPr>
        <p:spPr>
          <a:xfrm>
            <a:off x="3324960" y="249840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7"/>
          <p:cNvSpPr>
            <a:spLocks noGrp="1"/>
          </p:cNvSpPr>
          <p:nvPr>
            <p:ph/>
          </p:nvPr>
        </p:nvSpPr>
        <p:spPr>
          <a:xfrm>
            <a:off x="5929560" y="249840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2"/>
          <p:cNvSpPr>
            <a:spLocks noGrp="1"/>
          </p:cNvSpPr>
          <p:nvPr>
            <p:ph type="subTitle"/>
          </p:nvPr>
        </p:nvSpPr>
        <p:spPr>
          <a:xfrm>
            <a:off x="720000" y="1215720"/>
            <a:ext cx="770364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770364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subTitle"/>
          </p:nvPr>
        </p:nvSpPr>
        <p:spPr>
          <a:xfrm>
            <a:off x="720000" y="444960"/>
            <a:ext cx="7703640" cy="26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4"/>
          <p:cNvSpPr>
            <a:spLocks noGrp="1"/>
          </p:cNvSpPr>
          <p:nvPr>
            <p:ph/>
          </p:nvPr>
        </p:nvSpPr>
        <p:spPr>
          <a:xfrm>
            <a:off x="7200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4"/>
          <p:cNvSpPr>
            <a:spLocks noGrp="1"/>
          </p:cNvSpPr>
          <p:nvPr>
            <p:ph/>
          </p:nvPr>
        </p:nvSpPr>
        <p:spPr>
          <a:xfrm>
            <a:off x="46674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4"/>
          <p:cNvSpPr>
            <a:spLocks noGrp="1"/>
          </p:cNvSpPr>
          <p:nvPr>
            <p:ph/>
          </p:nvPr>
        </p:nvSpPr>
        <p:spPr>
          <a:xfrm>
            <a:off x="720000" y="2498400"/>
            <a:ext cx="770364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770364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/>
          </p:nvPr>
        </p:nvSpPr>
        <p:spPr>
          <a:xfrm>
            <a:off x="720000" y="2498400"/>
            <a:ext cx="770364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7200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5"/>
          <p:cNvSpPr>
            <a:spLocks noGrp="1"/>
          </p:cNvSpPr>
          <p:nvPr>
            <p:ph/>
          </p:nvPr>
        </p:nvSpPr>
        <p:spPr>
          <a:xfrm>
            <a:off x="46674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/>
          </p:nvPr>
        </p:nvSpPr>
        <p:spPr>
          <a:xfrm>
            <a:off x="3324960" y="121572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PlaceHolder 4"/>
          <p:cNvSpPr>
            <a:spLocks noGrp="1"/>
          </p:cNvSpPr>
          <p:nvPr>
            <p:ph/>
          </p:nvPr>
        </p:nvSpPr>
        <p:spPr>
          <a:xfrm>
            <a:off x="5929560" y="121572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5"/>
          <p:cNvSpPr>
            <a:spLocks noGrp="1"/>
          </p:cNvSpPr>
          <p:nvPr>
            <p:ph/>
          </p:nvPr>
        </p:nvSpPr>
        <p:spPr>
          <a:xfrm>
            <a:off x="720000" y="249840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6"/>
          <p:cNvSpPr>
            <a:spLocks noGrp="1"/>
          </p:cNvSpPr>
          <p:nvPr>
            <p:ph/>
          </p:nvPr>
        </p:nvSpPr>
        <p:spPr>
          <a:xfrm>
            <a:off x="3324960" y="249840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7"/>
          <p:cNvSpPr>
            <a:spLocks noGrp="1"/>
          </p:cNvSpPr>
          <p:nvPr>
            <p:ph/>
          </p:nvPr>
        </p:nvSpPr>
        <p:spPr>
          <a:xfrm>
            <a:off x="5929560" y="249840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PlaceHolder 2"/>
          <p:cNvSpPr>
            <a:spLocks noGrp="1"/>
          </p:cNvSpPr>
          <p:nvPr>
            <p:ph type="subTitle"/>
          </p:nvPr>
        </p:nvSpPr>
        <p:spPr>
          <a:xfrm>
            <a:off x="720000" y="1215720"/>
            <a:ext cx="770364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770364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subTitle"/>
          </p:nvPr>
        </p:nvSpPr>
        <p:spPr>
          <a:xfrm>
            <a:off x="720000" y="444960"/>
            <a:ext cx="7703640" cy="26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4"/>
          <p:cNvSpPr>
            <a:spLocks noGrp="1"/>
          </p:cNvSpPr>
          <p:nvPr>
            <p:ph/>
          </p:nvPr>
        </p:nvSpPr>
        <p:spPr>
          <a:xfrm>
            <a:off x="7200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4"/>
          <p:cNvSpPr>
            <a:spLocks noGrp="1"/>
          </p:cNvSpPr>
          <p:nvPr>
            <p:ph/>
          </p:nvPr>
        </p:nvSpPr>
        <p:spPr>
          <a:xfrm>
            <a:off x="46674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4"/>
          <p:cNvSpPr>
            <a:spLocks noGrp="1"/>
          </p:cNvSpPr>
          <p:nvPr>
            <p:ph/>
          </p:nvPr>
        </p:nvSpPr>
        <p:spPr>
          <a:xfrm>
            <a:off x="720000" y="2498400"/>
            <a:ext cx="770364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770364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/>
          </p:nvPr>
        </p:nvSpPr>
        <p:spPr>
          <a:xfrm>
            <a:off x="720000" y="2498400"/>
            <a:ext cx="770364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4"/>
          <p:cNvSpPr>
            <a:spLocks noGrp="1"/>
          </p:cNvSpPr>
          <p:nvPr>
            <p:ph/>
          </p:nvPr>
        </p:nvSpPr>
        <p:spPr>
          <a:xfrm>
            <a:off x="7200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5"/>
          <p:cNvSpPr>
            <a:spLocks noGrp="1"/>
          </p:cNvSpPr>
          <p:nvPr>
            <p:ph/>
          </p:nvPr>
        </p:nvSpPr>
        <p:spPr>
          <a:xfrm>
            <a:off x="46674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PlaceHolder 3"/>
          <p:cNvSpPr>
            <a:spLocks noGrp="1"/>
          </p:cNvSpPr>
          <p:nvPr>
            <p:ph/>
          </p:nvPr>
        </p:nvSpPr>
        <p:spPr>
          <a:xfrm>
            <a:off x="3324960" y="121572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PlaceHolder 4"/>
          <p:cNvSpPr>
            <a:spLocks noGrp="1"/>
          </p:cNvSpPr>
          <p:nvPr>
            <p:ph/>
          </p:nvPr>
        </p:nvSpPr>
        <p:spPr>
          <a:xfrm>
            <a:off x="5929560" y="121572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5"/>
          <p:cNvSpPr>
            <a:spLocks noGrp="1"/>
          </p:cNvSpPr>
          <p:nvPr>
            <p:ph/>
          </p:nvPr>
        </p:nvSpPr>
        <p:spPr>
          <a:xfrm>
            <a:off x="720000" y="249840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PlaceHolder 6"/>
          <p:cNvSpPr>
            <a:spLocks noGrp="1"/>
          </p:cNvSpPr>
          <p:nvPr>
            <p:ph/>
          </p:nvPr>
        </p:nvSpPr>
        <p:spPr>
          <a:xfrm>
            <a:off x="3324960" y="249840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PlaceHolder 7"/>
          <p:cNvSpPr>
            <a:spLocks noGrp="1"/>
          </p:cNvSpPr>
          <p:nvPr>
            <p:ph/>
          </p:nvPr>
        </p:nvSpPr>
        <p:spPr>
          <a:xfrm>
            <a:off x="5929560" y="249840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 type="subTitle"/>
          </p:nvPr>
        </p:nvSpPr>
        <p:spPr>
          <a:xfrm>
            <a:off x="720000" y="1215720"/>
            <a:ext cx="770364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770364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subTitle"/>
          </p:nvPr>
        </p:nvSpPr>
        <p:spPr>
          <a:xfrm>
            <a:off x="720000" y="444960"/>
            <a:ext cx="7703640" cy="26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4"/>
          <p:cNvSpPr>
            <a:spLocks noGrp="1"/>
          </p:cNvSpPr>
          <p:nvPr>
            <p:ph/>
          </p:nvPr>
        </p:nvSpPr>
        <p:spPr>
          <a:xfrm>
            <a:off x="7200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245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4"/>
          <p:cNvSpPr>
            <a:spLocks noGrp="1"/>
          </p:cNvSpPr>
          <p:nvPr>
            <p:ph/>
          </p:nvPr>
        </p:nvSpPr>
        <p:spPr>
          <a:xfrm>
            <a:off x="46674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4"/>
          <p:cNvSpPr>
            <a:spLocks noGrp="1"/>
          </p:cNvSpPr>
          <p:nvPr>
            <p:ph/>
          </p:nvPr>
        </p:nvSpPr>
        <p:spPr>
          <a:xfrm>
            <a:off x="720000" y="2498400"/>
            <a:ext cx="770364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770364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PlaceHolder 3"/>
          <p:cNvSpPr>
            <a:spLocks noGrp="1"/>
          </p:cNvSpPr>
          <p:nvPr>
            <p:ph/>
          </p:nvPr>
        </p:nvSpPr>
        <p:spPr>
          <a:xfrm>
            <a:off x="720000" y="2498400"/>
            <a:ext cx="770364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PlaceHolder 3"/>
          <p:cNvSpPr>
            <a:spLocks noGrp="1"/>
          </p:cNvSpPr>
          <p:nvPr>
            <p:ph/>
          </p:nvPr>
        </p:nvSpPr>
        <p:spPr>
          <a:xfrm>
            <a:off x="4667400" y="121572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PlaceHolder 4"/>
          <p:cNvSpPr>
            <a:spLocks noGrp="1"/>
          </p:cNvSpPr>
          <p:nvPr>
            <p:ph/>
          </p:nvPr>
        </p:nvSpPr>
        <p:spPr>
          <a:xfrm>
            <a:off x="7200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PlaceHolder 5"/>
          <p:cNvSpPr>
            <a:spLocks noGrp="1"/>
          </p:cNvSpPr>
          <p:nvPr>
            <p:ph/>
          </p:nvPr>
        </p:nvSpPr>
        <p:spPr>
          <a:xfrm>
            <a:off x="4667400" y="2498400"/>
            <a:ext cx="375912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PlaceHolder 3"/>
          <p:cNvSpPr>
            <a:spLocks noGrp="1"/>
          </p:cNvSpPr>
          <p:nvPr>
            <p:ph/>
          </p:nvPr>
        </p:nvSpPr>
        <p:spPr>
          <a:xfrm>
            <a:off x="3324960" y="121572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PlaceHolder 4"/>
          <p:cNvSpPr>
            <a:spLocks noGrp="1"/>
          </p:cNvSpPr>
          <p:nvPr>
            <p:ph/>
          </p:nvPr>
        </p:nvSpPr>
        <p:spPr>
          <a:xfrm>
            <a:off x="5929560" y="121572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5"/>
          <p:cNvSpPr>
            <a:spLocks noGrp="1"/>
          </p:cNvSpPr>
          <p:nvPr>
            <p:ph/>
          </p:nvPr>
        </p:nvSpPr>
        <p:spPr>
          <a:xfrm>
            <a:off x="720000" y="249840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PlaceHolder 6"/>
          <p:cNvSpPr>
            <a:spLocks noGrp="1"/>
          </p:cNvSpPr>
          <p:nvPr>
            <p:ph/>
          </p:nvPr>
        </p:nvSpPr>
        <p:spPr>
          <a:xfrm>
            <a:off x="3324960" y="249840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7"/>
          <p:cNvSpPr>
            <a:spLocks noGrp="1"/>
          </p:cNvSpPr>
          <p:nvPr>
            <p:ph/>
          </p:nvPr>
        </p:nvSpPr>
        <p:spPr>
          <a:xfrm>
            <a:off x="5929560" y="2498400"/>
            <a:ext cx="2480400" cy="117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73.xml"/><Relationship Id="rId4" Type="http://schemas.openxmlformats.org/officeDocument/2006/relationships/slideLayout" Target="../slideLayouts/slideLayout74.xml"/><Relationship Id="rId5" Type="http://schemas.openxmlformats.org/officeDocument/2006/relationships/slideLayout" Target="../slideLayouts/slideLayout75.xml"/><Relationship Id="rId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78.xml"/><Relationship Id="rId9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80.xml"/><Relationship Id="rId11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2.xml"/><Relationship Id="rId13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396800" y="1489320"/>
            <a:ext cx="6349680" cy="14958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r>
              <a:rPr b="0" lang="en-US" sz="4500" spc="-1" strike="noStrike">
                <a:solidFill>
                  <a:srgbClr val="000000"/>
                </a:solidFill>
                <a:latin typeface="Arial"/>
              </a:rPr>
              <a:t>Click to </a:t>
            </a:r>
            <a:r>
              <a:rPr b="0" lang="en-US" sz="4500" spc="-1" strike="noStrike">
                <a:solidFill>
                  <a:srgbClr val="000000"/>
                </a:solidFill>
                <a:latin typeface="Arial"/>
              </a:rPr>
              <a:t>edit the </a:t>
            </a:r>
            <a:r>
              <a:rPr b="0" lang="en-US" sz="4500" spc="-1" strike="noStrike">
                <a:solidFill>
                  <a:srgbClr val="000000"/>
                </a:solidFill>
                <a:latin typeface="Arial"/>
              </a:rPr>
              <a:t>title text </a:t>
            </a:r>
            <a:r>
              <a:rPr b="0" lang="en-US" sz="45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45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" name="Google Shape;11;p2"/>
          <p:cNvGrpSpPr/>
          <p:nvPr/>
        </p:nvGrpSpPr>
        <p:grpSpPr>
          <a:xfrm>
            <a:off x="816120" y="4703400"/>
            <a:ext cx="7511400" cy="237960"/>
            <a:chOff x="816120" y="4703400"/>
            <a:chExt cx="7511400" cy="237960"/>
          </a:xfrm>
        </p:grpSpPr>
        <p:sp>
          <p:nvSpPr>
            <p:cNvPr id="2" name="Google Shape;12;p2"/>
            <p:cNvSpPr/>
            <p:nvPr/>
          </p:nvSpPr>
          <p:spPr>
            <a:xfrm>
              <a:off x="816120" y="4703400"/>
              <a:ext cx="7511040" cy="23796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" name="Google Shape;13;p2"/>
            <p:cNvSpPr/>
            <p:nvPr/>
          </p:nvSpPr>
          <p:spPr>
            <a:xfrm rot="5400000">
              <a:off x="8018280" y="4631400"/>
              <a:ext cx="236880" cy="381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" name="Google Shape;14;p2">
              <a:hlinkClick r:id="" action="ppaction://hlinkshowjump?jump=nextslide"/>
            </p:cNvPr>
            <p:cNvSpPr/>
            <p:nvPr/>
          </p:nvSpPr>
          <p:spPr>
            <a:xfrm flipH="1" rot="5400000">
              <a:off x="995760" y="4768200"/>
              <a:ext cx="125280" cy="108720"/>
            </a:xfrm>
            <a:prstGeom prst="triangle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5" name="Google Shape;15;p2"/>
            <p:cNvGrpSpPr/>
            <p:nvPr/>
          </p:nvGrpSpPr>
          <p:grpSpPr>
            <a:xfrm>
              <a:off x="8052120" y="4744440"/>
              <a:ext cx="158040" cy="155880"/>
              <a:chOff x="8052120" y="4744440"/>
              <a:chExt cx="158040" cy="155880"/>
            </a:xfrm>
          </p:grpSpPr>
          <p:sp>
            <p:nvSpPr>
              <p:cNvPr id="6" name="Google Shape;16;p2"/>
              <p:cNvSpPr/>
              <p:nvPr/>
            </p:nvSpPr>
            <p:spPr>
              <a:xfrm>
                <a:off x="8164080" y="4753440"/>
                <a:ext cx="26640" cy="24840"/>
              </a:xfrm>
              <a:custGeom>
                <a:avLst/>
                <a:gdLst/>
                <a:ahLst/>
                <a:rect l="l" t="t" r="r" b="b"/>
                <a:pathLst>
                  <a:path w="3326" h="3130">
                    <a:moveTo>
                      <a:pt x="482" y="1"/>
                    </a:moveTo>
                    <a:cubicBezTo>
                      <a:pt x="280" y="1"/>
                      <a:pt x="95" y="114"/>
                      <a:pt x="1" y="293"/>
                    </a:cubicBezTo>
                    <a:lnTo>
                      <a:pt x="3322" y="3130"/>
                    </a:lnTo>
                    <a:lnTo>
                      <a:pt x="3322" y="564"/>
                    </a:lnTo>
                    <a:cubicBezTo>
                      <a:pt x="3325" y="253"/>
                      <a:pt x="3072" y="1"/>
                      <a:pt x="2761" y="1"/>
                    </a:cubicBezTo>
                    <a:cubicBezTo>
                      <a:pt x="2760" y="1"/>
                      <a:pt x="2758" y="1"/>
                      <a:pt x="2756" y="1"/>
                    </a:cubicBezTo>
                    <a:lnTo>
                      <a:pt x="497" y="1"/>
                    </a:lnTo>
                    <a:cubicBezTo>
                      <a:pt x="492" y="1"/>
                      <a:pt x="487" y="1"/>
                      <a:pt x="48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" name="Google Shape;17;p2"/>
              <p:cNvSpPr/>
              <p:nvPr/>
            </p:nvSpPr>
            <p:spPr>
              <a:xfrm>
                <a:off x="8113320" y="4854240"/>
                <a:ext cx="36360" cy="46080"/>
              </a:xfrm>
              <a:custGeom>
                <a:avLst/>
                <a:gdLst/>
                <a:ahLst/>
                <a:rect l="l" t="t" r="r" b="b"/>
                <a:pathLst>
                  <a:path w="4518" h="5722">
                    <a:moveTo>
                      <a:pt x="2822" y="1130"/>
                    </a:moveTo>
                    <a:cubicBezTo>
                      <a:pt x="3325" y="1130"/>
                      <a:pt x="3578" y="1738"/>
                      <a:pt x="3222" y="2093"/>
                    </a:cubicBezTo>
                    <a:cubicBezTo>
                      <a:pt x="3106" y="2209"/>
                      <a:pt x="2964" y="2260"/>
                      <a:pt x="2825" y="2260"/>
                    </a:cubicBezTo>
                    <a:cubicBezTo>
                      <a:pt x="2535" y="2260"/>
                      <a:pt x="2259" y="2036"/>
                      <a:pt x="2259" y="1696"/>
                    </a:cubicBezTo>
                    <a:cubicBezTo>
                      <a:pt x="2259" y="1383"/>
                      <a:pt x="2509" y="1130"/>
                      <a:pt x="2822" y="1130"/>
                    </a:cubicBezTo>
                    <a:close/>
                    <a:moveTo>
                      <a:pt x="0" y="1"/>
                    </a:moveTo>
                    <a:lnTo>
                      <a:pt x="0" y="5722"/>
                    </a:lnTo>
                    <a:lnTo>
                      <a:pt x="4517" y="5722"/>
                    </a:lnTo>
                    <a:lnTo>
                      <a:pt x="4517" y="1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" name="Google Shape;18;p2"/>
              <p:cNvSpPr/>
              <p:nvPr/>
            </p:nvSpPr>
            <p:spPr>
              <a:xfrm>
                <a:off x="8122320" y="4808520"/>
                <a:ext cx="18000" cy="18000"/>
              </a:xfrm>
              <a:custGeom>
                <a:avLst/>
                <a:gdLst/>
                <a:ahLst/>
                <a:rect l="l" t="t" r="r" b="b"/>
                <a:pathLst>
                  <a:path w="2259" h="2259">
                    <a:moveTo>
                      <a:pt x="0" y="0"/>
                    </a:moveTo>
                    <a:lnTo>
                      <a:pt x="0" y="2259"/>
                    </a:lnTo>
                    <a:lnTo>
                      <a:pt x="2259" y="2259"/>
                    </a:lnTo>
                    <a:lnTo>
                      <a:pt x="2259" y="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9" name="Google Shape;19;p2"/>
              <p:cNvSpPr/>
              <p:nvPr/>
            </p:nvSpPr>
            <p:spPr>
              <a:xfrm>
                <a:off x="8052120" y="4744440"/>
                <a:ext cx="158040" cy="76680"/>
              </a:xfrm>
              <a:custGeom>
                <a:avLst/>
                <a:gdLst/>
                <a:ahLst/>
                <a:rect l="l" t="t" r="r" b="b"/>
                <a:pathLst>
                  <a:path w="19529" h="9513">
                    <a:moveTo>
                      <a:pt x="9821" y="0"/>
                    </a:moveTo>
                    <a:cubicBezTo>
                      <a:pt x="9559" y="0"/>
                      <a:pt x="9297" y="92"/>
                      <a:pt x="9086" y="276"/>
                    </a:cubicBezTo>
                    <a:lnTo>
                      <a:pt x="531" y="7521"/>
                    </a:lnTo>
                    <a:cubicBezTo>
                      <a:pt x="61" y="7921"/>
                      <a:pt x="1" y="8626"/>
                      <a:pt x="395" y="9099"/>
                    </a:cubicBezTo>
                    <a:cubicBezTo>
                      <a:pt x="620" y="9369"/>
                      <a:pt x="942" y="9508"/>
                      <a:pt x="1266" y="9508"/>
                    </a:cubicBezTo>
                    <a:cubicBezTo>
                      <a:pt x="1525" y="9508"/>
                      <a:pt x="1785" y="9419"/>
                      <a:pt x="1997" y="9237"/>
                    </a:cubicBezTo>
                    <a:lnTo>
                      <a:pt x="9821" y="2622"/>
                    </a:lnTo>
                    <a:lnTo>
                      <a:pt x="17544" y="9240"/>
                    </a:lnTo>
                    <a:cubicBezTo>
                      <a:pt x="17759" y="9425"/>
                      <a:pt x="18019" y="9513"/>
                      <a:pt x="18278" y="9513"/>
                    </a:cubicBezTo>
                    <a:cubicBezTo>
                      <a:pt x="18661" y="9513"/>
                      <a:pt x="19039" y="9318"/>
                      <a:pt x="19252" y="8954"/>
                    </a:cubicBezTo>
                    <a:cubicBezTo>
                      <a:pt x="19529" y="8482"/>
                      <a:pt x="19430" y="7879"/>
                      <a:pt x="19014" y="7524"/>
                    </a:cubicBezTo>
                    <a:lnTo>
                      <a:pt x="10555" y="276"/>
                    </a:lnTo>
                    <a:cubicBezTo>
                      <a:pt x="10345" y="92"/>
                      <a:pt x="10083" y="0"/>
                      <a:pt x="982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0" name="Google Shape;20;p2"/>
              <p:cNvSpPr/>
              <p:nvPr/>
            </p:nvSpPr>
            <p:spPr>
              <a:xfrm>
                <a:off x="8071200" y="4777560"/>
                <a:ext cx="119520" cy="122400"/>
              </a:xfrm>
              <a:custGeom>
                <a:avLst/>
                <a:gdLst/>
                <a:ahLst/>
                <a:rect l="l" t="t" r="r" b="b"/>
                <a:pathLst>
                  <a:path w="14792" h="15168">
                    <a:moveTo>
                      <a:pt x="9143" y="2671"/>
                    </a:moveTo>
                    <a:cubicBezTo>
                      <a:pt x="9453" y="2671"/>
                      <a:pt x="9706" y="2924"/>
                      <a:pt x="9706" y="3237"/>
                    </a:cubicBezTo>
                    <a:lnTo>
                      <a:pt x="9706" y="6625"/>
                    </a:lnTo>
                    <a:cubicBezTo>
                      <a:pt x="9706" y="6935"/>
                      <a:pt x="9453" y="7188"/>
                      <a:pt x="9143" y="7188"/>
                    </a:cubicBezTo>
                    <a:lnTo>
                      <a:pt x="5755" y="7188"/>
                    </a:lnTo>
                    <a:cubicBezTo>
                      <a:pt x="5442" y="7188"/>
                      <a:pt x="5189" y="6935"/>
                      <a:pt x="5189" y="6625"/>
                    </a:cubicBezTo>
                    <a:lnTo>
                      <a:pt x="5189" y="3237"/>
                    </a:lnTo>
                    <a:cubicBezTo>
                      <a:pt x="5189" y="2924"/>
                      <a:pt x="5442" y="2671"/>
                      <a:pt x="5755" y="2671"/>
                    </a:cubicBezTo>
                    <a:close/>
                    <a:moveTo>
                      <a:pt x="7448" y="0"/>
                    </a:moveTo>
                    <a:lnTo>
                      <a:pt x="4" y="6291"/>
                    </a:lnTo>
                    <a:lnTo>
                      <a:pt x="4" y="14605"/>
                    </a:lnTo>
                    <a:cubicBezTo>
                      <a:pt x="1" y="14913"/>
                      <a:pt x="254" y="15168"/>
                      <a:pt x="564" y="15168"/>
                    </a:cubicBezTo>
                    <a:cubicBezTo>
                      <a:pt x="566" y="15168"/>
                      <a:pt x="568" y="15168"/>
                      <a:pt x="570" y="15168"/>
                    </a:cubicBezTo>
                    <a:lnTo>
                      <a:pt x="4060" y="15168"/>
                    </a:lnTo>
                    <a:lnTo>
                      <a:pt x="4060" y="8883"/>
                    </a:lnTo>
                    <a:cubicBezTo>
                      <a:pt x="4060" y="8570"/>
                      <a:pt x="4313" y="8317"/>
                      <a:pt x="4626" y="8317"/>
                    </a:cubicBezTo>
                    <a:lnTo>
                      <a:pt x="10272" y="8317"/>
                    </a:lnTo>
                    <a:cubicBezTo>
                      <a:pt x="10582" y="8317"/>
                      <a:pt x="10835" y="8570"/>
                      <a:pt x="10835" y="8883"/>
                    </a:cubicBezTo>
                    <a:lnTo>
                      <a:pt x="10835" y="15168"/>
                    </a:lnTo>
                    <a:lnTo>
                      <a:pt x="14223" y="15168"/>
                    </a:lnTo>
                    <a:cubicBezTo>
                      <a:pt x="14225" y="15168"/>
                      <a:pt x="14227" y="15168"/>
                      <a:pt x="14228" y="15168"/>
                    </a:cubicBezTo>
                    <a:cubicBezTo>
                      <a:pt x="14539" y="15168"/>
                      <a:pt x="14792" y="14913"/>
                      <a:pt x="14789" y="14605"/>
                    </a:cubicBezTo>
                    <a:lnTo>
                      <a:pt x="14789" y="6291"/>
                    </a:lnTo>
                    <a:lnTo>
                      <a:pt x="7448" y="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11" name="Google Shape;21;p2"/>
          <p:cNvGrpSpPr/>
          <p:nvPr/>
        </p:nvGrpSpPr>
        <p:grpSpPr>
          <a:xfrm>
            <a:off x="8430840" y="2919240"/>
            <a:ext cx="281520" cy="1270440"/>
            <a:chOff x="8430840" y="2919240"/>
            <a:chExt cx="281520" cy="1270440"/>
          </a:xfrm>
        </p:grpSpPr>
        <p:sp>
          <p:nvSpPr>
            <p:cNvPr id="12" name="Google Shape;22;p2"/>
            <p:cNvSpPr/>
            <p:nvPr/>
          </p:nvSpPr>
          <p:spPr>
            <a:xfrm>
              <a:off x="8430840" y="2919240"/>
              <a:ext cx="281520" cy="479160"/>
            </a:xfrm>
            <a:custGeom>
              <a:avLst/>
              <a:gdLst/>
              <a:ahLst/>
              <a:rect l="l" t="t" r="r" b="b"/>
              <a:pathLst>
                <a:path w="11280" h="19181">
                  <a:moveTo>
                    <a:pt x="0" y="1"/>
                  </a:moveTo>
                  <a:lnTo>
                    <a:pt x="0" y="11280"/>
                  </a:lnTo>
                  <a:lnTo>
                    <a:pt x="11280" y="19180"/>
                  </a:lnTo>
                  <a:lnTo>
                    <a:pt x="11280" y="79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" name="Google Shape;23;p2"/>
            <p:cNvSpPr/>
            <p:nvPr/>
          </p:nvSpPr>
          <p:spPr>
            <a:xfrm>
              <a:off x="8430840" y="3261960"/>
              <a:ext cx="281520" cy="294840"/>
            </a:xfrm>
            <a:custGeom>
              <a:avLst/>
              <a:gdLst/>
              <a:ahLst/>
              <a:rect l="l" t="t" r="r" b="b"/>
              <a:pathLst>
                <a:path w="11280" h="11801">
                  <a:moveTo>
                    <a:pt x="0" y="0"/>
                  </a:moveTo>
                  <a:lnTo>
                    <a:pt x="0" y="3901"/>
                  </a:lnTo>
                  <a:lnTo>
                    <a:pt x="11280" y="11801"/>
                  </a:lnTo>
                  <a:lnTo>
                    <a:pt x="11280" y="7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" name="Google Shape;24;p2"/>
            <p:cNvSpPr/>
            <p:nvPr/>
          </p:nvSpPr>
          <p:spPr>
            <a:xfrm>
              <a:off x="8430840" y="3420000"/>
              <a:ext cx="281520" cy="294840"/>
            </a:xfrm>
            <a:custGeom>
              <a:avLst/>
              <a:gdLst/>
              <a:ahLst/>
              <a:rect l="l" t="t" r="r" b="b"/>
              <a:pathLst>
                <a:path w="11280" h="11815">
                  <a:moveTo>
                    <a:pt x="0" y="0"/>
                  </a:moveTo>
                  <a:lnTo>
                    <a:pt x="0" y="3915"/>
                  </a:lnTo>
                  <a:lnTo>
                    <a:pt x="11280" y="11815"/>
                  </a:lnTo>
                  <a:lnTo>
                    <a:pt x="11280" y="7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" name="Google Shape;25;p2"/>
            <p:cNvSpPr/>
            <p:nvPr/>
          </p:nvSpPr>
          <p:spPr>
            <a:xfrm>
              <a:off x="8430840" y="3578400"/>
              <a:ext cx="281520" cy="294840"/>
            </a:xfrm>
            <a:custGeom>
              <a:avLst/>
              <a:gdLst/>
              <a:ahLst/>
              <a:rect l="l" t="t" r="r" b="b"/>
              <a:pathLst>
                <a:path w="11280" h="11802">
                  <a:moveTo>
                    <a:pt x="0" y="1"/>
                  </a:moveTo>
                  <a:lnTo>
                    <a:pt x="0" y="3902"/>
                  </a:lnTo>
                  <a:lnTo>
                    <a:pt x="11280" y="11801"/>
                  </a:lnTo>
                  <a:lnTo>
                    <a:pt x="11280" y="79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" name="Google Shape;26;p2"/>
            <p:cNvSpPr/>
            <p:nvPr/>
          </p:nvSpPr>
          <p:spPr>
            <a:xfrm>
              <a:off x="8430840" y="3736440"/>
              <a:ext cx="281520" cy="295200"/>
            </a:xfrm>
            <a:custGeom>
              <a:avLst/>
              <a:gdLst/>
              <a:ahLst/>
              <a:rect l="l" t="t" r="r" b="b"/>
              <a:pathLst>
                <a:path w="11280" h="11816">
                  <a:moveTo>
                    <a:pt x="0" y="1"/>
                  </a:moveTo>
                  <a:lnTo>
                    <a:pt x="0" y="3915"/>
                  </a:lnTo>
                  <a:lnTo>
                    <a:pt x="11280" y="11815"/>
                  </a:lnTo>
                  <a:lnTo>
                    <a:pt x="11280" y="790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" name="Google Shape;27;p2"/>
            <p:cNvSpPr/>
            <p:nvPr/>
          </p:nvSpPr>
          <p:spPr>
            <a:xfrm>
              <a:off x="8430840" y="3894840"/>
              <a:ext cx="281520" cy="294840"/>
            </a:xfrm>
            <a:custGeom>
              <a:avLst/>
              <a:gdLst/>
              <a:ahLst/>
              <a:rect l="l" t="t" r="r" b="b"/>
              <a:pathLst>
                <a:path w="11280" h="11801">
                  <a:moveTo>
                    <a:pt x="0" y="0"/>
                  </a:moveTo>
                  <a:lnTo>
                    <a:pt x="0" y="3901"/>
                  </a:lnTo>
                  <a:lnTo>
                    <a:pt x="11280" y="11801"/>
                  </a:lnTo>
                  <a:lnTo>
                    <a:pt x="11280" y="7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8" name="Google Shape;28;p2"/>
          <p:cNvGrpSpPr/>
          <p:nvPr/>
        </p:nvGrpSpPr>
        <p:grpSpPr>
          <a:xfrm>
            <a:off x="-169200" y="-407880"/>
            <a:ext cx="9918720" cy="4970160"/>
            <a:chOff x="-169200" y="-407880"/>
            <a:chExt cx="9918720" cy="4970160"/>
          </a:xfrm>
        </p:grpSpPr>
        <p:pic>
          <p:nvPicPr>
            <p:cNvPr id="19" name="Google Shape;29;p2" descr=""/>
            <p:cNvPicPr/>
            <p:nvPr/>
          </p:nvPicPr>
          <p:blipFill>
            <a:blip r:embed="rId2"/>
            <a:stretch/>
          </p:blipFill>
          <p:spPr>
            <a:xfrm>
              <a:off x="-169200" y="2782440"/>
              <a:ext cx="1620720" cy="1779840"/>
            </a:xfrm>
            <a:prstGeom prst="rect">
              <a:avLst/>
            </a:prstGeom>
            <a:ln w="0">
              <a:noFill/>
            </a:ln>
          </p:spPr>
        </p:pic>
        <p:grpSp>
          <p:nvGrpSpPr>
            <p:cNvPr id="20" name="Google Shape;30;p2"/>
            <p:cNvGrpSpPr/>
            <p:nvPr/>
          </p:nvGrpSpPr>
          <p:grpSpPr>
            <a:xfrm>
              <a:off x="295560" y="3326400"/>
              <a:ext cx="691560" cy="691200"/>
              <a:chOff x="295560" y="3326400"/>
              <a:chExt cx="691560" cy="691200"/>
            </a:xfrm>
          </p:grpSpPr>
          <p:sp>
            <p:nvSpPr>
              <p:cNvPr id="21" name="Google Shape;31;p2"/>
              <p:cNvSpPr/>
              <p:nvPr/>
            </p:nvSpPr>
            <p:spPr>
              <a:xfrm>
                <a:off x="347400" y="3336120"/>
                <a:ext cx="630000" cy="630000"/>
              </a:xfrm>
              <a:custGeom>
                <a:avLst/>
                <a:gdLst/>
                <a:ahLst/>
                <a:rect l="l" t="t" r="r" b="b"/>
                <a:pathLst>
                  <a:path w="25221" h="25221">
                    <a:moveTo>
                      <a:pt x="4056" y="1"/>
                    </a:moveTo>
                    <a:lnTo>
                      <a:pt x="0" y="4056"/>
                    </a:lnTo>
                    <a:lnTo>
                      <a:pt x="8548" y="12618"/>
                    </a:lnTo>
                    <a:lnTo>
                      <a:pt x="0" y="21165"/>
                    </a:lnTo>
                    <a:lnTo>
                      <a:pt x="4056" y="25221"/>
                    </a:lnTo>
                    <a:lnTo>
                      <a:pt x="12603" y="16673"/>
                    </a:lnTo>
                    <a:lnTo>
                      <a:pt x="21165" y="25221"/>
                    </a:lnTo>
                    <a:lnTo>
                      <a:pt x="25220" y="21165"/>
                    </a:lnTo>
                    <a:lnTo>
                      <a:pt x="16673" y="12618"/>
                    </a:lnTo>
                    <a:lnTo>
                      <a:pt x="25220" y="4056"/>
                    </a:lnTo>
                    <a:lnTo>
                      <a:pt x="21165" y="1"/>
                    </a:lnTo>
                    <a:lnTo>
                      <a:pt x="12603" y="8548"/>
                    </a:lnTo>
                    <a:lnTo>
                      <a:pt x="4056" y="1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2" name="Google Shape;32;p2"/>
              <p:cNvSpPr/>
              <p:nvPr/>
            </p:nvSpPr>
            <p:spPr>
              <a:xfrm>
                <a:off x="338040" y="3326400"/>
                <a:ext cx="649080" cy="649080"/>
              </a:xfrm>
              <a:custGeom>
                <a:avLst/>
                <a:gdLst/>
                <a:ahLst/>
                <a:rect l="l" t="t" r="r" b="b"/>
                <a:pathLst>
                  <a:path w="25982" h="25982">
                    <a:moveTo>
                      <a:pt x="21546" y="747"/>
                    </a:moveTo>
                    <a:lnTo>
                      <a:pt x="25249" y="4436"/>
                    </a:lnTo>
                    <a:lnTo>
                      <a:pt x="16688" y="12984"/>
                    </a:lnTo>
                    <a:lnTo>
                      <a:pt x="25249" y="21531"/>
                    </a:lnTo>
                    <a:lnTo>
                      <a:pt x="21546" y="25235"/>
                    </a:lnTo>
                    <a:lnTo>
                      <a:pt x="12984" y="16673"/>
                    </a:lnTo>
                    <a:lnTo>
                      <a:pt x="4451" y="25235"/>
                    </a:lnTo>
                    <a:lnTo>
                      <a:pt x="747" y="21545"/>
                    </a:lnTo>
                    <a:lnTo>
                      <a:pt x="9295" y="12998"/>
                    </a:lnTo>
                    <a:lnTo>
                      <a:pt x="747" y="4436"/>
                    </a:lnTo>
                    <a:lnTo>
                      <a:pt x="4437" y="747"/>
                    </a:lnTo>
                    <a:lnTo>
                      <a:pt x="12984" y="9308"/>
                    </a:lnTo>
                    <a:lnTo>
                      <a:pt x="21546" y="747"/>
                    </a:lnTo>
                    <a:close/>
                    <a:moveTo>
                      <a:pt x="4437" y="0"/>
                    </a:moveTo>
                    <a:lnTo>
                      <a:pt x="1" y="4436"/>
                    </a:lnTo>
                    <a:lnTo>
                      <a:pt x="8562" y="12998"/>
                    </a:lnTo>
                    <a:lnTo>
                      <a:pt x="1" y="21545"/>
                    </a:lnTo>
                    <a:lnTo>
                      <a:pt x="4437" y="25981"/>
                    </a:lnTo>
                    <a:lnTo>
                      <a:pt x="12984" y="17419"/>
                    </a:lnTo>
                    <a:lnTo>
                      <a:pt x="21546" y="25981"/>
                    </a:lnTo>
                    <a:lnTo>
                      <a:pt x="25982" y="21545"/>
                    </a:lnTo>
                    <a:lnTo>
                      <a:pt x="17434" y="12998"/>
                    </a:lnTo>
                    <a:lnTo>
                      <a:pt x="25982" y="4436"/>
                    </a:lnTo>
                    <a:lnTo>
                      <a:pt x="21546" y="0"/>
                    </a:lnTo>
                    <a:lnTo>
                      <a:pt x="12984" y="8562"/>
                    </a:lnTo>
                    <a:lnTo>
                      <a:pt x="443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" name="Google Shape;33;p2"/>
              <p:cNvSpPr/>
              <p:nvPr/>
            </p:nvSpPr>
            <p:spPr>
              <a:xfrm>
                <a:off x="305280" y="3378240"/>
                <a:ext cx="630000" cy="630000"/>
              </a:xfrm>
              <a:custGeom>
                <a:avLst/>
                <a:gdLst/>
                <a:ahLst/>
                <a:rect l="l" t="t" r="r" b="b"/>
                <a:pathLst>
                  <a:path w="25221" h="25221">
                    <a:moveTo>
                      <a:pt x="4056" y="0"/>
                    </a:moveTo>
                    <a:lnTo>
                      <a:pt x="0" y="4056"/>
                    </a:lnTo>
                    <a:lnTo>
                      <a:pt x="8548" y="12618"/>
                    </a:lnTo>
                    <a:lnTo>
                      <a:pt x="0" y="21165"/>
                    </a:lnTo>
                    <a:lnTo>
                      <a:pt x="4056" y="25221"/>
                    </a:lnTo>
                    <a:lnTo>
                      <a:pt x="12603" y="16673"/>
                    </a:lnTo>
                    <a:lnTo>
                      <a:pt x="21165" y="25221"/>
                    </a:lnTo>
                    <a:lnTo>
                      <a:pt x="25221" y="21165"/>
                    </a:lnTo>
                    <a:lnTo>
                      <a:pt x="16673" y="12618"/>
                    </a:lnTo>
                    <a:lnTo>
                      <a:pt x="25221" y="4056"/>
                    </a:lnTo>
                    <a:lnTo>
                      <a:pt x="21165" y="0"/>
                    </a:lnTo>
                    <a:lnTo>
                      <a:pt x="12603" y="8548"/>
                    </a:lnTo>
                    <a:lnTo>
                      <a:pt x="4056" y="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" name="Google Shape;34;p2"/>
              <p:cNvSpPr/>
              <p:nvPr/>
            </p:nvSpPr>
            <p:spPr>
              <a:xfrm>
                <a:off x="295560" y="3368880"/>
                <a:ext cx="649080" cy="648720"/>
              </a:xfrm>
              <a:custGeom>
                <a:avLst/>
                <a:gdLst/>
                <a:ahLst/>
                <a:rect l="l" t="t" r="r" b="b"/>
                <a:pathLst>
                  <a:path w="25981" h="25967">
                    <a:moveTo>
                      <a:pt x="21531" y="733"/>
                    </a:moveTo>
                    <a:lnTo>
                      <a:pt x="25220" y="4422"/>
                    </a:lnTo>
                    <a:lnTo>
                      <a:pt x="16673" y="12984"/>
                    </a:lnTo>
                    <a:lnTo>
                      <a:pt x="25234" y="21531"/>
                    </a:lnTo>
                    <a:lnTo>
                      <a:pt x="21545" y="25221"/>
                    </a:lnTo>
                    <a:lnTo>
                      <a:pt x="12983" y="16673"/>
                    </a:lnTo>
                    <a:lnTo>
                      <a:pt x="4450" y="25221"/>
                    </a:lnTo>
                    <a:lnTo>
                      <a:pt x="746" y="21531"/>
                    </a:lnTo>
                    <a:lnTo>
                      <a:pt x="9294" y="12984"/>
                    </a:lnTo>
                    <a:lnTo>
                      <a:pt x="732" y="4422"/>
                    </a:lnTo>
                    <a:lnTo>
                      <a:pt x="4436" y="747"/>
                    </a:lnTo>
                    <a:lnTo>
                      <a:pt x="12983" y="9294"/>
                    </a:lnTo>
                    <a:lnTo>
                      <a:pt x="21531" y="733"/>
                    </a:lnTo>
                    <a:close/>
                    <a:moveTo>
                      <a:pt x="4436" y="0"/>
                    </a:moveTo>
                    <a:lnTo>
                      <a:pt x="0" y="4422"/>
                    </a:lnTo>
                    <a:lnTo>
                      <a:pt x="8548" y="12984"/>
                    </a:lnTo>
                    <a:lnTo>
                      <a:pt x="0" y="21531"/>
                    </a:lnTo>
                    <a:lnTo>
                      <a:pt x="4436" y="25967"/>
                    </a:lnTo>
                    <a:lnTo>
                      <a:pt x="12983" y="17419"/>
                    </a:lnTo>
                    <a:lnTo>
                      <a:pt x="21545" y="25967"/>
                    </a:lnTo>
                    <a:lnTo>
                      <a:pt x="25981" y="21531"/>
                    </a:lnTo>
                    <a:lnTo>
                      <a:pt x="17433" y="12984"/>
                    </a:lnTo>
                    <a:lnTo>
                      <a:pt x="25967" y="4422"/>
                    </a:lnTo>
                    <a:lnTo>
                      <a:pt x="21545" y="0"/>
                    </a:lnTo>
                    <a:lnTo>
                      <a:pt x="12983" y="8548"/>
                    </a:lnTo>
                    <a:lnTo>
                      <a:pt x="443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pic>
          <p:nvPicPr>
            <p:cNvPr id="25" name="Google Shape;35;p2" descr=""/>
            <p:cNvPicPr/>
            <p:nvPr/>
          </p:nvPicPr>
          <p:blipFill>
            <a:blip r:embed="rId3"/>
            <a:stretch/>
          </p:blipFill>
          <p:spPr>
            <a:xfrm>
              <a:off x="7747200" y="-407880"/>
              <a:ext cx="2002320" cy="18234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26" name="Google Shape;36;p2"/>
          <p:cNvSpPr/>
          <p:nvPr/>
        </p:nvSpPr>
        <p:spPr>
          <a:xfrm>
            <a:off x="610200" y="499680"/>
            <a:ext cx="299160" cy="299160"/>
          </a:xfrm>
          <a:custGeom>
            <a:avLst/>
            <a:gdLst/>
            <a:ahLst/>
            <a:rect l="l" t="t" r="r" b="b"/>
            <a:pathLst>
              <a:path w="17927" h="17927">
                <a:moveTo>
                  <a:pt x="1" y="0"/>
                </a:moveTo>
                <a:lnTo>
                  <a:pt x="1" y="5985"/>
                </a:lnTo>
                <a:lnTo>
                  <a:pt x="1" y="17926"/>
                </a:lnTo>
                <a:lnTo>
                  <a:pt x="5986" y="17926"/>
                </a:lnTo>
                <a:lnTo>
                  <a:pt x="5986" y="5985"/>
                </a:lnTo>
                <a:lnTo>
                  <a:pt x="17927" y="5985"/>
                </a:lnTo>
                <a:lnTo>
                  <a:pt x="17927" y="0"/>
                </a:lnTo>
                <a:close/>
              </a:path>
            </a:pathLst>
          </a:custGeom>
          <a:solidFill>
            <a:schemeClr val="dk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Click to </a:t>
            </a:r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edit the </a:t>
            </a:r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title text </a:t>
            </a:r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65" name="Google Shape;308;p17"/>
          <p:cNvGrpSpPr/>
          <p:nvPr/>
        </p:nvGrpSpPr>
        <p:grpSpPr>
          <a:xfrm>
            <a:off x="816120" y="4703400"/>
            <a:ext cx="7511400" cy="237960"/>
            <a:chOff x="816120" y="4703400"/>
            <a:chExt cx="7511400" cy="237960"/>
          </a:xfrm>
        </p:grpSpPr>
        <p:grpSp>
          <p:nvGrpSpPr>
            <p:cNvPr id="66" name="Google Shape;309;p17"/>
            <p:cNvGrpSpPr/>
            <p:nvPr/>
          </p:nvGrpSpPr>
          <p:grpSpPr>
            <a:xfrm>
              <a:off x="816120" y="4703400"/>
              <a:ext cx="7511400" cy="237960"/>
              <a:chOff x="816120" y="4703400"/>
              <a:chExt cx="7511400" cy="237960"/>
            </a:xfrm>
          </p:grpSpPr>
          <p:sp>
            <p:nvSpPr>
              <p:cNvPr id="67" name="Google Shape;310;p17"/>
              <p:cNvSpPr/>
              <p:nvPr/>
            </p:nvSpPr>
            <p:spPr>
              <a:xfrm>
                <a:off x="816120" y="4703400"/>
                <a:ext cx="7511040" cy="23796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68" name="Google Shape;311;p17"/>
              <p:cNvSpPr/>
              <p:nvPr/>
            </p:nvSpPr>
            <p:spPr>
              <a:xfrm rot="5400000">
                <a:off x="8018280" y="4631400"/>
                <a:ext cx="236880" cy="381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69" name="Google Shape;312;p17"/>
              <p:cNvSpPr/>
              <p:nvPr/>
            </p:nvSpPr>
            <p:spPr>
              <a:xfrm rot="16200000">
                <a:off x="892800" y="4768200"/>
                <a:ext cx="125280" cy="10872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0" name="Google Shape;313;p17"/>
              <p:cNvSpPr/>
              <p:nvPr/>
            </p:nvSpPr>
            <p:spPr>
              <a:xfrm flipH="1" rot="5400000">
                <a:off x="1084680" y="4768200"/>
                <a:ext cx="125280" cy="10872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71" name="Google Shape;314;p17"/>
            <p:cNvGrpSpPr/>
            <p:nvPr/>
          </p:nvGrpSpPr>
          <p:grpSpPr>
            <a:xfrm>
              <a:off x="8052120" y="4744440"/>
              <a:ext cx="158040" cy="155880"/>
              <a:chOff x="8052120" y="4744440"/>
              <a:chExt cx="158040" cy="155880"/>
            </a:xfrm>
          </p:grpSpPr>
          <p:sp>
            <p:nvSpPr>
              <p:cNvPr id="72" name="Google Shape;315;p17"/>
              <p:cNvSpPr/>
              <p:nvPr/>
            </p:nvSpPr>
            <p:spPr>
              <a:xfrm>
                <a:off x="8164080" y="4753440"/>
                <a:ext cx="26640" cy="24840"/>
              </a:xfrm>
              <a:custGeom>
                <a:avLst/>
                <a:gdLst/>
                <a:ahLst/>
                <a:rect l="l" t="t" r="r" b="b"/>
                <a:pathLst>
                  <a:path w="3326" h="3130">
                    <a:moveTo>
                      <a:pt x="482" y="1"/>
                    </a:moveTo>
                    <a:cubicBezTo>
                      <a:pt x="280" y="1"/>
                      <a:pt x="95" y="114"/>
                      <a:pt x="1" y="293"/>
                    </a:cubicBezTo>
                    <a:lnTo>
                      <a:pt x="3322" y="3130"/>
                    </a:lnTo>
                    <a:lnTo>
                      <a:pt x="3322" y="564"/>
                    </a:lnTo>
                    <a:cubicBezTo>
                      <a:pt x="3325" y="253"/>
                      <a:pt x="3072" y="1"/>
                      <a:pt x="2761" y="1"/>
                    </a:cubicBezTo>
                    <a:cubicBezTo>
                      <a:pt x="2760" y="1"/>
                      <a:pt x="2758" y="1"/>
                      <a:pt x="2756" y="1"/>
                    </a:cubicBezTo>
                    <a:lnTo>
                      <a:pt x="497" y="1"/>
                    </a:lnTo>
                    <a:cubicBezTo>
                      <a:pt x="492" y="1"/>
                      <a:pt x="487" y="1"/>
                      <a:pt x="48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3" name="Google Shape;316;p17"/>
              <p:cNvSpPr/>
              <p:nvPr/>
            </p:nvSpPr>
            <p:spPr>
              <a:xfrm>
                <a:off x="8113320" y="4854240"/>
                <a:ext cx="36360" cy="46080"/>
              </a:xfrm>
              <a:custGeom>
                <a:avLst/>
                <a:gdLst/>
                <a:ahLst/>
                <a:rect l="l" t="t" r="r" b="b"/>
                <a:pathLst>
                  <a:path w="4518" h="5722">
                    <a:moveTo>
                      <a:pt x="2822" y="1130"/>
                    </a:moveTo>
                    <a:cubicBezTo>
                      <a:pt x="3325" y="1130"/>
                      <a:pt x="3578" y="1738"/>
                      <a:pt x="3222" y="2093"/>
                    </a:cubicBezTo>
                    <a:cubicBezTo>
                      <a:pt x="3106" y="2209"/>
                      <a:pt x="2964" y="2260"/>
                      <a:pt x="2825" y="2260"/>
                    </a:cubicBezTo>
                    <a:cubicBezTo>
                      <a:pt x="2535" y="2260"/>
                      <a:pt x="2259" y="2036"/>
                      <a:pt x="2259" y="1696"/>
                    </a:cubicBezTo>
                    <a:cubicBezTo>
                      <a:pt x="2259" y="1383"/>
                      <a:pt x="2509" y="1130"/>
                      <a:pt x="2822" y="1130"/>
                    </a:cubicBezTo>
                    <a:close/>
                    <a:moveTo>
                      <a:pt x="0" y="1"/>
                    </a:moveTo>
                    <a:lnTo>
                      <a:pt x="0" y="5722"/>
                    </a:lnTo>
                    <a:lnTo>
                      <a:pt x="4517" y="5722"/>
                    </a:lnTo>
                    <a:lnTo>
                      <a:pt x="4517" y="1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4" name="Google Shape;317;p17"/>
              <p:cNvSpPr/>
              <p:nvPr/>
            </p:nvSpPr>
            <p:spPr>
              <a:xfrm>
                <a:off x="8122320" y="4808520"/>
                <a:ext cx="18000" cy="18000"/>
              </a:xfrm>
              <a:custGeom>
                <a:avLst/>
                <a:gdLst/>
                <a:ahLst/>
                <a:rect l="l" t="t" r="r" b="b"/>
                <a:pathLst>
                  <a:path w="2259" h="2259">
                    <a:moveTo>
                      <a:pt x="0" y="0"/>
                    </a:moveTo>
                    <a:lnTo>
                      <a:pt x="0" y="2259"/>
                    </a:lnTo>
                    <a:lnTo>
                      <a:pt x="2259" y="2259"/>
                    </a:lnTo>
                    <a:lnTo>
                      <a:pt x="2259" y="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5" name="Google Shape;318;p17"/>
              <p:cNvSpPr/>
              <p:nvPr/>
            </p:nvSpPr>
            <p:spPr>
              <a:xfrm>
                <a:off x="8052120" y="4744440"/>
                <a:ext cx="158040" cy="76680"/>
              </a:xfrm>
              <a:custGeom>
                <a:avLst/>
                <a:gdLst/>
                <a:ahLst/>
                <a:rect l="l" t="t" r="r" b="b"/>
                <a:pathLst>
                  <a:path w="19529" h="9513">
                    <a:moveTo>
                      <a:pt x="9821" y="0"/>
                    </a:moveTo>
                    <a:cubicBezTo>
                      <a:pt x="9559" y="0"/>
                      <a:pt x="9297" y="92"/>
                      <a:pt x="9086" y="276"/>
                    </a:cubicBezTo>
                    <a:lnTo>
                      <a:pt x="531" y="7521"/>
                    </a:lnTo>
                    <a:cubicBezTo>
                      <a:pt x="61" y="7921"/>
                      <a:pt x="1" y="8626"/>
                      <a:pt x="395" y="9099"/>
                    </a:cubicBezTo>
                    <a:cubicBezTo>
                      <a:pt x="620" y="9369"/>
                      <a:pt x="942" y="9508"/>
                      <a:pt x="1266" y="9508"/>
                    </a:cubicBezTo>
                    <a:cubicBezTo>
                      <a:pt x="1525" y="9508"/>
                      <a:pt x="1785" y="9419"/>
                      <a:pt x="1997" y="9237"/>
                    </a:cubicBezTo>
                    <a:lnTo>
                      <a:pt x="9821" y="2622"/>
                    </a:lnTo>
                    <a:lnTo>
                      <a:pt x="17544" y="9240"/>
                    </a:lnTo>
                    <a:cubicBezTo>
                      <a:pt x="17759" y="9425"/>
                      <a:pt x="18019" y="9513"/>
                      <a:pt x="18278" y="9513"/>
                    </a:cubicBezTo>
                    <a:cubicBezTo>
                      <a:pt x="18661" y="9513"/>
                      <a:pt x="19039" y="9318"/>
                      <a:pt x="19252" y="8954"/>
                    </a:cubicBezTo>
                    <a:cubicBezTo>
                      <a:pt x="19529" y="8482"/>
                      <a:pt x="19430" y="7879"/>
                      <a:pt x="19014" y="7524"/>
                    </a:cubicBezTo>
                    <a:lnTo>
                      <a:pt x="10555" y="276"/>
                    </a:lnTo>
                    <a:cubicBezTo>
                      <a:pt x="10345" y="92"/>
                      <a:pt x="10083" y="0"/>
                      <a:pt x="982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6" name="Google Shape;319;p17"/>
              <p:cNvSpPr/>
              <p:nvPr/>
            </p:nvSpPr>
            <p:spPr>
              <a:xfrm>
                <a:off x="8071200" y="4777560"/>
                <a:ext cx="119520" cy="122400"/>
              </a:xfrm>
              <a:custGeom>
                <a:avLst/>
                <a:gdLst/>
                <a:ahLst/>
                <a:rect l="l" t="t" r="r" b="b"/>
                <a:pathLst>
                  <a:path w="14792" h="15168">
                    <a:moveTo>
                      <a:pt x="9143" y="2671"/>
                    </a:moveTo>
                    <a:cubicBezTo>
                      <a:pt x="9453" y="2671"/>
                      <a:pt x="9706" y="2924"/>
                      <a:pt x="9706" y="3237"/>
                    </a:cubicBezTo>
                    <a:lnTo>
                      <a:pt x="9706" y="6625"/>
                    </a:lnTo>
                    <a:cubicBezTo>
                      <a:pt x="9706" y="6935"/>
                      <a:pt x="9453" y="7188"/>
                      <a:pt x="9143" y="7188"/>
                    </a:cubicBezTo>
                    <a:lnTo>
                      <a:pt x="5755" y="7188"/>
                    </a:lnTo>
                    <a:cubicBezTo>
                      <a:pt x="5442" y="7188"/>
                      <a:pt x="5189" y="6935"/>
                      <a:pt x="5189" y="6625"/>
                    </a:cubicBezTo>
                    <a:lnTo>
                      <a:pt x="5189" y="3237"/>
                    </a:lnTo>
                    <a:cubicBezTo>
                      <a:pt x="5189" y="2924"/>
                      <a:pt x="5442" y="2671"/>
                      <a:pt x="5755" y="2671"/>
                    </a:cubicBezTo>
                    <a:close/>
                    <a:moveTo>
                      <a:pt x="7448" y="0"/>
                    </a:moveTo>
                    <a:lnTo>
                      <a:pt x="4" y="6291"/>
                    </a:lnTo>
                    <a:lnTo>
                      <a:pt x="4" y="14605"/>
                    </a:lnTo>
                    <a:cubicBezTo>
                      <a:pt x="1" y="14913"/>
                      <a:pt x="254" y="15168"/>
                      <a:pt x="564" y="15168"/>
                    </a:cubicBezTo>
                    <a:cubicBezTo>
                      <a:pt x="566" y="15168"/>
                      <a:pt x="568" y="15168"/>
                      <a:pt x="570" y="15168"/>
                    </a:cubicBezTo>
                    <a:lnTo>
                      <a:pt x="4060" y="15168"/>
                    </a:lnTo>
                    <a:lnTo>
                      <a:pt x="4060" y="8883"/>
                    </a:lnTo>
                    <a:cubicBezTo>
                      <a:pt x="4060" y="8570"/>
                      <a:pt x="4313" y="8317"/>
                      <a:pt x="4626" y="8317"/>
                    </a:cubicBezTo>
                    <a:lnTo>
                      <a:pt x="10272" y="8317"/>
                    </a:lnTo>
                    <a:cubicBezTo>
                      <a:pt x="10582" y="8317"/>
                      <a:pt x="10835" y="8570"/>
                      <a:pt x="10835" y="8883"/>
                    </a:cubicBezTo>
                    <a:lnTo>
                      <a:pt x="10835" y="15168"/>
                    </a:lnTo>
                    <a:lnTo>
                      <a:pt x="14223" y="15168"/>
                    </a:lnTo>
                    <a:cubicBezTo>
                      <a:pt x="14225" y="15168"/>
                      <a:pt x="14227" y="15168"/>
                      <a:pt x="14228" y="15168"/>
                    </a:cubicBezTo>
                    <a:cubicBezTo>
                      <a:pt x="14539" y="15168"/>
                      <a:pt x="14792" y="14913"/>
                      <a:pt x="14789" y="14605"/>
                    </a:cubicBezTo>
                    <a:lnTo>
                      <a:pt x="14789" y="6291"/>
                    </a:lnTo>
                    <a:lnTo>
                      <a:pt x="7448" y="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77" name="Google Shape;320;p17"/>
          <p:cNvGrpSpPr/>
          <p:nvPr/>
        </p:nvGrpSpPr>
        <p:grpSpPr>
          <a:xfrm>
            <a:off x="133920" y="1474200"/>
            <a:ext cx="8776800" cy="2334960"/>
            <a:chOff x="133920" y="1474200"/>
            <a:chExt cx="8776800" cy="2334960"/>
          </a:xfrm>
        </p:grpSpPr>
        <p:grpSp>
          <p:nvGrpSpPr>
            <p:cNvPr id="78" name="Google Shape;321;p17"/>
            <p:cNvGrpSpPr/>
            <p:nvPr/>
          </p:nvGrpSpPr>
          <p:grpSpPr>
            <a:xfrm>
              <a:off x="133920" y="3230280"/>
              <a:ext cx="578520" cy="578880"/>
              <a:chOff x="133920" y="3230280"/>
              <a:chExt cx="578520" cy="578880"/>
            </a:xfrm>
          </p:grpSpPr>
          <p:sp>
            <p:nvSpPr>
              <p:cNvPr id="79" name="Google Shape;322;p17"/>
              <p:cNvSpPr/>
              <p:nvPr/>
            </p:nvSpPr>
            <p:spPr>
              <a:xfrm>
                <a:off x="177480" y="3238200"/>
                <a:ext cx="527400" cy="527400"/>
              </a:xfrm>
              <a:custGeom>
                <a:avLst/>
                <a:gdLst/>
                <a:ahLst/>
                <a:rect l="l" t="t" r="r" b="b"/>
                <a:pathLst>
                  <a:path w="25221" h="25221">
                    <a:moveTo>
                      <a:pt x="4056" y="1"/>
                    </a:moveTo>
                    <a:lnTo>
                      <a:pt x="0" y="4056"/>
                    </a:lnTo>
                    <a:lnTo>
                      <a:pt x="8548" y="12618"/>
                    </a:lnTo>
                    <a:lnTo>
                      <a:pt x="0" y="21165"/>
                    </a:lnTo>
                    <a:lnTo>
                      <a:pt x="4056" y="25221"/>
                    </a:lnTo>
                    <a:lnTo>
                      <a:pt x="12603" y="16673"/>
                    </a:lnTo>
                    <a:lnTo>
                      <a:pt x="21165" y="25221"/>
                    </a:lnTo>
                    <a:lnTo>
                      <a:pt x="25220" y="21165"/>
                    </a:lnTo>
                    <a:lnTo>
                      <a:pt x="16673" y="12618"/>
                    </a:lnTo>
                    <a:lnTo>
                      <a:pt x="25220" y="4056"/>
                    </a:lnTo>
                    <a:lnTo>
                      <a:pt x="21165" y="1"/>
                    </a:lnTo>
                    <a:lnTo>
                      <a:pt x="12603" y="8548"/>
                    </a:lnTo>
                    <a:lnTo>
                      <a:pt x="4056" y="1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0" name="Google Shape;323;p17"/>
              <p:cNvSpPr/>
              <p:nvPr/>
            </p:nvSpPr>
            <p:spPr>
              <a:xfrm>
                <a:off x="169200" y="3230280"/>
                <a:ext cx="543240" cy="543240"/>
              </a:xfrm>
              <a:custGeom>
                <a:avLst/>
                <a:gdLst/>
                <a:ahLst/>
                <a:rect l="l" t="t" r="r" b="b"/>
                <a:pathLst>
                  <a:path w="25982" h="25982">
                    <a:moveTo>
                      <a:pt x="21546" y="747"/>
                    </a:moveTo>
                    <a:lnTo>
                      <a:pt x="25249" y="4436"/>
                    </a:lnTo>
                    <a:lnTo>
                      <a:pt x="16688" y="12984"/>
                    </a:lnTo>
                    <a:lnTo>
                      <a:pt x="25249" y="21531"/>
                    </a:lnTo>
                    <a:lnTo>
                      <a:pt x="21546" y="25235"/>
                    </a:lnTo>
                    <a:lnTo>
                      <a:pt x="12984" y="16673"/>
                    </a:lnTo>
                    <a:lnTo>
                      <a:pt x="4451" y="25235"/>
                    </a:lnTo>
                    <a:lnTo>
                      <a:pt x="747" y="21545"/>
                    </a:lnTo>
                    <a:lnTo>
                      <a:pt x="9295" y="12998"/>
                    </a:lnTo>
                    <a:lnTo>
                      <a:pt x="747" y="4436"/>
                    </a:lnTo>
                    <a:lnTo>
                      <a:pt x="4437" y="747"/>
                    </a:lnTo>
                    <a:lnTo>
                      <a:pt x="12984" y="9308"/>
                    </a:lnTo>
                    <a:lnTo>
                      <a:pt x="21546" y="747"/>
                    </a:lnTo>
                    <a:close/>
                    <a:moveTo>
                      <a:pt x="4437" y="0"/>
                    </a:moveTo>
                    <a:lnTo>
                      <a:pt x="1" y="4436"/>
                    </a:lnTo>
                    <a:lnTo>
                      <a:pt x="8562" y="12998"/>
                    </a:lnTo>
                    <a:lnTo>
                      <a:pt x="1" y="21545"/>
                    </a:lnTo>
                    <a:lnTo>
                      <a:pt x="4437" y="25981"/>
                    </a:lnTo>
                    <a:lnTo>
                      <a:pt x="12984" y="17419"/>
                    </a:lnTo>
                    <a:lnTo>
                      <a:pt x="21546" y="25981"/>
                    </a:lnTo>
                    <a:lnTo>
                      <a:pt x="25982" y="21545"/>
                    </a:lnTo>
                    <a:lnTo>
                      <a:pt x="17434" y="12998"/>
                    </a:lnTo>
                    <a:lnTo>
                      <a:pt x="25982" y="4436"/>
                    </a:lnTo>
                    <a:lnTo>
                      <a:pt x="21546" y="0"/>
                    </a:lnTo>
                    <a:lnTo>
                      <a:pt x="12984" y="8562"/>
                    </a:lnTo>
                    <a:lnTo>
                      <a:pt x="443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1" name="Google Shape;324;p17"/>
              <p:cNvSpPr/>
              <p:nvPr/>
            </p:nvSpPr>
            <p:spPr>
              <a:xfrm>
                <a:off x="141840" y="3273480"/>
                <a:ext cx="527400" cy="527400"/>
              </a:xfrm>
              <a:custGeom>
                <a:avLst/>
                <a:gdLst/>
                <a:ahLst/>
                <a:rect l="l" t="t" r="r" b="b"/>
                <a:pathLst>
                  <a:path w="25221" h="25221">
                    <a:moveTo>
                      <a:pt x="4056" y="0"/>
                    </a:moveTo>
                    <a:lnTo>
                      <a:pt x="0" y="4056"/>
                    </a:lnTo>
                    <a:lnTo>
                      <a:pt x="8548" y="12618"/>
                    </a:lnTo>
                    <a:lnTo>
                      <a:pt x="0" y="21165"/>
                    </a:lnTo>
                    <a:lnTo>
                      <a:pt x="4056" y="25221"/>
                    </a:lnTo>
                    <a:lnTo>
                      <a:pt x="12603" y="16673"/>
                    </a:lnTo>
                    <a:lnTo>
                      <a:pt x="21165" y="25221"/>
                    </a:lnTo>
                    <a:lnTo>
                      <a:pt x="25221" y="21165"/>
                    </a:lnTo>
                    <a:lnTo>
                      <a:pt x="16673" y="12618"/>
                    </a:lnTo>
                    <a:lnTo>
                      <a:pt x="25221" y="4056"/>
                    </a:lnTo>
                    <a:lnTo>
                      <a:pt x="21165" y="0"/>
                    </a:lnTo>
                    <a:lnTo>
                      <a:pt x="12603" y="8548"/>
                    </a:lnTo>
                    <a:lnTo>
                      <a:pt x="4056" y="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2" name="Google Shape;325;p17"/>
              <p:cNvSpPr/>
              <p:nvPr/>
            </p:nvSpPr>
            <p:spPr>
              <a:xfrm>
                <a:off x="133920" y="3265920"/>
                <a:ext cx="543240" cy="543240"/>
              </a:xfrm>
              <a:custGeom>
                <a:avLst/>
                <a:gdLst/>
                <a:ahLst/>
                <a:rect l="l" t="t" r="r" b="b"/>
                <a:pathLst>
                  <a:path w="25981" h="25967">
                    <a:moveTo>
                      <a:pt x="21531" y="733"/>
                    </a:moveTo>
                    <a:lnTo>
                      <a:pt x="25220" y="4422"/>
                    </a:lnTo>
                    <a:lnTo>
                      <a:pt x="16673" y="12984"/>
                    </a:lnTo>
                    <a:lnTo>
                      <a:pt x="25234" y="21531"/>
                    </a:lnTo>
                    <a:lnTo>
                      <a:pt x="21545" y="25221"/>
                    </a:lnTo>
                    <a:lnTo>
                      <a:pt x="12983" y="16673"/>
                    </a:lnTo>
                    <a:lnTo>
                      <a:pt x="4450" y="25221"/>
                    </a:lnTo>
                    <a:lnTo>
                      <a:pt x="746" y="21531"/>
                    </a:lnTo>
                    <a:lnTo>
                      <a:pt x="9294" y="12984"/>
                    </a:lnTo>
                    <a:lnTo>
                      <a:pt x="732" y="4422"/>
                    </a:lnTo>
                    <a:lnTo>
                      <a:pt x="4436" y="747"/>
                    </a:lnTo>
                    <a:lnTo>
                      <a:pt x="12983" y="9294"/>
                    </a:lnTo>
                    <a:lnTo>
                      <a:pt x="21531" y="733"/>
                    </a:lnTo>
                    <a:close/>
                    <a:moveTo>
                      <a:pt x="4436" y="0"/>
                    </a:moveTo>
                    <a:lnTo>
                      <a:pt x="0" y="4422"/>
                    </a:lnTo>
                    <a:lnTo>
                      <a:pt x="8548" y="12984"/>
                    </a:lnTo>
                    <a:lnTo>
                      <a:pt x="0" y="21531"/>
                    </a:lnTo>
                    <a:lnTo>
                      <a:pt x="4436" y="25967"/>
                    </a:lnTo>
                    <a:lnTo>
                      <a:pt x="12983" y="17419"/>
                    </a:lnTo>
                    <a:lnTo>
                      <a:pt x="21545" y="25967"/>
                    </a:lnTo>
                    <a:lnTo>
                      <a:pt x="25981" y="21531"/>
                    </a:lnTo>
                    <a:lnTo>
                      <a:pt x="17433" y="12984"/>
                    </a:lnTo>
                    <a:lnTo>
                      <a:pt x="25967" y="4422"/>
                    </a:lnTo>
                    <a:lnTo>
                      <a:pt x="21545" y="0"/>
                    </a:lnTo>
                    <a:lnTo>
                      <a:pt x="12983" y="8548"/>
                    </a:lnTo>
                    <a:lnTo>
                      <a:pt x="443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3" name="Google Shape;326;p17"/>
            <p:cNvGrpSpPr/>
            <p:nvPr/>
          </p:nvGrpSpPr>
          <p:grpSpPr>
            <a:xfrm>
              <a:off x="8629200" y="1474200"/>
              <a:ext cx="281520" cy="1270440"/>
              <a:chOff x="8629200" y="1474200"/>
              <a:chExt cx="281520" cy="1270440"/>
            </a:xfrm>
          </p:grpSpPr>
          <p:sp>
            <p:nvSpPr>
              <p:cNvPr id="84" name="Google Shape;327;p17"/>
              <p:cNvSpPr/>
              <p:nvPr/>
            </p:nvSpPr>
            <p:spPr>
              <a:xfrm>
                <a:off x="8629200" y="1474200"/>
                <a:ext cx="281520" cy="479160"/>
              </a:xfrm>
              <a:custGeom>
                <a:avLst/>
                <a:gdLst/>
                <a:ahLst/>
                <a:rect l="l" t="t" r="r" b="b"/>
                <a:pathLst>
                  <a:path w="11280" h="19181">
                    <a:moveTo>
                      <a:pt x="0" y="1"/>
                    </a:moveTo>
                    <a:lnTo>
                      <a:pt x="0" y="11280"/>
                    </a:lnTo>
                    <a:lnTo>
                      <a:pt x="11280" y="19180"/>
                    </a:lnTo>
                    <a:lnTo>
                      <a:pt x="11280" y="79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" name="Google Shape;328;p17"/>
              <p:cNvSpPr/>
              <p:nvPr/>
            </p:nvSpPr>
            <p:spPr>
              <a:xfrm>
                <a:off x="8629200" y="1816920"/>
                <a:ext cx="281520" cy="294840"/>
              </a:xfrm>
              <a:custGeom>
                <a:avLst/>
                <a:gdLst/>
                <a:ahLst/>
                <a:rect l="l" t="t" r="r" b="b"/>
                <a:pathLst>
                  <a:path w="11280" h="11801">
                    <a:moveTo>
                      <a:pt x="0" y="0"/>
                    </a:moveTo>
                    <a:lnTo>
                      <a:pt x="0" y="3901"/>
                    </a:lnTo>
                    <a:lnTo>
                      <a:pt x="11280" y="11801"/>
                    </a:lnTo>
                    <a:lnTo>
                      <a:pt x="11280" y="79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" name="Google Shape;329;p17"/>
              <p:cNvSpPr/>
              <p:nvPr/>
            </p:nvSpPr>
            <p:spPr>
              <a:xfrm>
                <a:off x="8629200" y="1974960"/>
                <a:ext cx="281520" cy="294840"/>
              </a:xfrm>
              <a:custGeom>
                <a:avLst/>
                <a:gdLst/>
                <a:ahLst/>
                <a:rect l="l" t="t" r="r" b="b"/>
                <a:pathLst>
                  <a:path w="11280" h="11815">
                    <a:moveTo>
                      <a:pt x="0" y="0"/>
                    </a:moveTo>
                    <a:lnTo>
                      <a:pt x="0" y="3915"/>
                    </a:lnTo>
                    <a:lnTo>
                      <a:pt x="11280" y="11815"/>
                    </a:lnTo>
                    <a:lnTo>
                      <a:pt x="11280" y="79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" name="Google Shape;330;p17"/>
              <p:cNvSpPr/>
              <p:nvPr/>
            </p:nvSpPr>
            <p:spPr>
              <a:xfrm>
                <a:off x="8629200" y="2133360"/>
                <a:ext cx="281520" cy="294840"/>
              </a:xfrm>
              <a:custGeom>
                <a:avLst/>
                <a:gdLst/>
                <a:ahLst/>
                <a:rect l="l" t="t" r="r" b="b"/>
                <a:pathLst>
                  <a:path w="11280" h="11802">
                    <a:moveTo>
                      <a:pt x="0" y="1"/>
                    </a:moveTo>
                    <a:lnTo>
                      <a:pt x="0" y="3902"/>
                    </a:lnTo>
                    <a:lnTo>
                      <a:pt x="11280" y="11801"/>
                    </a:lnTo>
                    <a:lnTo>
                      <a:pt x="11280" y="79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" name="Google Shape;331;p17"/>
              <p:cNvSpPr/>
              <p:nvPr/>
            </p:nvSpPr>
            <p:spPr>
              <a:xfrm>
                <a:off x="8629200" y="2291400"/>
                <a:ext cx="281520" cy="295200"/>
              </a:xfrm>
              <a:custGeom>
                <a:avLst/>
                <a:gdLst/>
                <a:ahLst/>
                <a:rect l="l" t="t" r="r" b="b"/>
                <a:pathLst>
                  <a:path w="11280" h="11816">
                    <a:moveTo>
                      <a:pt x="0" y="1"/>
                    </a:moveTo>
                    <a:lnTo>
                      <a:pt x="0" y="3915"/>
                    </a:lnTo>
                    <a:lnTo>
                      <a:pt x="11280" y="11815"/>
                    </a:lnTo>
                    <a:lnTo>
                      <a:pt x="11280" y="7900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9" name="Google Shape;332;p17"/>
              <p:cNvSpPr/>
              <p:nvPr/>
            </p:nvSpPr>
            <p:spPr>
              <a:xfrm>
                <a:off x="8629200" y="2449800"/>
                <a:ext cx="281520" cy="294840"/>
              </a:xfrm>
              <a:custGeom>
                <a:avLst/>
                <a:gdLst/>
                <a:ahLst/>
                <a:rect l="l" t="t" r="r" b="b"/>
                <a:pathLst>
                  <a:path w="11280" h="11801">
                    <a:moveTo>
                      <a:pt x="0" y="0"/>
                    </a:moveTo>
                    <a:lnTo>
                      <a:pt x="0" y="3901"/>
                    </a:lnTo>
                    <a:lnTo>
                      <a:pt x="11280" y="11801"/>
                    </a:lnTo>
                    <a:lnTo>
                      <a:pt x="11280" y="79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28" name="Google Shape;376;p19"/>
          <p:cNvGrpSpPr/>
          <p:nvPr/>
        </p:nvGrpSpPr>
        <p:grpSpPr>
          <a:xfrm>
            <a:off x="816120" y="4703400"/>
            <a:ext cx="7511400" cy="237960"/>
            <a:chOff x="816120" y="4703400"/>
            <a:chExt cx="7511400" cy="237960"/>
          </a:xfrm>
        </p:grpSpPr>
        <p:grpSp>
          <p:nvGrpSpPr>
            <p:cNvPr id="129" name="Google Shape;377;p19"/>
            <p:cNvGrpSpPr/>
            <p:nvPr/>
          </p:nvGrpSpPr>
          <p:grpSpPr>
            <a:xfrm>
              <a:off x="816120" y="4703400"/>
              <a:ext cx="7511400" cy="237960"/>
              <a:chOff x="816120" y="4703400"/>
              <a:chExt cx="7511400" cy="237960"/>
            </a:xfrm>
          </p:grpSpPr>
          <p:sp>
            <p:nvSpPr>
              <p:cNvPr id="130" name="Google Shape;378;p19"/>
              <p:cNvSpPr/>
              <p:nvPr/>
            </p:nvSpPr>
            <p:spPr>
              <a:xfrm>
                <a:off x="816120" y="4703400"/>
                <a:ext cx="7511040" cy="23796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1" name="Google Shape;379;p19"/>
              <p:cNvSpPr/>
              <p:nvPr/>
            </p:nvSpPr>
            <p:spPr>
              <a:xfrm rot="5400000">
                <a:off x="8018280" y="4631400"/>
                <a:ext cx="236880" cy="381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2" name="Google Shape;380;p19"/>
              <p:cNvSpPr/>
              <p:nvPr/>
            </p:nvSpPr>
            <p:spPr>
              <a:xfrm rot="16200000">
                <a:off x="892800" y="4768200"/>
                <a:ext cx="125280" cy="10872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3" name="Google Shape;381;p19"/>
              <p:cNvSpPr/>
              <p:nvPr/>
            </p:nvSpPr>
            <p:spPr>
              <a:xfrm flipH="1" rot="5400000">
                <a:off x="1084680" y="4768200"/>
                <a:ext cx="125280" cy="10872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34" name="Google Shape;382;p19"/>
            <p:cNvGrpSpPr/>
            <p:nvPr/>
          </p:nvGrpSpPr>
          <p:grpSpPr>
            <a:xfrm>
              <a:off x="8052120" y="4744440"/>
              <a:ext cx="158040" cy="155880"/>
              <a:chOff x="8052120" y="4744440"/>
              <a:chExt cx="158040" cy="155880"/>
            </a:xfrm>
          </p:grpSpPr>
          <p:sp>
            <p:nvSpPr>
              <p:cNvPr id="135" name="Google Shape;383;p19"/>
              <p:cNvSpPr/>
              <p:nvPr/>
            </p:nvSpPr>
            <p:spPr>
              <a:xfrm>
                <a:off x="8164080" y="4753440"/>
                <a:ext cx="26640" cy="24840"/>
              </a:xfrm>
              <a:custGeom>
                <a:avLst/>
                <a:gdLst/>
                <a:ahLst/>
                <a:rect l="l" t="t" r="r" b="b"/>
                <a:pathLst>
                  <a:path w="3326" h="3130">
                    <a:moveTo>
                      <a:pt x="482" y="1"/>
                    </a:moveTo>
                    <a:cubicBezTo>
                      <a:pt x="280" y="1"/>
                      <a:pt x="95" y="114"/>
                      <a:pt x="1" y="293"/>
                    </a:cubicBezTo>
                    <a:lnTo>
                      <a:pt x="3322" y="3130"/>
                    </a:lnTo>
                    <a:lnTo>
                      <a:pt x="3322" y="564"/>
                    </a:lnTo>
                    <a:cubicBezTo>
                      <a:pt x="3325" y="253"/>
                      <a:pt x="3072" y="1"/>
                      <a:pt x="2761" y="1"/>
                    </a:cubicBezTo>
                    <a:cubicBezTo>
                      <a:pt x="2760" y="1"/>
                      <a:pt x="2758" y="1"/>
                      <a:pt x="2756" y="1"/>
                    </a:cubicBezTo>
                    <a:lnTo>
                      <a:pt x="497" y="1"/>
                    </a:lnTo>
                    <a:cubicBezTo>
                      <a:pt x="492" y="1"/>
                      <a:pt x="487" y="1"/>
                      <a:pt x="48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6" name="Google Shape;384;p19"/>
              <p:cNvSpPr/>
              <p:nvPr/>
            </p:nvSpPr>
            <p:spPr>
              <a:xfrm>
                <a:off x="8113320" y="4854240"/>
                <a:ext cx="36360" cy="46080"/>
              </a:xfrm>
              <a:custGeom>
                <a:avLst/>
                <a:gdLst/>
                <a:ahLst/>
                <a:rect l="l" t="t" r="r" b="b"/>
                <a:pathLst>
                  <a:path w="4518" h="5722">
                    <a:moveTo>
                      <a:pt x="2822" y="1130"/>
                    </a:moveTo>
                    <a:cubicBezTo>
                      <a:pt x="3325" y="1130"/>
                      <a:pt x="3578" y="1738"/>
                      <a:pt x="3222" y="2093"/>
                    </a:cubicBezTo>
                    <a:cubicBezTo>
                      <a:pt x="3106" y="2209"/>
                      <a:pt x="2964" y="2260"/>
                      <a:pt x="2825" y="2260"/>
                    </a:cubicBezTo>
                    <a:cubicBezTo>
                      <a:pt x="2535" y="2260"/>
                      <a:pt x="2259" y="2036"/>
                      <a:pt x="2259" y="1696"/>
                    </a:cubicBezTo>
                    <a:cubicBezTo>
                      <a:pt x="2259" y="1383"/>
                      <a:pt x="2509" y="1130"/>
                      <a:pt x="2822" y="1130"/>
                    </a:cubicBezTo>
                    <a:close/>
                    <a:moveTo>
                      <a:pt x="0" y="1"/>
                    </a:moveTo>
                    <a:lnTo>
                      <a:pt x="0" y="5722"/>
                    </a:lnTo>
                    <a:lnTo>
                      <a:pt x="4517" y="5722"/>
                    </a:lnTo>
                    <a:lnTo>
                      <a:pt x="4517" y="1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7" name="Google Shape;385;p19"/>
              <p:cNvSpPr/>
              <p:nvPr/>
            </p:nvSpPr>
            <p:spPr>
              <a:xfrm>
                <a:off x="8122320" y="4808520"/>
                <a:ext cx="18000" cy="18000"/>
              </a:xfrm>
              <a:custGeom>
                <a:avLst/>
                <a:gdLst/>
                <a:ahLst/>
                <a:rect l="l" t="t" r="r" b="b"/>
                <a:pathLst>
                  <a:path w="2259" h="2259">
                    <a:moveTo>
                      <a:pt x="0" y="0"/>
                    </a:moveTo>
                    <a:lnTo>
                      <a:pt x="0" y="2259"/>
                    </a:lnTo>
                    <a:lnTo>
                      <a:pt x="2259" y="2259"/>
                    </a:lnTo>
                    <a:lnTo>
                      <a:pt x="2259" y="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8" name="Google Shape;386;p19"/>
              <p:cNvSpPr/>
              <p:nvPr/>
            </p:nvSpPr>
            <p:spPr>
              <a:xfrm>
                <a:off x="8052120" y="4744440"/>
                <a:ext cx="158040" cy="76680"/>
              </a:xfrm>
              <a:custGeom>
                <a:avLst/>
                <a:gdLst/>
                <a:ahLst/>
                <a:rect l="l" t="t" r="r" b="b"/>
                <a:pathLst>
                  <a:path w="19529" h="9513">
                    <a:moveTo>
                      <a:pt x="9821" y="0"/>
                    </a:moveTo>
                    <a:cubicBezTo>
                      <a:pt x="9559" y="0"/>
                      <a:pt x="9297" y="92"/>
                      <a:pt x="9086" y="276"/>
                    </a:cubicBezTo>
                    <a:lnTo>
                      <a:pt x="531" y="7521"/>
                    </a:lnTo>
                    <a:cubicBezTo>
                      <a:pt x="61" y="7921"/>
                      <a:pt x="1" y="8626"/>
                      <a:pt x="395" y="9099"/>
                    </a:cubicBezTo>
                    <a:cubicBezTo>
                      <a:pt x="620" y="9369"/>
                      <a:pt x="942" y="9508"/>
                      <a:pt x="1266" y="9508"/>
                    </a:cubicBezTo>
                    <a:cubicBezTo>
                      <a:pt x="1525" y="9508"/>
                      <a:pt x="1785" y="9419"/>
                      <a:pt x="1997" y="9237"/>
                    </a:cubicBezTo>
                    <a:lnTo>
                      <a:pt x="9821" y="2622"/>
                    </a:lnTo>
                    <a:lnTo>
                      <a:pt x="17544" y="9240"/>
                    </a:lnTo>
                    <a:cubicBezTo>
                      <a:pt x="17759" y="9425"/>
                      <a:pt x="18019" y="9513"/>
                      <a:pt x="18278" y="9513"/>
                    </a:cubicBezTo>
                    <a:cubicBezTo>
                      <a:pt x="18661" y="9513"/>
                      <a:pt x="19039" y="9318"/>
                      <a:pt x="19252" y="8954"/>
                    </a:cubicBezTo>
                    <a:cubicBezTo>
                      <a:pt x="19529" y="8482"/>
                      <a:pt x="19430" y="7879"/>
                      <a:pt x="19014" y="7524"/>
                    </a:cubicBezTo>
                    <a:lnTo>
                      <a:pt x="10555" y="276"/>
                    </a:lnTo>
                    <a:cubicBezTo>
                      <a:pt x="10345" y="92"/>
                      <a:pt x="10083" y="0"/>
                      <a:pt x="982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9" name="Google Shape;387;p19"/>
              <p:cNvSpPr/>
              <p:nvPr/>
            </p:nvSpPr>
            <p:spPr>
              <a:xfrm>
                <a:off x="8071200" y="4777560"/>
                <a:ext cx="119520" cy="122400"/>
              </a:xfrm>
              <a:custGeom>
                <a:avLst/>
                <a:gdLst/>
                <a:ahLst/>
                <a:rect l="l" t="t" r="r" b="b"/>
                <a:pathLst>
                  <a:path w="14792" h="15168">
                    <a:moveTo>
                      <a:pt x="9143" y="2671"/>
                    </a:moveTo>
                    <a:cubicBezTo>
                      <a:pt x="9453" y="2671"/>
                      <a:pt x="9706" y="2924"/>
                      <a:pt x="9706" y="3237"/>
                    </a:cubicBezTo>
                    <a:lnTo>
                      <a:pt x="9706" y="6625"/>
                    </a:lnTo>
                    <a:cubicBezTo>
                      <a:pt x="9706" y="6935"/>
                      <a:pt x="9453" y="7188"/>
                      <a:pt x="9143" y="7188"/>
                    </a:cubicBezTo>
                    <a:lnTo>
                      <a:pt x="5755" y="7188"/>
                    </a:lnTo>
                    <a:cubicBezTo>
                      <a:pt x="5442" y="7188"/>
                      <a:pt x="5189" y="6935"/>
                      <a:pt x="5189" y="6625"/>
                    </a:cubicBezTo>
                    <a:lnTo>
                      <a:pt x="5189" y="3237"/>
                    </a:lnTo>
                    <a:cubicBezTo>
                      <a:pt x="5189" y="2924"/>
                      <a:pt x="5442" y="2671"/>
                      <a:pt x="5755" y="2671"/>
                    </a:cubicBezTo>
                    <a:close/>
                    <a:moveTo>
                      <a:pt x="7448" y="0"/>
                    </a:moveTo>
                    <a:lnTo>
                      <a:pt x="4" y="6291"/>
                    </a:lnTo>
                    <a:lnTo>
                      <a:pt x="4" y="14605"/>
                    </a:lnTo>
                    <a:cubicBezTo>
                      <a:pt x="1" y="14913"/>
                      <a:pt x="254" y="15168"/>
                      <a:pt x="564" y="15168"/>
                    </a:cubicBezTo>
                    <a:cubicBezTo>
                      <a:pt x="566" y="15168"/>
                      <a:pt x="568" y="15168"/>
                      <a:pt x="570" y="15168"/>
                    </a:cubicBezTo>
                    <a:lnTo>
                      <a:pt x="4060" y="15168"/>
                    </a:lnTo>
                    <a:lnTo>
                      <a:pt x="4060" y="8883"/>
                    </a:lnTo>
                    <a:cubicBezTo>
                      <a:pt x="4060" y="8570"/>
                      <a:pt x="4313" y="8317"/>
                      <a:pt x="4626" y="8317"/>
                    </a:cubicBezTo>
                    <a:lnTo>
                      <a:pt x="10272" y="8317"/>
                    </a:lnTo>
                    <a:cubicBezTo>
                      <a:pt x="10582" y="8317"/>
                      <a:pt x="10835" y="8570"/>
                      <a:pt x="10835" y="8883"/>
                    </a:cubicBezTo>
                    <a:lnTo>
                      <a:pt x="10835" y="15168"/>
                    </a:lnTo>
                    <a:lnTo>
                      <a:pt x="14223" y="15168"/>
                    </a:lnTo>
                    <a:cubicBezTo>
                      <a:pt x="14225" y="15168"/>
                      <a:pt x="14227" y="15168"/>
                      <a:pt x="14228" y="15168"/>
                    </a:cubicBezTo>
                    <a:cubicBezTo>
                      <a:pt x="14539" y="15168"/>
                      <a:pt x="14792" y="14913"/>
                      <a:pt x="14789" y="14605"/>
                    </a:cubicBezTo>
                    <a:lnTo>
                      <a:pt x="14789" y="6291"/>
                    </a:lnTo>
                    <a:lnTo>
                      <a:pt x="7448" y="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140" name="Google Shape;388;p19"/>
          <p:cNvGrpSpPr/>
          <p:nvPr/>
        </p:nvGrpSpPr>
        <p:grpSpPr>
          <a:xfrm>
            <a:off x="309960" y="1623240"/>
            <a:ext cx="8709480" cy="2431440"/>
            <a:chOff x="309960" y="1623240"/>
            <a:chExt cx="8709480" cy="2431440"/>
          </a:xfrm>
        </p:grpSpPr>
        <p:sp>
          <p:nvSpPr>
            <p:cNvPr id="141" name="Google Shape;389;p19"/>
            <p:cNvSpPr/>
            <p:nvPr/>
          </p:nvSpPr>
          <p:spPr>
            <a:xfrm flipH="1">
              <a:off x="8557200" y="1623240"/>
              <a:ext cx="462240" cy="462600"/>
            </a:xfrm>
            <a:custGeom>
              <a:avLst/>
              <a:gdLst/>
              <a:ahLst/>
              <a:rect l="l" t="t" r="r" b="b"/>
              <a:pathLst>
                <a:path w="23166" h="23180">
                  <a:moveTo>
                    <a:pt x="5704" y="1"/>
                  </a:moveTo>
                  <a:lnTo>
                    <a:pt x="1" y="5704"/>
                  </a:lnTo>
                  <a:lnTo>
                    <a:pt x="5873" y="11590"/>
                  </a:lnTo>
                  <a:lnTo>
                    <a:pt x="1" y="17476"/>
                  </a:lnTo>
                  <a:lnTo>
                    <a:pt x="5704" y="23179"/>
                  </a:lnTo>
                  <a:lnTo>
                    <a:pt x="11576" y="17293"/>
                  </a:lnTo>
                  <a:lnTo>
                    <a:pt x="17462" y="23179"/>
                  </a:lnTo>
                  <a:lnTo>
                    <a:pt x="23165" y="17476"/>
                  </a:lnTo>
                  <a:lnTo>
                    <a:pt x="17279" y="11590"/>
                  </a:lnTo>
                  <a:lnTo>
                    <a:pt x="23165" y="5704"/>
                  </a:lnTo>
                  <a:lnTo>
                    <a:pt x="17462" y="1"/>
                  </a:lnTo>
                  <a:lnTo>
                    <a:pt x="11576" y="5887"/>
                  </a:lnTo>
                  <a:lnTo>
                    <a:pt x="5704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42" name="Google Shape;390;p19"/>
            <p:cNvGrpSpPr/>
            <p:nvPr/>
          </p:nvGrpSpPr>
          <p:grpSpPr>
            <a:xfrm>
              <a:off x="309960" y="2949840"/>
              <a:ext cx="244800" cy="1104840"/>
              <a:chOff x="309960" y="2949840"/>
              <a:chExt cx="244800" cy="1104840"/>
            </a:xfrm>
          </p:grpSpPr>
          <p:sp>
            <p:nvSpPr>
              <p:cNvPr id="143" name="Google Shape;391;p19"/>
              <p:cNvSpPr/>
              <p:nvPr/>
            </p:nvSpPr>
            <p:spPr>
              <a:xfrm>
                <a:off x="309960" y="2949840"/>
                <a:ext cx="244800" cy="416880"/>
              </a:xfrm>
              <a:custGeom>
                <a:avLst/>
                <a:gdLst/>
                <a:ahLst/>
                <a:rect l="l" t="t" r="r" b="b"/>
                <a:pathLst>
                  <a:path w="11280" h="19181">
                    <a:moveTo>
                      <a:pt x="0" y="1"/>
                    </a:moveTo>
                    <a:lnTo>
                      <a:pt x="0" y="11280"/>
                    </a:lnTo>
                    <a:lnTo>
                      <a:pt x="11280" y="19180"/>
                    </a:lnTo>
                    <a:lnTo>
                      <a:pt x="11280" y="79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44" name="Google Shape;392;p19"/>
              <p:cNvSpPr/>
              <p:nvPr/>
            </p:nvSpPr>
            <p:spPr>
              <a:xfrm>
                <a:off x="309960" y="3247920"/>
                <a:ext cx="244800" cy="256320"/>
              </a:xfrm>
              <a:custGeom>
                <a:avLst/>
                <a:gdLst/>
                <a:ahLst/>
                <a:rect l="l" t="t" r="r" b="b"/>
                <a:pathLst>
                  <a:path w="11280" h="11801">
                    <a:moveTo>
                      <a:pt x="0" y="0"/>
                    </a:moveTo>
                    <a:lnTo>
                      <a:pt x="0" y="3901"/>
                    </a:lnTo>
                    <a:lnTo>
                      <a:pt x="11280" y="11801"/>
                    </a:lnTo>
                    <a:lnTo>
                      <a:pt x="11280" y="79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45" name="Google Shape;393;p19"/>
              <p:cNvSpPr/>
              <p:nvPr/>
            </p:nvSpPr>
            <p:spPr>
              <a:xfrm>
                <a:off x="309960" y="3385440"/>
                <a:ext cx="244800" cy="256680"/>
              </a:xfrm>
              <a:custGeom>
                <a:avLst/>
                <a:gdLst/>
                <a:ahLst/>
                <a:rect l="l" t="t" r="r" b="b"/>
                <a:pathLst>
                  <a:path w="11280" h="11815">
                    <a:moveTo>
                      <a:pt x="0" y="0"/>
                    </a:moveTo>
                    <a:lnTo>
                      <a:pt x="0" y="3915"/>
                    </a:lnTo>
                    <a:lnTo>
                      <a:pt x="11280" y="11815"/>
                    </a:lnTo>
                    <a:lnTo>
                      <a:pt x="11280" y="79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46" name="Google Shape;394;p19"/>
              <p:cNvSpPr/>
              <p:nvPr/>
            </p:nvSpPr>
            <p:spPr>
              <a:xfrm>
                <a:off x="309960" y="3522960"/>
                <a:ext cx="244800" cy="256320"/>
              </a:xfrm>
              <a:custGeom>
                <a:avLst/>
                <a:gdLst/>
                <a:ahLst/>
                <a:rect l="l" t="t" r="r" b="b"/>
                <a:pathLst>
                  <a:path w="11280" h="11802">
                    <a:moveTo>
                      <a:pt x="0" y="1"/>
                    </a:moveTo>
                    <a:lnTo>
                      <a:pt x="0" y="3902"/>
                    </a:lnTo>
                    <a:lnTo>
                      <a:pt x="11280" y="11801"/>
                    </a:lnTo>
                    <a:lnTo>
                      <a:pt x="11280" y="79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47" name="Google Shape;395;p19"/>
              <p:cNvSpPr/>
              <p:nvPr/>
            </p:nvSpPr>
            <p:spPr>
              <a:xfrm>
                <a:off x="309960" y="3660480"/>
                <a:ext cx="244800" cy="256680"/>
              </a:xfrm>
              <a:custGeom>
                <a:avLst/>
                <a:gdLst/>
                <a:ahLst/>
                <a:rect l="l" t="t" r="r" b="b"/>
                <a:pathLst>
                  <a:path w="11280" h="11816">
                    <a:moveTo>
                      <a:pt x="0" y="1"/>
                    </a:moveTo>
                    <a:lnTo>
                      <a:pt x="0" y="3915"/>
                    </a:lnTo>
                    <a:lnTo>
                      <a:pt x="11280" y="11815"/>
                    </a:lnTo>
                    <a:lnTo>
                      <a:pt x="11280" y="7900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48" name="Google Shape;396;p19"/>
              <p:cNvSpPr/>
              <p:nvPr/>
            </p:nvSpPr>
            <p:spPr>
              <a:xfrm>
                <a:off x="309960" y="3798360"/>
                <a:ext cx="244800" cy="256320"/>
              </a:xfrm>
              <a:custGeom>
                <a:avLst/>
                <a:gdLst/>
                <a:ahLst/>
                <a:rect l="l" t="t" r="r" b="b"/>
                <a:pathLst>
                  <a:path w="11280" h="11801">
                    <a:moveTo>
                      <a:pt x="0" y="0"/>
                    </a:moveTo>
                    <a:lnTo>
                      <a:pt x="0" y="3901"/>
                    </a:lnTo>
                    <a:lnTo>
                      <a:pt x="11280" y="11801"/>
                    </a:lnTo>
                    <a:lnTo>
                      <a:pt x="11280" y="79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713160" y="444960"/>
            <a:ext cx="7717320" cy="5724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Click to edit </a:t>
            </a:r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the title text </a:t>
            </a:r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87" name="Google Shape;236;p14"/>
          <p:cNvGrpSpPr/>
          <p:nvPr/>
        </p:nvGrpSpPr>
        <p:grpSpPr>
          <a:xfrm>
            <a:off x="269280" y="1319040"/>
            <a:ext cx="281520" cy="1270440"/>
            <a:chOff x="269280" y="1319040"/>
            <a:chExt cx="281520" cy="1270440"/>
          </a:xfrm>
        </p:grpSpPr>
        <p:sp>
          <p:nvSpPr>
            <p:cNvPr id="188" name="Google Shape;237;p14"/>
            <p:cNvSpPr/>
            <p:nvPr/>
          </p:nvSpPr>
          <p:spPr>
            <a:xfrm rot="10800000">
              <a:off x="269280" y="2110320"/>
              <a:ext cx="281520" cy="479160"/>
            </a:xfrm>
            <a:custGeom>
              <a:avLst/>
              <a:gdLst/>
              <a:ahLst/>
              <a:rect l="l" t="t" r="r" b="b"/>
              <a:pathLst>
                <a:path w="11280" h="19181">
                  <a:moveTo>
                    <a:pt x="0" y="1"/>
                  </a:moveTo>
                  <a:lnTo>
                    <a:pt x="0" y="11280"/>
                  </a:lnTo>
                  <a:lnTo>
                    <a:pt x="11280" y="19180"/>
                  </a:lnTo>
                  <a:lnTo>
                    <a:pt x="11280" y="79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9" name="Google Shape;238;p14"/>
            <p:cNvSpPr/>
            <p:nvPr/>
          </p:nvSpPr>
          <p:spPr>
            <a:xfrm rot="10800000">
              <a:off x="269280" y="1951920"/>
              <a:ext cx="281520" cy="294840"/>
            </a:xfrm>
            <a:custGeom>
              <a:avLst/>
              <a:gdLst/>
              <a:ahLst/>
              <a:rect l="l" t="t" r="r" b="b"/>
              <a:pathLst>
                <a:path w="11280" h="11801">
                  <a:moveTo>
                    <a:pt x="0" y="0"/>
                  </a:moveTo>
                  <a:lnTo>
                    <a:pt x="0" y="3901"/>
                  </a:lnTo>
                  <a:lnTo>
                    <a:pt x="11280" y="11801"/>
                  </a:lnTo>
                  <a:lnTo>
                    <a:pt x="11280" y="7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0" name="Google Shape;239;p14"/>
            <p:cNvSpPr/>
            <p:nvPr/>
          </p:nvSpPr>
          <p:spPr>
            <a:xfrm rot="10800000">
              <a:off x="269280" y="1793880"/>
              <a:ext cx="281520" cy="294840"/>
            </a:xfrm>
            <a:custGeom>
              <a:avLst/>
              <a:gdLst/>
              <a:ahLst/>
              <a:rect l="l" t="t" r="r" b="b"/>
              <a:pathLst>
                <a:path w="11280" h="11815">
                  <a:moveTo>
                    <a:pt x="0" y="0"/>
                  </a:moveTo>
                  <a:lnTo>
                    <a:pt x="0" y="3915"/>
                  </a:lnTo>
                  <a:lnTo>
                    <a:pt x="11280" y="11815"/>
                  </a:lnTo>
                  <a:lnTo>
                    <a:pt x="11280" y="7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1" name="Google Shape;240;p14"/>
            <p:cNvSpPr/>
            <p:nvPr/>
          </p:nvSpPr>
          <p:spPr>
            <a:xfrm rot="10800000">
              <a:off x="269280" y="1635480"/>
              <a:ext cx="281520" cy="294840"/>
            </a:xfrm>
            <a:custGeom>
              <a:avLst/>
              <a:gdLst/>
              <a:ahLst/>
              <a:rect l="l" t="t" r="r" b="b"/>
              <a:pathLst>
                <a:path w="11280" h="11802">
                  <a:moveTo>
                    <a:pt x="0" y="1"/>
                  </a:moveTo>
                  <a:lnTo>
                    <a:pt x="0" y="3902"/>
                  </a:lnTo>
                  <a:lnTo>
                    <a:pt x="11280" y="11801"/>
                  </a:lnTo>
                  <a:lnTo>
                    <a:pt x="11280" y="79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2" name="Google Shape;241;p14"/>
            <p:cNvSpPr/>
            <p:nvPr/>
          </p:nvSpPr>
          <p:spPr>
            <a:xfrm rot="10800000">
              <a:off x="269280" y="1477080"/>
              <a:ext cx="281520" cy="295200"/>
            </a:xfrm>
            <a:custGeom>
              <a:avLst/>
              <a:gdLst/>
              <a:ahLst/>
              <a:rect l="l" t="t" r="r" b="b"/>
              <a:pathLst>
                <a:path w="11280" h="11816">
                  <a:moveTo>
                    <a:pt x="0" y="1"/>
                  </a:moveTo>
                  <a:lnTo>
                    <a:pt x="0" y="3915"/>
                  </a:lnTo>
                  <a:lnTo>
                    <a:pt x="11280" y="11815"/>
                  </a:lnTo>
                  <a:lnTo>
                    <a:pt x="11280" y="790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3" name="Google Shape;242;p14"/>
            <p:cNvSpPr/>
            <p:nvPr/>
          </p:nvSpPr>
          <p:spPr>
            <a:xfrm rot="10800000">
              <a:off x="269280" y="1319040"/>
              <a:ext cx="281520" cy="294840"/>
            </a:xfrm>
            <a:custGeom>
              <a:avLst/>
              <a:gdLst/>
              <a:ahLst/>
              <a:rect l="l" t="t" r="r" b="b"/>
              <a:pathLst>
                <a:path w="11280" h="11801">
                  <a:moveTo>
                    <a:pt x="0" y="0"/>
                  </a:moveTo>
                  <a:lnTo>
                    <a:pt x="0" y="3901"/>
                  </a:lnTo>
                  <a:lnTo>
                    <a:pt x="11280" y="11801"/>
                  </a:lnTo>
                  <a:lnTo>
                    <a:pt x="11280" y="7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94" name="Google Shape;243;p14"/>
          <p:cNvGrpSpPr/>
          <p:nvPr/>
        </p:nvGrpSpPr>
        <p:grpSpPr>
          <a:xfrm>
            <a:off x="816120" y="4703400"/>
            <a:ext cx="7511400" cy="237960"/>
            <a:chOff x="816120" y="4703400"/>
            <a:chExt cx="7511400" cy="237960"/>
          </a:xfrm>
        </p:grpSpPr>
        <p:grpSp>
          <p:nvGrpSpPr>
            <p:cNvPr id="195" name="Google Shape;244;p14"/>
            <p:cNvGrpSpPr/>
            <p:nvPr/>
          </p:nvGrpSpPr>
          <p:grpSpPr>
            <a:xfrm>
              <a:off x="816120" y="4703400"/>
              <a:ext cx="7511400" cy="237960"/>
              <a:chOff x="816120" y="4703400"/>
              <a:chExt cx="7511400" cy="237960"/>
            </a:xfrm>
          </p:grpSpPr>
          <p:sp>
            <p:nvSpPr>
              <p:cNvPr id="196" name="Google Shape;245;p14"/>
              <p:cNvSpPr/>
              <p:nvPr/>
            </p:nvSpPr>
            <p:spPr>
              <a:xfrm>
                <a:off x="816120" y="4703400"/>
                <a:ext cx="7511040" cy="23796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97" name="Google Shape;246;p14"/>
              <p:cNvSpPr/>
              <p:nvPr/>
            </p:nvSpPr>
            <p:spPr>
              <a:xfrm rot="5400000">
                <a:off x="8018280" y="4631400"/>
                <a:ext cx="236880" cy="381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98" name="Google Shape;247;p14"/>
              <p:cNvSpPr/>
              <p:nvPr/>
            </p:nvSpPr>
            <p:spPr>
              <a:xfrm rot="16200000">
                <a:off x="892800" y="4768200"/>
                <a:ext cx="125280" cy="10872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99" name="Google Shape;248;p14"/>
              <p:cNvSpPr/>
              <p:nvPr/>
            </p:nvSpPr>
            <p:spPr>
              <a:xfrm flipH="1" rot="5400000">
                <a:off x="1084680" y="4768200"/>
                <a:ext cx="125280" cy="10872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00" name="Google Shape;249;p14"/>
            <p:cNvGrpSpPr/>
            <p:nvPr/>
          </p:nvGrpSpPr>
          <p:grpSpPr>
            <a:xfrm>
              <a:off x="8052120" y="4744440"/>
              <a:ext cx="158040" cy="155880"/>
              <a:chOff x="8052120" y="4744440"/>
              <a:chExt cx="158040" cy="155880"/>
            </a:xfrm>
          </p:grpSpPr>
          <p:sp>
            <p:nvSpPr>
              <p:cNvPr id="201" name="Google Shape;250;p14"/>
              <p:cNvSpPr/>
              <p:nvPr/>
            </p:nvSpPr>
            <p:spPr>
              <a:xfrm>
                <a:off x="8164080" y="4753440"/>
                <a:ext cx="26640" cy="24840"/>
              </a:xfrm>
              <a:custGeom>
                <a:avLst/>
                <a:gdLst/>
                <a:ahLst/>
                <a:rect l="l" t="t" r="r" b="b"/>
                <a:pathLst>
                  <a:path w="3326" h="3130">
                    <a:moveTo>
                      <a:pt x="482" y="1"/>
                    </a:moveTo>
                    <a:cubicBezTo>
                      <a:pt x="280" y="1"/>
                      <a:pt x="95" y="114"/>
                      <a:pt x="1" y="293"/>
                    </a:cubicBezTo>
                    <a:lnTo>
                      <a:pt x="3322" y="3130"/>
                    </a:lnTo>
                    <a:lnTo>
                      <a:pt x="3322" y="564"/>
                    </a:lnTo>
                    <a:cubicBezTo>
                      <a:pt x="3325" y="253"/>
                      <a:pt x="3072" y="1"/>
                      <a:pt x="2761" y="1"/>
                    </a:cubicBezTo>
                    <a:cubicBezTo>
                      <a:pt x="2760" y="1"/>
                      <a:pt x="2758" y="1"/>
                      <a:pt x="2756" y="1"/>
                    </a:cubicBezTo>
                    <a:lnTo>
                      <a:pt x="497" y="1"/>
                    </a:lnTo>
                    <a:cubicBezTo>
                      <a:pt x="492" y="1"/>
                      <a:pt x="487" y="1"/>
                      <a:pt x="48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02" name="Google Shape;251;p14"/>
              <p:cNvSpPr/>
              <p:nvPr/>
            </p:nvSpPr>
            <p:spPr>
              <a:xfrm>
                <a:off x="8113320" y="4854240"/>
                <a:ext cx="36360" cy="46080"/>
              </a:xfrm>
              <a:custGeom>
                <a:avLst/>
                <a:gdLst/>
                <a:ahLst/>
                <a:rect l="l" t="t" r="r" b="b"/>
                <a:pathLst>
                  <a:path w="4518" h="5722">
                    <a:moveTo>
                      <a:pt x="2822" y="1130"/>
                    </a:moveTo>
                    <a:cubicBezTo>
                      <a:pt x="3325" y="1130"/>
                      <a:pt x="3578" y="1738"/>
                      <a:pt x="3222" y="2093"/>
                    </a:cubicBezTo>
                    <a:cubicBezTo>
                      <a:pt x="3106" y="2209"/>
                      <a:pt x="2964" y="2260"/>
                      <a:pt x="2825" y="2260"/>
                    </a:cubicBezTo>
                    <a:cubicBezTo>
                      <a:pt x="2535" y="2260"/>
                      <a:pt x="2259" y="2036"/>
                      <a:pt x="2259" y="1696"/>
                    </a:cubicBezTo>
                    <a:cubicBezTo>
                      <a:pt x="2259" y="1383"/>
                      <a:pt x="2509" y="1130"/>
                      <a:pt x="2822" y="1130"/>
                    </a:cubicBezTo>
                    <a:close/>
                    <a:moveTo>
                      <a:pt x="0" y="1"/>
                    </a:moveTo>
                    <a:lnTo>
                      <a:pt x="0" y="5722"/>
                    </a:lnTo>
                    <a:lnTo>
                      <a:pt x="4517" y="5722"/>
                    </a:lnTo>
                    <a:lnTo>
                      <a:pt x="4517" y="1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03" name="Google Shape;252;p14"/>
              <p:cNvSpPr/>
              <p:nvPr/>
            </p:nvSpPr>
            <p:spPr>
              <a:xfrm>
                <a:off x="8122320" y="4808520"/>
                <a:ext cx="18000" cy="18000"/>
              </a:xfrm>
              <a:custGeom>
                <a:avLst/>
                <a:gdLst/>
                <a:ahLst/>
                <a:rect l="l" t="t" r="r" b="b"/>
                <a:pathLst>
                  <a:path w="2259" h="2259">
                    <a:moveTo>
                      <a:pt x="0" y="0"/>
                    </a:moveTo>
                    <a:lnTo>
                      <a:pt x="0" y="2259"/>
                    </a:lnTo>
                    <a:lnTo>
                      <a:pt x="2259" y="2259"/>
                    </a:lnTo>
                    <a:lnTo>
                      <a:pt x="2259" y="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04" name="Google Shape;253;p14"/>
              <p:cNvSpPr/>
              <p:nvPr/>
            </p:nvSpPr>
            <p:spPr>
              <a:xfrm>
                <a:off x="8052120" y="4744440"/>
                <a:ext cx="158040" cy="76680"/>
              </a:xfrm>
              <a:custGeom>
                <a:avLst/>
                <a:gdLst/>
                <a:ahLst/>
                <a:rect l="l" t="t" r="r" b="b"/>
                <a:pathLst>
                  <a:path w="19529" h="9513">
                    <a:moveTo>
                      <a:pt x="9821" y="0"/>
                    </a:moveTo>
                    <a:cubicBezTo>
                      <a:pt x="9559" y="0"/>
                      <a:pt x="9297" y="92"/>
                      <a:pt x="9086" y="276"/>
                    </a:cubicBezTo>
                    <a:lnTo>
                      <a:pt x="531" y="7521"/>
                    </a:lnTo>
                    <a:cubicBezTo>
                      <a:pt x="61" y="7921"/>
                      <a:pt x="1" y="8626"/>
                      <a:pt x="395" y="9099"/>
                    </a:cubicBezTo>
                    <a:cubicBezTo>
                      <a:pt x="620" y="9369"/>
                      <a:pt x="942" y="9508"/>
                      <a:pt x="1266" y="9508"/>
                    </a:cubicBezTo>
                    <a:cubicBezTo>
                      <a:pt x="1525" y="9508"/>
                      <a:pt x="1785" y="9419"/>
                      <a:pt x="1997" y="9237"/>
                    </a:cubicBezTo>
                    <a:lnTo>
                      <a:pt x="9821" y="2622"/>
                    </a:lnTo>
                    <a:lnTo>
                      <a:pt x="17544" y="9240"/>
                    </a:lnTo>
                    <a:cubicBezTo>
                      <a:pt x="17759" y="9425"/>
                      <a:pt x="18019" y="9513"/>
                      <a:pt x="18278" y="9513"/>
                    </a:cubicBezTo>
                    <a:cubicBezTo>
                      <a:pt x="18661" y="9513"/>
                      <a:pt x="19039" y="9318"/>
                      <a:pt x="19252" y="8954"/>
                    </a:cubicBezTo>
                    <a:cubicBezTo>
                      <a:pt x="19529" y="8482"/>
                      <a:pt x="19430" y="7879"/>
                      <a:pt x="19014" y="7524"/>
                    </a:cubicBezTo>
                    <a:lnTo>
                      <a:pt x="10555" y="276"/>
                    </a:lnTo>
                    <a:cubicBezTo>
                      <a:pt x="10345" y="92"/>
                      <a:pt x="10083" y="0"/>
                      <a:pt x="982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05" name="Google Shape;254;p14"/>
              <p:cNvSpPr/>
              <p:nvPr/>
            </p:nvSpPr>
            <p:spPr>
              <a:xfrm>
                <a:off x="8071200" y="4777560"/>
                <a:ext cx="119520" cy="122400"/>
              </a:xfrm>
              <a:custGeom>
                <a:avLst/>
                <a:gdLst/>
                <a:ahLst/>
                <a:rect l="l" t="t" r="r" b="b"/>
                <a:pathLst>
                  <a:path w="14792" h="15168">
                    <a:moveTo>
                      <a:pt x="9143" y="2671"/>
                    </a:moveTo>
                    <a:cubicBezTo>
                      <a:pt x="9453" y="2671"/>
                      <a:pt x="9706" y="2924"/>
                      <a:pt x="9706" y="3237"/>
                    </a:cubicBezTo>
                    <a:lnTo>
                      <a:pt x="9706" y="6625"/>
                    </a:lnTo>
                    <a:cubicBezTo>
                      <a:pt x="9706" y="6935"/>
                      <a:pt x="9453" y="7188"/>
                      <a:pt x="9143" y="7188"/>
                    </a:cubicBezTo>
                    <a:lnTo>
                      <a:pt x="5755" y="7188"/>
                    </a:lnTo>
                    <a:cubicBezTo>
                      <a:pt x="5442" y="7188"/>
                      <a:pt x="5189" y="6935"/>
                      <a:pt x="5189" y="6625"/>
                    </a:cubicBezTo>
                    <a:lnTo>
                      <a:pt x="5189" y="3237"/>
                    </a:lnTo>
                    <a:cubicBezTo>
                      <a:pt x="5189" y="2924"/>
                      <a:pt x="5442" y="2671"/>
                      <a:pt x="5755" y="2671"/>
                    </a:cubicBezTo>
                    <a:close/>
                    <a:moveTo>
                      <a:pt x="7448" y="0"/>
                    </a:moveTo>
                    <a:lnTo>
                      <a:pt x="4" y="6291"/>
                    </a:lnTo>
                    <a:lnTo>
                      <a:pt x="4" y="14605"/>
                    </a:lnTo>
                    <a:cubicBezTo>
                      <a:pt x="1" y="14913"/>
                      <a:pt x="254" y="15168"/>
                      <a:pt x="564" y="15168"/>
                    </a:cubicBezTo>
                    <a:cubicBezTo>
                      <a:pt x="566" y="15168"/>
                      <a:pt x="568" y="15168"/>
                      <a:pt x="570" y="15168"/>
                    </a:cubicBezTo>
                    <a:lnTo>
                      <a:pt x="4060" y="15168"/>
                    </a:lnTo>
                    <a:lnTo>
                      <a:pt x="4060" y="8883"/>
                    </a:lnTo>
                    <a:cubicBezTo>
                      <a:pt x="4060" y="8570"/>
                      <a:pt x="4313" y="8317"/>
                      <a:pt x="4626" y="8317"/>
                    </a:cubicBezTo>
                    <a:lnTo>
                      <a:pt x="10272" y="8317"/>
                    </a:lnTo>
                    <a:cubicBezTo>
                      <a:pt x="10582" y="8317"/>
                      <a:pt x="10835" y="8570"/>
                      <a:pt x="10835" y="8883"/>
                    </a:cubicBezTo>
                    <a:lnTo>
                      <a:pt x="10835" y="15168"/>
                    </a:lnTo>
                    <a:lnTo>
                      <a:pt x="14223" y="15168"/>
                    </a:lnTo>
                    <a:cubicBezTo>
                      <a:pt x="14225" y="15168"/>
                      <a:pt x="14227" y="15168"/>
                      <a:pt x="14228" y="15168"/>
                    </a:cubicBezTo>
                    <a:cubicBezTo>
                      <a:pt x="14539" y="15168"/>
                      <a:pt x="14792" y="14913"/>
                      <a:pt x="14789" y="14605"/>
                    </a:cubicBezTo>
                    <a:lnTo>
                      <a:pt x="14789" y="6291"/>
                    </a:lnTo>
                    <a:lnTo>
                      <a:pt x="7448" y="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Click to edit </a:t>
            </a:r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the title text </a:t>
            </a:r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44" name="Google Shape;343;p18"/>
          <p:cNvGrpSpPr/>
          <p:nvPr/>
        </p:nvGrpSpPr>
        <p:grpSpPr>
          <a:xfrm>
            <a:off x="816120" y="4703400"/>
            <a:ext cx="7511400" cy="237960"/>
            <a:chOff x="816120" y="4703400"/>
            <a:chExt cx="7511400" cy="237960"/>
          </a:xfrm>
        </p:grpSpPr>
        <p:grpSp>
          <p:nvGrpSpPr>
            <p:cNvPr id="245" name="Google Shape;344;p18"/>
            <p:cNvGrpSpPr/>
            <p:nvPr/>
          </p:nvGrpSpPr>
          <p:grpSpPr>
            <a:xfrm>
              <a:off x="816120" y="4703400"/>
              <a:ext cx="7511400" cy="237960"/>
              <a:chOff x="816120" y="4703400"/>
              <a:chExt cx="7511400" cy="237960"/>
            </a:xfrm>
          </p:grpSpPr>
          <p:sp>
            <p:nvSpPr>
              <p:cNvPr id="246" name="Google Shape;345;p18"/>
              <p:cNvSpPr/>
              <p:nvPr/>
            </p:nvSpPr>
            <p:spPr>
              <a:xfrm>
                <a:off x="816120" y="4703400"/>
                <a:ext cx="7511040" cy="23796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7" name="Google Shape;346;p18"/>
              <p:cNvSpPr/>
              <p:nvPr/>
            </p:nvSpPr>
            <p:spPr>
              <a:xfrm rot="5400000">
                <a:off x="8018280" y="4631400"/>
                <a:ext cx="236880" cy="381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8" name="Google Shape;347;p18"/>
              <p:cNvSpPr/>
              <p:nvPr/>
            </p:nvSpPr>
            <p:spPr>
              <a:xfrm rot="16200000">
                <a:off x="892800" y="4768200"/>
                <a:ext cx="125280" cy="10872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9" name="Google Shape;348;p18"/>
              <p:cNvSpPr/>
              <p:nvPr/>
            </p:nvSpPr>
            <p:spPr>
              <a:xfrm flipH="1" rot="5400000">
                <a:off x="1084680" y="4768200"/>
                <a:ext cx="125280" cy="10872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50" name="Google Shape;349;p18"/>
            <p:cNvGrpSpPr/>
            <p:nvPr/>
          </p:nvGrpSpPr>
          <p:grpSpPr>
            <a:xfrm>
              <a:off x="8052120" y="4744440"/>
              <a:ext cx="158040" cy="155880"/>
              <a:chOff x="8052120" y="4744440"/>
              <a:chExt cx="158040" cy="155880"/>
            </a:xfrm>
          </p:grpSpPr>
          <p:sp>
            <p:nvSpPr>
              <p:cNvPr id="251" name="Google Shape;350;p18"/>
              <p:cNvSpPr/>
              <p:nvPr/>
            </p:nvSpPr>
            <p:spPr>
              <a:xfrm>
                <a:off x="8164080" y="4753440"/>
                <a:ext cx="26640" cy="24840"/>
              </a:xfrm>
              <a:custGeom>
                <a:avLst/>
                <a:gdLst/>
                <a:ahLst/>
                <a:rect l="l" t="t" r="r" b="b"/>
                <a:pathLst>
                  <a:path w="3326" h="3130">
                    <a:moveTo>
                      <a:pt x="482" y="1"/>
                    </a:moveTo>
                    <a:cubicBezTo>
                      <a:pt x="280" y="1"/>
                      <a:pt x="95" y="114"/>
                      <a:pt x="1" y="293"/>
                    </a:cubicBezTo>
                    <a:lnTo>
                      <a:pt x="3322" y="3130"/>
                    </a:lnTo>
                    <a:lnTo>
                      <a:pt x="3322" y="564"/>
                    </a:lnTo>
                    <a:cubicBezTo>
                      <a:pt x="3325" y="253"/>
                      <a:pt x="3072" y="1"/>
                      <a:pt x="2761" y="1"/>
                    </a:cubicBezTo>
                    <a:cubicBezTo>
                      <a:pt x="2760" y="1"/>
                      <a:pt x="2758" y="1"/>
                      <a:pt x="2756" y="1"/>
                    </a:cubicBezTo>
                    <a:lnTo>
                      <a:pt x="497" y="1"/>
                    </a:lnTo>
                    <a:cubicBezTo>
                      <a:pt x="492" y="1"/>
                      <a:pt x="487" y="1"/>
                      <a:pt x="48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2" name="Google Shape;351;p18"/>
              <p:cNvSpPr/>
              <p:nvPr/>
            </p:nvSpPr>
            <p:spPr>
              <a:xfrm>
                <a:off x="8113320" y="4854240"/>
                <a:ext cx="36360" cy="46080"/>
              </a:xfrm>
              <a:custGeom>
                <a:avLst/>
                <a:gdLst/>
                <a:ahLst/>
                <a:rect l="l" t="t" r="r" b="b"/>
                <a:pathLst>
                  <a:path w="4518" h="5722">
                    <a:moveTo>
                      <a:pt x="2822" y="1130"/>
                    </a:moveTo>
                    <a:cubicBezTo>
                      <a:pt x="3325" y="1130"/>
                      <a:pt x="3578" y="1738"/>
                      <a:pt x="3222" y="2093"/>
                    </a:cubicBezTo>
                    <a:cubicBezTo>
                      <a:pt x="3106" y="2209"/>
                      <a:pt x="2964" y="2260"/>
                      <a:pt x="2825" y="2260"/>
                    </a:cubicBezTo>
                    <a:cubicBezTo>
                      <a:pt x="2535" y="2260"/>
                      <a:pt x="2259" y="2036"/>
                      <a:pt x="2259" y="1696"/>
                    </a:cubicBezTo>
                    <a:cubicBezTo>
                      <a:pt x="2259" y="1383"/>
                      <a:pt x="2509" y="1130"/>
                      <a:pt x="2822" y="1130"/>
                    </a:cubicBezTo>
                    <a:close/>
                    <a:moveTo>
                      <a:pt x="0" y="1"/>
                    </a:moveTo>
                    <a:lnTo>
                      <a:pt x="0" y="5722"/>
                    </a:lnTo>
                    <a:lnTo>
                      <a:pt x="4517" y="5722"/>
                    </a:lnTo>
                    <a:lnTo>
                      <a:pt x="4517" y="1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3" name="Google Shape;352;p18"/>
              <p:cNvSpPr/>
              <p:nvPr/>
            </p:nvSpPr>
            <p:spPr>
              <a:xfrm>
                <a:off x="8122320" y="4808520"/>
                <a:ext cx="18000" cy="18000"/>
              </a:xfrm>
              <a:custGeom>
                <a:avLst/>
                <a:gdLst/>
                <a:ahLst/>
                <a:rect l="l" t="t" r="r" b="b"/>
                <a:pathLst>
                  <a:path w="2259" h="2259">
                    <a:moveTo>
                      <a:pt x="0" y="0"/>
                    </a:moveTo>
                    <a:lnTo>
                      <a:pt x="0" y="2259"/>
                    </a:lnTo>
                    <a:lnTo>
                      <a:pt x="2259" y="2259"/>
                    </a:lnTo>
                    <a:lnTo>
                      <a:pt x="2259" y="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4" name="Google Shape;353;p18"/>
              <p:cNvSpPr/>
              <p:nvPr/>
            </p:nvSpPr>
            <p:spPr>
              <a:xfrm>
                <a:off x="8052120" y="4744440"/>
                <a:ext cx="158040" cy="76680"/>
              </a:xfrm>
              <a:custGeom>
                <a:avLst/>
                <a:gdLst/>
                <a:ahLst/>
                <a:rect l="l" t="t" r="r" b="b"/>
                <a:pathLst>
                  <a:path w="19529" h="9513">
                    <a:moveTo>
                      <a:pt x="9821" y="0"/>
                    </a:moveTo>
                    <a:cubicBezTo>
                      <a:pt x="9559" y="0"/>
                      <a:pt x="9297" y="92"/>
                      <a:pt x="9086" y="276"/>
                    </a:cubicBezTo>
                    <a:lnTo>
                      <a:pt x="531" y="7521"/>
                    </a:lnTo>
                    <a:cubicBezTo>
                      <a:pt x="61" y="7921"/>
                      <a:pt x="1" y="8626"/>
                      <a:pt x="395" y="9099"/>
                    </a:cubicBezTo>
                    <a:cubicBezTo>
                      <a:pt x="620" y="9369"/>
                      <a:pt x="942" y="9508"/>
                      <a:pt x="1266" y="9508"/>
                    </a:cubicBezTo>
                    <a:cubicBezTo>
                      <a:pt x="1525" y="9508"/>
                      <a:pt x="1785" y="9419"/>
                      <a:pt x="1997" y="9237"/>
                    </a:cubicBezTo>
                    <a:lnTo>
                      <a:pt x="9821" y="2622"/>
                    </a:lnTo>
                    <a:lnTo>
                      <a:pt x="17544" y="9240"/>
                    </a:lnTo>
                    <a:cubicBezTo>
                      <a:pt x="17759" y="9425"/>
                      <a:pt x="18019" y="9513"/>
                      <a:pt x="18278" y="9513"/>
                    </a:cubicBezTo>
                    <a:cubicBezTo>
                      <a:pt x="18661" y="9513"/>
                      <a:pt x="19039" y="9318"/>
                      <a:pt x="19252" y="8954"/>
                    </a:cubicBezTo>
                    <a:cubicBezTo>
                      <a:pt x="19529" y="8482"/>
                      <a:pt x="19430" y="7879"/>
                      <a:pt x="19014" y="7524"/>
                    </a:cubicBezTo>
                    <a:lnTo>
                      <a:pt x="10555" y="276"/>
                    </a:lnTo>
                    <a:cubicBezTo>
                      <a:pt x="10345" y="92"/>
                      <a:pt x="10083" y="0"/>
                      <a:pt x="982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5" name="Google Shape;354;p18"/>
              <p:cNvSpPr/>
              <p:nvPr/>
            </p:nvSpPr>
            <p:spPr>
              <a:xfrm>
                <a:off x="8071200" y="4777560"/>
                <a:ext cx="119520" cy="122400"/>
              </a:xfrm>
              <a:custGeom>
                <a:avLst/>
                <a:gdLst/>
                <a:ahLst/>
                <a:rect l="l" t="t" r="r" b="b"/>
                <a:pathLst>
                  <a:path w="14792" h="15168">
                    <a:moveTo>
                      <a:pt x="9143" y="2671"/>
                    </a:moveTo>
                    <a:cubicBezTo>
                      <a:pt x="9453" y="2671"/>
                      <a:pt x="9706" y="2924"/>
                      <a:pt x="9706" y="3237"/>
                    </a:cubicBezTo>
                    <a:lnTo>
                      <a:pt x="9706" y="6625"/>
                    </a:lnTo>
                    <a:cubicBezTo>
                      <a:pt x="9706" y="6935"/>
                      <a:pt x="9453" y="7188"/>
                      <a:pt x="9143" y="7188"/>
                    </a:cubicBezTo>
                    <a:lnTo>
                      <a:pt x="5755" y="7188"/>
                    </a:lnTo>
                    <a:cubicBezTo>
                      <a:pt x="5442" y="7188"/>
                      <a:pt x="5189" y="6935"/>
                      <a:pt x="5189" y="6625"/>
                    </a:cubicBezTo>
                    <a:lnTo>
                      <a:pt x="5189" y="3237"/>
                    </a:lnTo>
                    <a:cubicBezTo>
                      <a:pt x="5189" y="2924"/>
                      <a:pt x="5442" y="2671"/>
                      <a:pt x="5755" y="2671"/>
                    </a:cubicBezTo>
                    <a:close/>
                    <a:moveTo>
                      <a:pt x="7448" y="0"/>
                    </a:moveTo>
                    <a:lnTo>
                      <a:pt x="4" y="6291"/>
                    </a:lnTo>
                    <a:lnTo>
                      <a:pt x="4" y="14605"/>
                    </a:lnTo>
                    <a:cubicBezTo>
                      <a:pt x="1" y="14913"/>
                      <a:pt x="254" y="15168"/>
                      <a:pt x="564" y="15168"/>
                    </a:cubicBezTo>
                    <a:cubicBezTo>
                      <a:pt x="566" y="15168"/>
                      <a:pt x="568" y="15168"/>
                      <a:pt x="570" y="15168"/>
                    </a:cubicBezTo>
                    <a:lnTo>
                      <a:pt x="4060" y="15168"/>
                    </a:lnTo>
                    <a:lnTo>
                      <a:pt x="4060" y="8883"/>
                    </a:lnTo>
                    <a:cubicBezTo>
                      <a:pt x="4060" y="8570"/>
                      <a:pt x="4313" y="8317"/>
                      <a:pt x="4626" y="8317"/>
                    </a:cubicBezTo>
                    <a:lnTo>
                      <a:pt x="10272" y="8317"/>
                    </a:lnTo>
                    <a:cubicBezTo>
                      <a:pt x="10582" y="8317"/>
                      <a:pt x="10835" y="8570"/>
                      <a:pt x="10835" y="8883"/>
                    </a:cubicBezTo>
                    <a:lnTo>
                      <a:pt x="10835" y="15168"/>
                    </a:lnTo>
                    <a:lnTo>
                      <a:pt x="14223" y="15168"/>
                    </a:lnTo>
                    <a:cubicBezTo>
                      <a:pt x="14225" y="15168"/>
                      <a:pt x="14227" y="15168"/>
                      <a:pt x="14228" y="15168"/>
                    </a:cubicBezTo>
                    <a:cubicBezTo>
                      <a:pt x="14539" y="15168"/>
                      <a:pt x="14792" y="14913"/>
                      <a:pt x="14789" y="14605"/>
                    </a:cubicBezTo>
                    <a:lnTo>
                      <a:pt x="14789" y="6291"/>
                    </a:lnTo>
                    <a:lnTo>
                      <a:pt x="7448" y="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256" name="Google Shape;355;p18"/>
          <p:cNvGrpSpPr/>
          <p:nvPr/>
        </p:nvGrpSpPr>
        <p:grpSpPr>
          <a:xfrm>
            <a:off x="8430840" y="2260440"/>
            <a:ext cx="281520" cy="1270440"/>
            <a:chOff x="8430840" y="2260440"/>
            <a:chExt cx="281520" cy="1270440"/>
          </a:xfrm>
        </p:grpSpPr>
        <p:sp>
          <p:nvSpPr>
            <p:cNvPr id="257" name="Google Shape;356;p18"/>
            <p:cNvSpPr/>
            <p:nvPr/>
          </p:nvSpPr>
          <p:spPr>
            <a:xfrm>
              <a:off x="8430840" y="2260440"/>
              <a:ext cx="281520" cy="479160"/>
            </a:xfrm>
            <a:custGeom>
              <a:avLst/>
              <a:gdLst/>
              <a:ahLst/>
              <a:rect l="l" t="t" r="r" b="b"/>
              <a:pathLst>
                <a:path w="11280" h="19181">
                  <a:moveTo>
                    <a:pt x="0" y="1"/>
                  </a:moveTo>
                  <a:lnTo>
                    <a:pt x="0" y="11280"/>
                  </a:lnTo>
                  <a:lnTo>
                    <a:pt x="11280" y="19180"/>
                  </a:lnTo>
                  <a:lnTo>
                    <a:pt x="11280" y="79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58" name="Google Shape;357;p18"/>
            <p:cNvSpPr/>
            <p:nvPr/>
          </p:nvSpPr>
          <p:spPr>
            <a:xfrm>
              <a:off x="8430840" y="2602800"/>
              <a:ext cx="281520" cy="294840"/>
            </a:xfrm>
            <a:custGeom>
              <a:avLst/>
              <a:gdLst/>
              <a:ahLst/>
              <a:rect l="l" t="t" r="r" b="b"/>
              <a:pathLst>
                <a:path w="11280" h="11801">
                  <a:moveTo>
                    <a:pt x="0" y="0"/>
                  </a:moveTo>
                  <a:lnTo>
                    <a:pt x="0" y="3901"/>
                  </a:lnTo>
                  <a:lnTo>
                    <a:pt x="11280" y="11801"/>
                  </a:lnTo>
                  <a:lnTo>
                    <a:pt x="11280" y="7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59" name="Google Shape;358;p18"/>
            <p:cNvSpPr/>
            <p:nvPr/>
          </p:nvSpPr>
          <p:spPr>
            <a:xfrm>
              <a:off x="8430840" y="2760840"/>
              <a:ext cx="281520" cy="294840"/>
            </a:xfrm>
            <a:custGeom>
              <a:avLst/>
              <a:gdLst/>
              <a:ahLst/>
              <a:rect l="l" t="t" r="r" b="b"/>
              <a:pathLst>
                <a:path w="11280" h="11815">
                  <a:moveTo>
                    <a:pt x="0" y="0"/>
                  </a:moveTo>
                  <a:lnTo>
                    <a:pt x="0" y="3915"/>
                  </a:lnTo>
                  <a:lnTo>
                    <a:pt x="11280" y="11815"/>
                  </a:lnTo>
                  <a:lnTo>
                    <a:pt x="11280" y="7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60" name="Google Shape;359;p18"/>
            <p:cNvSpPr/>
            <p:nvPr/>
          </p:nvSpPr>
          <p:spPr>
            <a:xfrm>
              <a:off x="8430840" y="2919240"/>
              <a:ext cx="281520" cy="294840"/>
            </a:xfrm>
            <a:custGeom>
              <a:avLst/>
              <a:gdLst/>
              <a:ahLst/>
              <a:rect l="l" t="t" r="r" b="b"/>
              <a:pathLst>
                <a:path w="11280" h="11802">
                  <a:moveTo>
                    <a:pt x="0" y="1"/>
                  </a:moveTo>
                  <a:lnTo>
                    <a:pt x="0" y="3902"/>
                  </a:lnTo>
                  <a:lnTo>
                    <a:pt x="11280" y="11801"/>
                  </a:lnTo>
                  <a:lnTo>
                    <a:pt x="11280" y="79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61" name="Google Shape;360;p18"/>
            <p:cNvSpPr/>
            <p:nvPr/>
          </p:nvSpPr>
          <p:spPr>
            <a:xfrm>
              <a:off x="8430840" y="3077640"/>
              <a:ext cx="281520" cy="295200"/>
            </a:xfrm>
            <a:custGeom>
              <a:avLst/>
              <a:gdLst/>
              <a:ahLst/>
              <a:rect l="l" t="t" r="r" b="b"/>
              <a:pathLst>
                <a:path w="11280" h="11816">
                  <a:moveTo>
                    <a:pt x="0" y="1"/>
                  </a:moveTo>
                  <a:lnTo>
                    <a:pt x="0" y="3915"/>
                  </a:lnTo>
                  <a:lnTo>
                    <a:pt x="11280" y="11815"/>
                  </a:lnTo>
                  <a:lnTo>
                    <a:pt x="11280" y="790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62" name="Google Shape;361;p18"/>
            <p:cNvSpPr/>
            <p:nvPr/>
          </p:nvSpPr>
          <p:spPr>
            <a:xfrm>
              <a:off x="8430840" y="3236040"/>
              <a:ext cx="281520" cy="294840"/>
            </a:xfrm>
            <a:custGeom>
              <a:avLst/>
              <a:gdLst/>
              <a:ahLst/>
              <a:rect l="l" t="t" r="r" b="b"/>
              <a:pathLst>
                <a:path w="11280" h="11801">
                  <a:moveTo>
                    <a:pt x="0" y="0"/>
                  </a:moveTo>
                  <a:lnTo>
                    <a:pt x="0" y="3901"/>
                  </a:lnTo>
                  <a:lnTo>
                    <a:pt x="11280" y="11801"/>
                  </a:lnTo>
                  <a:lnTo>
                    <a:pt x="11280" y="7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Click to edit </a:t>
            </a:r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the title text </a:t>
            </a:r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01" name="Google Shape;257;p15"/>
          <p:cNvGrpSpPr/>
          <p:nvPr/>
        </p:nvGrpSpPr>
        <p:grpSpPr>
          <a:xfrm>
            <a:off x="816120" y="4703400"/>
            <a:ext cx="7511400" cy="237960"/>
            <a:chOff x="816120" y="4703400"/>
            <a:chExt cx="7511400" cy="237960"/>
          </a:xfrm>
        </p:grpSpPr>
        <p:grpSp>
          <p:nvGrpSpPr>
            <p:cNvPr id="302" name="Google Shape;258;p15"/>
            <p:cNvGrpSpPr/>
            <p:nvPr/>
          </p:nvGrpSpPr>
          <p:grpSpPr>
            <a:xfrm>
              <a:off x="816120" y="4703400"/>
              <a:ext cx="7511400" cy="237960"/>
              <a:chOff x="816120" y="4703400"/>
              <a:chExt cx="7511400" cy="237960"/>
            </a:xfrm>
          </p:grpSpPr>
          <p:sp>
            <p:nvSpPr>
              <p:cNvPr id="303" name="Google Shape;259;p15"/>
              <p:cNvSpPr/>
              <p:nvPr/>
            </p:nvSpPr>
            <p:spPr>
              <a:xfrm>
                <a:off x="816120" y="4703400"/>
                <a:ext cx="7511040" cy="23796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04" name="Google Shape;260;p15"/>
              <p:cNvSpPr/>
              <p:nvPr/>
            </p:nvSpPr>
            <p:spPr>
              <a:xfrm rot="5400000">
                <a:off x="8018280" y="4631400"/>
                <a:ext cx="236880" cy="381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05" name="Google Shape;261;p15"/>
              <p:cNvSpPr/>
              <p:nvPr/>
            </p:nvSpPr>
            <p:spPr>
              <a:xfrm rot="16200000">
                <a:off x="892800" y="4768200"/>
                <a:ext cx="125280" cy="10872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06" name="Google Shape;262;p15"/>
              <p:cNvSpPr/>
              <p:nvPr/>
            </p:nvSpPr>
            <p:spPr>
              <a:xfrm flipH="1" rot="5400000">
                <a:off x="1084680" y="4768200"/>
                <a:ext cx="125280" cy="10872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07" name="Google Shape;263;p15"/>
            <p:cNvGrpSpPr/>
            <p:nvPr/>
          </p:nvGrpSpPr>
          <p:grpSpPr>
            <a:xfrm>
              <a:off x="8052120" y="4744440"/>
              <a:ext cx="158040" cy="155880"/>
              <a:chOff x="8052120" y="4744440"/>
              <a:chExt cx="158040" cy="155880"/>
            </a:xfrm>
          </p:grpSpPr>
          <p:sp>
            <p:nvSpPr>
              <p:cNvPr id="308" name="Google Shape;264;p15"/>
              <p:cNvSpPr/>
              <p:nvPr/>
            </p:nvSpPr>
            <p:spPr>
              <a:xfrm>
                <a:off x="8164080" y="4753440"/>
                <a:ext cx="26640" cy="24840"/>
              </a:xfrm>
              <a:custGeom>
                <a:avLst/>
                <a:gdLst/>
                <a:ahLst/>
                <a:rect l="l" t="t" r="r" b="b"/>
                <a:pathLst>
                  <a:path w="3326" h="3130">
                    <a:moveTo>
                      <a:pt x="482" y="1"/>
                    </a:moveTo>
                    <a:cubicBezTo>
                      <a:pt x="280" y="1"/>
                      <a:pt x="95" y="114"/>
                      <a:pt x="1" y="293"/>
                    </a:cubicBezTo>
                    <a:lnTo>
                      <a:pt x="3322" y="3130"/>
                    </a:lnTo>
                    <a:lnTo>
                      <a:pt x="3322" y="564"/>
                    </a:lnTo>
                    <a:cubicBezTo>
                      <a:pt x="3325" y="253"/>
                      <a:pt x="3072" y="1"/>
                      <a:pt x="2761" y="1"/>
                    </a:cubicBezTo>
                    <a:cubicBezTo>
                      <a:pt x="2760" y="1"/>
                      <a:pt x="2758" y="1"/>
                      <a:pt x="2756" y="1"/>
                    </a:cubicBezTo>
                    <a:lnTo>
                      <a:pt x="497" y="1"/>
                    </a:lnTo>
                    <a:cubicBezTo>
                      <a:pt x="492" y="1"/>
                      <a:pt x="487" y="1"/>
                      <a:pt x="48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09" name="Google Shape;265;p15"/>
              <p:cNvSpPr/>
              <p:nvPr/>
            </p:nvSpPr>
            <p:spPr>
              <a:xfrm>
                <a:off x="8113320" y="4854240"/>
                <a:ext cx="36360" cy="46080"/>
              </a:xfrm>
              <a:custGeom>
                <a:avLst/>
                <a:gdLst/>
                <a:ahLst/>
                <a:rect l="l" t="t" r="r" b="b"/>
                <a:pathLst>
                  <a:path w="4518" h="5722">
                    <a:moveTo>
                      <a:pt x="2822" y="1130"/>
                    </a:moveTo>
                    <a:cubicBezTo>
                      <a:pt x="3325" y="1130"/>
                      <a:pt x="3578" y="1738"/>
                      <a:pt x="3222" y="2093"/>
                    </a:cubicBezTo>
                    <a:cubicBezTo>
                      <a:pt x="3106" y="2209"/>
                      <a:pt x="2964" y="2260"/>
                      <a:pt x="2825" y="2260"/>
                    </a:cubicBezTo>
                    <a:cubicBezTo>
                      <a:pt x="2535" y="2260"/>
                      <a:pt x="2259" y="2036"/>
                      <a:pt x="2259" y="1696"/>
                    </a:cubicBezTo>
                    <a:cubicBezTo>
                      <a:pt x="2259" y="1383"/>
                      <a:pt x="2509" y="1130"/>
                      <a:pt x="2822" y="1130"/>
                    </a:cubicBezTo>
                    <a:close/>
                    <a:moveTo>
                      <a:pt x="0" y="1"/>
                    </a:moveTo>
                    <a:lnTo>
                      <a:pt x="0" y="5722"/>
                    </a:lnTo>
                    <a:lnTo>
                      <a:pt x="4517" y="5722"/>
                    </a:lnTo>
                    <a:lnTo>
                      <a:pt x="4517" y="1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10" name="Google Shape;266;p15"/>
              <p:cNvSpPr/>
              <p:nvPr/>
            </p:nvSpPr>
            <p:spPr>
              <a:xfrm>
                <a:off x="8122320" y="4808520"/>
                <a:ext cx="18000" cy="18000"/>
              </a:xfrm>
              <a:custGeom>
                <a:avLst/>
                <a:gdLst/>
                <a:ahLst/>
                <a:rect l="l" t="t" r="r" b="b"/>
                <a:pathLst>
                  <a:path w="2259" h="2259">
                    <a:moveTo>
                      <a:pt x="0" y="0"/>
                    </a:moveTo>
                    <a:lnTo>
                      <a:pt x="0" y="2259"/>
                    </a:lnTo>
                    <a:lnTo>
                      <a:pt x="2259" y="2259"/>
                    </a:lnTo>
                    <a:lnTo>
                      <a:pt x="2259" y="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11" name="Google Shape;267;p15"/>
              <p:cNvSpPr/>
              <p:nvPr/>
            </p:nvSpPr>
            <p:spPr>
              <a:xfrm>
                <a:off x="8052120" y="4744440"/>
                <a:ext cx="158040" cy="76680"/>
              </a:xfrm>
              <a:custGeom>
                <a:avLst/>
                <a:gdLst/>
                <a:ahLst/>
                <a:rect l="l" t="t" r="r" b="b"/>
                <a:pathLst>
                  <a:path w="19529" h="9513">
                    <a:moveTo>
                      <a:pt x="9821" y="0"/>
                    </a:moveTo>
                    <a:cubicBezTo>
                      <a:pt x="9559" y="0"/>
                      <a:pt x="9297" y="92"/>
                      <a:pt x="9086" y="276"/>
                    </a:cubicBezTo>
                    <a:lnTo>
                      <a:pt x="531" y="7521"/>
                    </a:lnTo>
                    <a:cubicBezTo>
                      <a:pt x="61" y="7921"/>
                      <a:pt x="1" y="8626"/>
                      <a:pt x="395" y="9099"/>
                    </a:cubicBezTo>
                    <a:cubicBezTo>
                      <a:pt x="620" y="9369"/>
                      <a:pt x="942" y="9508"/>
                      <a:pt x="1266" y="9508"/>
                    </a:cubicBezTo>
                    <a:cubicBezTo>
                      <a:pt x="1525" y="9508"/>
                      <a:pt x="1785" y="9419"/>
                      <a:pt x="1997" y="9237"/>
                    </a:cubicBezTo>
                    <a:lnTo>
                      <a:pt x="9821" y="2622"/>
                    </a:lnTo>
                    <a:lnTo>
                      <a:pt x="17544" y="9240"/>
                    </a:lnTo>
                    <a:cubicBezTo>
                      <a:pt x="17759" y="9425"/>
                      <a:pt x="18019" y="9513"/>
                      <a:pt x="18278" y="9513"/>
                    </a:cubicBezTo>
                    <a:cubicBezTo>
                      <a:pt x="18661" y="9513"/>
                      <a:pt x="19039" y="9318"/>
                      <a:pt x="19252" y="8954"/>
                    </a:cubicBezTo>
                    <a:cubicBezTo>
                      <a:pt x="19529" y="8482"/>
                      <a:pt x="19430" y="7879"/>
                      <a:pt x="19014" y="7524"/>
                    </a:cubicBezTo>
                    <a:lnTo>
                      <a:pt x="10555" y="276"/>
                    </a:lnTo>
                    <a:cubicBezTo>
                      <a:pt x="10345" y="92"/>
                      <a:pt x="10083" y="0"/>
                      <a:pt x="982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12" name="Google Shape;268;p15"/>
              <p:cNvSpPr/>
              <p:nvPr/>
            </p:nvSpPr>
            <p:spPr>
              <a:xfrm>
                <a:off x="8071200" y="4777560"/>
                <a:ext cx="119520" cy="122400"/>
              </a:xfrm>
              <a:custGeom>
                <a:avLst/>
                <a:gdLst/>
                <a:ahLst/>
                <a:rect l="l" t="t" r="r" b="b"/>
                <a:pathLst>
                  <a:path w="14792" h="15168">
                    <a:moveTo>
                      <a:pt x="9143" y="2671"/>
                    </a:moveTo>
                    <a:cubicBezTo>
                      <a:pt x="9453" y="2671"/>
                      <a:pt x="9706" y="2924"/>
                      <a:pt x="9706" y="3237"/>
                    </a:cubicBezTo>
                    <a:lnTo>
                      <a:pt x="9706" y="6625"/>
                    </a:lnTo>
                    <a:cubicBezTo>
                      <a:pt x="9706" y="6935"/>
                      <a:pt x="9453" y="7188"/>
                      <a:pt x="9143" y="7188"/>
                    </a:cubicBezTo>
                    <a:lnTo>
                      <a:pt x="5755" y="7188"/>
                    </a:lnTo>
                    <a:cubicBezTo>
                      <a:pt x="5442" y="7188"/>
                      <a:pt x="5189" y="6935"/>
                      <a:pt x="5189" y="6625"/>
                    </a:cubicBezTo>
                    <a:lnTo>
                      <a:pt x="5189" y="3237"/>
                    </a:lnTo>
                    <a:cubicBezTo>
                      <a:pt x="5189" y="2924"/>
                      <a:pt x="5442" y="2671"/>
                      <a:pt x="5755" y="2671"/>
                    </a:cubicBezTo>
                    <a:close/>
                    <a:moveTo>
                      <a:pt x="7448" y="0"/>
                    </a:moveTo>
                    <a:lnTo>
                      <a:pt x="4" y="6291"/>
                    </a:lnTo>
                    <a:lnTo>
                      <a:pt x="4" y="14605"/>
                    </a:lnTo>
                    <a:cubicBezTo>
                      <a:pt x="1" y="14913"/>
                      <a:pt x="254" y="15168"/>
                      <a:pt x="564" y="15168"/>
                    </a:cubicBezTo>
                    <a:cubicBezTo>
                      <a:pt x="566" y="15168"/>
                      <a:pt x="568" y="15168"/>
                      <a:pt x="570" y="15168"/>
                    </a:cubicBezTo>
                    <a:lnTo>
                      <a:pt x="4060" y="15168"/>
                    </a:lnTo>
                    <a:lnTo>
                      <a:pt x="4060" y="8883"/>
                    </a:lnTo>
                    <a:cubicBezTo>
                      <a:pt x="4060" y="8570"/>
                      <a:pt x="4313" y="8317"/>
                      <a:pt x="4626" y="8317"/>
                    </a:cubicBezTo>
                    <a:lnTo>
                      <a:pt x="10272" y="8317"/>
                    </a:lnTo>
                    <a:cubicBezTo>
                      <a:pt x="10582" y="8317"/>
                      <a:pt x="10835" y="8570"/>
                      <a:pt x="10835" y="8883"/>
                    </a:cubicBezTo>
                    <a:lnTo>
                      <a:pt x="10835" y="15168"/>
                    </a:lnTo>
                    <a:lnTo>
                      <a:pt x="14223" y="15168"/>
                    </a:lnTo>
                    <a:cubicBezTo>
                      <a:pt x="14225" y="15168"/>
                      <a:pt x="14227" y="15168"/>
                      <a:pt x="14228" y="15168"/>
                    </a:cubicBezTo>
                    <a:cubicBezTo>
                      <a:pt x="14539" y="15168"/>
                      <a:pt x="14792" y="14913"/>
                      <a:pt x="14789" y="14605"/>
                    </a:cubicBezTo>
                    <a:lnTo>
                      <a:pt x="14789" y="6291"/>
                    </a:lnTo>
                    <a:lnTo>
                      <a:pt x="7448" y="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sp>
        <p:nvSpPr>
          <p:cNvPr id="313" name="Google Shape;269;p15"/>
          <p:cNvSpPr/>
          <p:nvPr/>
        </p:nvSpPr>
        <p:spPr>
          <a:xfrm>
            <a:off x="104760" y="1705320"/>
            <a:ext cx="391320" cy="391680"/>
          </a:xfrm>
          <a:custGeom>
            <a:avLst/>
            <a:gdLst/>
            <a:ahLst/>
            <a:rect l="l" t="t" r="r" b="b"/>
            <a:pathLst>
              <a:path w="23166" h="23180">
                <a:moveTo>
                  <a:pt x="5704" y="1"/>
                </a:moveTo>
                <a:lnTo>
                  <a:pt x="1" y="5704"/>
                </a:lnTo>
                <a:lnTo>
                  <a:pt x="5873" y="11590"/>
                </a:lnTo>
                <a:lnTo>
                  <a:pt x="1" y="17476"/>
                </a:lnTo>
                <a:lnTo>
                  <a:pt x="5704" y="23179"/>
                </a:lnTo>
                <a:lnTo>
                  <a:pt x="11576" y="17293"/>
                </a:lnTo>
                <a:lnTo>
                  <a:pt x="17462" y="23179"/>
                </a:lnTo>
                <a:lnTo>
                  <a:pt x="23165" y="17476"/>
                </a:lnTo>
                <a:lnTo>
                  <a:pt x="17279" y="11590"/>
                </a:lnTo>
                <a:lnTo>
                  <a:pt x="23165" y="5704"/>
                </a:lnTo>
                <a:lnTo>
                  <a:pt x="17462" y="1"/>
                </a:lnTo>
                <a:lnTo>
                  <a:pt x="11576" y="5887"/>
                </a:lnTo>
                <a:lnTo>
                  <a:pt x="5704" y="1"/>
                </a:lnTo>
                <a:close/>
              </a:path>
            </a:pathLst>
          </a:custGeom>
          <a:solidFill>
            <a:schemeClr val="dk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grpSp>
        <p:nvGrpSpPr>
          <p:cNvPr id="314" name="Google Shape;270;p15"/>
          <p:cNvGrpSpPr/>
          <p:nvPr/>
        </p:nvGrpSpPr>
        <p:grpSpPr>
          <a:xfrm>
            <a:off x="8669160" y="2907720"/>
            <a:ext cx="281520" cy="1270080"/>
            <a:chOff x="8669160" y="2907720"/>
            <a:chExt cx="281520" cy="1270080"/>
          </a:xfrm>
        </p:grpSpPr>
        <p:sp>
          <p:nvSpPr>
            <p:cNvPr id="315" name="Google Shape;271;p15"/>
            <p:cNvSpPr/>
            <p:nvPr/>
          </p:nvSpPr>
          <p:spPr>
            <a:xfrm>
              <a:off x="8669160" y="2907720"/>
              <a:ext cx="281520" cy="479160"/>
            </a:xfrm>
            <a:custGeom>
              <a:avLst/>
              <a:gdLst/>
              <a:ahLst/>
              <a:rect l="l" t="t" r="r" b="b"/>
              <a:pathLst>
                <a:path w="11280" h="19181">
                  <a:moveTo>
                    <a:pt x="0" y="1"/>
                  </a:moveTo>
                  <a:lnTo>
                    <a:pt x="0" y="11280"/>
                  </a:lnTo>
                  <a:lnTo>
                    <a:pt x="11280" y="19180"/>
                  </a:lnTo>
                  <a:lnTo>
                    <a:pt x="11280" y="79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16" name="Google Shape;272;p15"/>
            <p:cNvSpPr/>
            <p:nvPr/>
          </p:nvSpPr>
          <p:spPr>
            <a:xfrm>
              <a:off x="8669160" y="3250080"/>
              <a:ext cx="281520" cy="294840"/>
            </a:xfrm>
            <a:custGeom>
              <a:avLst/>
              <a:gdLst/>
              <a:ahLst/>
              <a:rect l="l" t="t" r="r" b="b"/>
              <a:pathLst>
                <a:path w="11280" h="11801">
                  <a:moveTo>
                    <a:pt x="0" y="0"/>
                  </a:moveTo>
                  <a:lnTo>
                    <a:pt x="0" y="3901"/>
                  </a:lnTo>
                  <a:lnTo>
                    <a:pt x="11280" y="11801"/>
                  </a:lnTo>
                  <a:lnTo>
                    <a:pt x="11280" y="7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17" name="Google Shape;273;p15"/>
            <p:cNvSpPr/>
            <p:nvPr/>
          </p:nvSpPr>
          <p:spPr>
            <a:xfrm>
              <a:off x="8669160" y="3408120"/>
              <a:ext cx="281520" cy="294840"/>
            </a:xfrm>
            <a:custGeom>
              <a:avLst/>
              <a:gdLst/>
              <a:ahLst/>
              <a:rect l="l" t="t" r="r" b="b"/>
              <a:pathLst>
                <a:path w="11280" h="11815">
                  <a:moveTo>
                    <a:pt x="0" y="0"/>
                  </a:moveTo>
                  <a:lnTo>
                    <a:pt x="0" y="3915"/>
                  </a:lnTo>
                  <a:lnTo>
                    <a:pt x="11280" y="11815"/>
                  </a:lnTo>
                  <a:lnTo>
                    <a:pt x="11280" y="7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18" name="Google Shape;274;p15"/>
            <p:cNvSpPr/>
            <p:nvPr/>
          </p:nvSpPr>
          <p:spPr>
            <a:xfrm>
              <a:off x="8669160" y="3566520"/>
              <a:ext cx="281520" cy="294840"/>
            </a:xfrm>
            <a:custGeom>
              <a:avLst/>
              <a:gdLst/>
              <a:ahLst/>
              <a:rect l="l" t="t" r="r" b="b"/>
              <a:pathLst>
                <a:path w="11280" h="11802">
                  <a:moveTo>
                    <a:pt x="0" y="1"/>
                  </a:moveTo>
                  <a:lnTo>
                    <a:pt x="0" y="3902"/>
                  </a:lnTo>
                  <a:lnTo>
                    <a:pt x="11280" y="11801"/>
                  </a:lnTo>
                  <a:lnTo>
                    <a:pt x="11280" y="79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19" name="Google Shape;275;p15"/>
            <p:cNvSpPr/>
            <p:nvPr/>
          </p:nvSpPr>
          <p:spPr>
            <a:xfrm>
              <a:off x="8669160" y="3724560"/>
              <a:ext cx="281520" cy="295200"/>
            </a:xfrm>
            <a:custGeom>
              <a:avLst/>
              <a:gdLst/>
              <a:ahLst/>
              <a:rect l="l" t="t" r="r" b="b"/>
              <a:pathLst>
                <a:path w="11280" h="11816">
                  <a:moveTo>
                    <a:pt x="0" y="1"/>
                  </a:moveTo>
                  <a:lnTo>
                    <a:pt x="0" y="3915"/>
                  </a:lnTo>
                  <a:lnTo>
                    <a:pt x="11280" y="11815"/>
                  </a:lnTo>
                  <a:lnTo>
                    <a:pt x="11280" y="790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20" name="Google Shape;276;p15"/>
            <p:cNvSpPr/>
            <p:nvPr/>
          </p:nvSpPr>
          <p:spPr>
            <a:xfrm>
              <a:off x="8669160" y="3882960"/>
              <a:ext cx="281520" cy="294840"/>
            </a:xfrm>
            <a:custGeom>
              <a:avLst/>
              <a:gdLst/>
              <a:ahLst/>
              <a:rect l="l" t="t" r="r" b="b"/>
              <a:pathLst>
                <a:path w="11280" h="11801">
                  <a:moveTo>
                    <a:pt x="0" y="0"/>
                  </a:moveTo>
                  <a:lnTo>
                    <a:pt x="0" y="3901"/>
                  </a:lnTo>
                  <a:lnTo>
                    <a:pt x="11280" y="11801"/>
                  </a:lnTo>
                  <a:lnTo>
                    <a:pt x="11280" y="7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Google Shape;111;p7" descr=""/>
          <p:cNvPicPr/>
          <p:nvPr/>
        </p:nvPicPr>
        <p:blipFill>
          <a:blip r:embed="rId2"/>
          <a:stretch/>
        </p:blipFill>
        <p:spPr>
          <a:xfrm>
            <a:off x="7570440" y="-123480"/>
            <a:ext cx="2002320" cy="1823400"/>
          </a:xfrm>
          <a:prstGeom prst="rect">
            <a:avLst/>
          </a:prstGeom>
          <a:ln w="0">
            <a:noFill/>
          </a:ln>
        </p:spPr>
      </p:pic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1179720" y="865800"/>
            <a:ext cx="3363840" cy="1116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Click to edit </a:t>
            </a:r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the title text </a:t>
            </a:r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 type="body"/>
          </p:nvPr>
        </p:nvSpPr>
        <p:spPr>
          <a:xfrm>
            <a:off x="5402880" y="704160"/>
            <a:ext cx="2560680" cy="3734640"/>
          </a:xfrm>
          <a:prstGeom prst="rect">
            <a:avLst/>
          </a:prstGeom>
          <a:noFill/>
          <a:ln w="9360">
            <a:solidFill>
              <a:srgbClr val="ffffff"/>
            </a:solidFill>
            <a:round/>
          </a:ln>
        </p:spPr>
        <p:txBody>
          <a:bodyPr lIns="90000" rIns="90000" tIns="45000" bIns="45000" anchor="t">
            <a:normAutofit fontScale="53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61" name="Google Shape;115;p7"/>
          <p:cNvGrpSpPr/>
          <p:nvPr/>
        </p:nvGrpSpPr>
        <p:grpSpPr>
          <a:xfrm>
            <a:off x="816120" y="4703400"/>
            <a:ext cx="7511400" cy="237960"/>
            <a:chOff x="816120" y="4703400"/>
            <a:chExt cx="7511400" cy="237960"/>
          </a:xfrm>
        </p:grpSpPr>
        <p:grpSp>
          <p:nvGrpSpPr>
            <p:cNvPr id="362" name="Google Shape;116;p7"/>
            <p:cNvGrpSpPr/>
            <p:nvPr/>
          </p:nvGrpSpPr>
          <p:grpSpPr>
            <a:xfrm>
              <a:off x="816120" y="4703400"/>
              <a:ext cx="7511400" cy="237960"/>
              <a:chOff x="816120" y="4703400"/>
              <a:chExt cx="7511400" cy="237960"/>
            </a:xfrm>
          </p:grpSpPr>
          <p:sp>
            <p:nvSpPr>
              <p:cNvPr id="363" name="Google Shape;117;p7"/>
              <p:cNvSpPr/>
              <p:nvPr/>
            </p:nvSpPr>
            <p:spPr>
              <a:xfrm>
                <a:off x="816120" y="4703400"/>
                <a:ext cx="7511040" cy="23796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64" name="Google Shape;118;p7"/>
              <p:cNvSpPr/>
              <p:nvPr/>
            </p:nvSpPr>
            <p:spPr>
              <a:xfrm rot="5400000">
                <a:off x="8018280" y="4631400"/>
                <a:ext cx="236880" cy="381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65" name="Google Shape;119;p7"/>
              <p:cNvSpPr/>
              <p:nvPr/>
            </p:nvSpPr>
            <p:spPr>
              <a:xfrm rot="16200000">
                <a:off x="892800" y="4768200"/>
                <a:ext cx="125280" cy="10872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66" name="Google Shape;120;p7"/>
              <p:cNvSpPr/>
              <p:nvPr/>
            </p:nvSpPr>
            <p:spPr>
              <a:xfrm flipH="1" rot="5400000">
                <a:off x="1084680" y="4768200"/>
                <a:ext cx="125280" cy="10872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67" name="Google Shape;121;p7"/>
            <p:cNvGrpSpPr/>
            <p:nvPr/>
          </p:nvGrpSpPr>
          <p:grpSpPr>
            <a:xfrm>
              <a:off x="8052120" y="4744440"/>
              <a:ext cx="158040" cy="155880"/>
              <a:chOff x="8052120" y="4744440"/>
              <a:chExt cx="158040" cy="155880"/>
            </a:xfrm>
          </p:grpSpPr>
          <p:sp>
            <p:nvSpPr>
              <p:cNvPr id="368" name="Google Shape;122;p7"/>
              <p:cNvSpPr/>
              <p:nvPr/>
            </p:nvSpPr>
            <p:spPr>
              <a:xfrm>
                <a:off x="8164080" y="4753440"/>
                <a:ext cx="26640" cy="24840"/>
              </a:xfrm>
              <a:custGeom>
                <a:avLst/>
                <a:gdLst/>
                <a:ahLst/>
                <a:rect l="l" t="t" r="r" b="b"/>
                <a:pathLst>
                  <a:path w="3326" h="3130">
                    <a:moveTo>
                      <a:pt x="482" y="1"/>
                    </a:moveTo>
                    <a:cubicBezTo>
                      <a:pt x="280" y="1"/>
                      <a:pt x="95" y="114"/>
                      <a:pt x="1" y="293"/>
                    </a:cubicBezTo>
                    <a:lnTo>
                      <a:pt x="3322" y="3130"/>
                    </a:lnTo>
                    <a:lnTo>
                      <a:pt x="3322" y="564"/>
                    </a:lnTo>
                    <a:cubicBezTo>
                      <a:pt x="3325" y="253"/>
                      <a:pt x="3072" y="1"/>
                      <a:pt x="2761" y="1"/>
                    </a:cubicBezTo>
                    <a:cubicBezTo>
                      <a:pt x="2760" y="1"/>
                      <a:pt x="2758" y="1"/>
                      <a:pt x="2756" y="1"/>
                    </a:cubicBezTo>
                    <a:lnTo>
                      <a:pt x="497" y="1"/>
                    </a:lnTo>
                    <a:cubicBezTo>
                      <a:pt x="492" y="1"/>
                      <a:pt x="487" y="1"/>
                      <a:pt x="48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69" name="Google Shape;123;p7"/>
              <p:cNvSpPr/>
              <p:nvPr/>
            </p:nvSpPr>
            <p:spPr>
              <a:xfrm>
                <a:off x="8113320" y="4854240"/>
                <a:ext cx="36360" cy="46080"/>
              </a:xfrm>
              <a:custGeom>
                <a:avLst/>
                <a:gdLst/>
                <a:ahLst/>
                <a:rect l="l" t="t" r="r" b="b"/>
                <a:pathLst>
                  <a:path w="4518" h="5722">
                    <a:moveTo>
                      <a:pt x="2822" y="1130"/>
                    </a:moveTo>
                    <a:cubicBezTo>
                      <a:pt x="3325" y="1130"/>
                      <a:pt x="3578" y="1738"/>
                      <a:pt x="3222" y="2093"/>
                    </a:cubicBezTo>
                    <a:cubicBezTo>
                      <a:pt x="3106" y="2209"/>
                      <a:pt x="2964" y="2260"/>
                      <a:pt x="2825" y="2260"/>
                    </a:cubicBezTo>
                    <a:cubicBezTo>
                      <a:pt x="2535" y="2260"/>
                      <a:pt x="2259" y="2036"/>
                      <a:pt x="2259" y="1696"/>
                    </a:cubicBezTo>
                    <a:cubicBezTo>
                      <a:pt x="2259" y="1383"/>
                      <a:pt x="2509" y="1130"/>
                      <a:pt x="2822" y="1130"/>
                    </a:cubicBezTo>
                    <a:close/>
                    <a:moveTo>
                      <a:pt x="0" y="1"/>
                    </a:moveTo>
                    <a:lnTo>
                      <a:pt x="0" y="5722"/>
                    </a:lnTo>
                    <a:lnTo>
                      <a:pt x="4517" y="5722"/>
                    </a:lnTo>
                    <a:lnTo>
                      <a:pt x="4517" y="1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70" name="Google Shape;124;p7"/>
              <p:cNvSpPr/>
              <p:nvPr/>
            </p:nvSpPr>
            <p:spPr>
              <a:xfrm>
                <a:off x="8122320" y="4808520"/>
                <a:ext cx="18000" cy="18000"/>
              </a:xfrm>
              <a:custGeom>
                <a:avLst/>
                <a:gdLst/>
                <a:ahLst/>
                <a:rect l="l" t="t" r="r" b="b"/>
                <a:pathLst>
                  <a:path w="2259" h="2259">
                    <a:moveTo>
                      <a:pt x="0" y="0"/>
                    </a:moveTo>
                    <a:lnTo>
                      <a:pt x="0" y="2259"/>
                    </a:lnTo>
                    <a:lnTo>
                      <a:pt x="2259" y="2259"/>
                    </a:lnTo>
                    <a:lnTo>
                      <a:pt x="2259" y="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71" name="Google Shape;125;p7"/>
              <p:cNvSpPr/>
              <p:nvPr/>
            </p:nvSpPr>
            <p:spPr>
              <a:xfrm>
                <a:off x="8052120" y="4744440"/>
                <a:ext cx="158040" cy="76680"/>
              </a:xfrm>
              <a:custGeom>
                <a:avLst/>
                <a:gdLst/>
                <a:ahLst/>
                <a:rect l="l" t="t" r="r" b="b"/>
                <a:pathLst>
                  <a:path w="19529" h="9513">
                    <a:moveTo>
                      <a:pt x="9821" y="0"/>
                    </a:moveTo>
                    <a:cubicBezTo>
                      <a:pt x="9559" y="0"/>
                      <a:pt x="9297" y="92"/>
                      <a:pt x="9086" y="276"/>
                    </a:cubicBezTo>
                    <a:lnTo>
                      <a:pt x="531" y="7521"/>
                    </a:lnTo>
                    <a:cubicBezTo>
                      <a:pt x="61" y="7921"/>
                      <a:pt x="1" y="8626"/>
                      <a:pt x="395" y="9099"/>
                    </a:cubicBezTo>
                    <a:cubicBezTo>
                      <a:pt x="620" y="9369"/>
                      <a:pt x="942" y="9508"/>
                      <a:pt x="1266" y="9508"/>
                    </a:cubicBezTo>
                    <a:cubicBezTo>
                      <a:pt x="1525" y="9508"/>
                      <a:pt x="1785" y="9419"/>
                      <a:pt x="1997" y="9237"/>
                    </a:cubicBezTo>
                    <a:lnTo>
                      <a:pt x="9821" y="2622"/>
                    </a:lnTo>
                    <a:lnTo>
                      <a:pt x="17544" y="9240"/>
                    </a:lnTo>
                    <a:cubicBezTo>
                      <a:pt x="17759" y="9425"/>
                      <a:pt x="18019" y="9513"/>
                      <a:pt x="18278" y="9513"/>
                    </a:cubicBezTo>
                    <a:cubicBezTo>
                      <a:pt x="18661" y="9513"/>
                      <a:pt x="19039" y="9318"/>
                      <a:pt x="19252" y="8954"/>
                    </a:cubicBezTo>
                    <a:cubicBezTo>
                      <a:pt x="19529" y="8482"/>
                      <a:pt x="19430" y="7879"/>
                      <a:pt x="19014" y="7524"/>
                    </a:cubicBezTo>
                    <a:lnTo>
                      <a:pt x="10555" y="276"/>
                    </a:lnTo>
                    <a:cubicBezTo>
                      <a:pt x="10345" y="92"/>
                      <a:pt x="10083" y="0"/>
                      <a:pt x="982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72" name="Google Shape;126;p7"/>
              <p:cNvSpPr/>
              <p:nvPr/>
            </p:nvSpPr>
            <p:spPr>
              <a:xfrm>
                <a:off x="8071200" y="4777560"/>
                <a:ext cx="119520" cy="122400"/>
              </a:xfrm>
              <a:custGeom>
                <a:avLst/>
                <a:gdLst/>
                <a:ahLst/>
                <a:rect l="l" t="t" r="r" b="b"/>
                <a:pathLst>
                  <a:path w="14792" h="15168">
                    <a:moveTo>
                      <a:pt x="9143" y="2671"/>
                    </a:moveTo>
                    <a:cubicBezTo>
                      <a:pt x="9453" y="2671"/>
                      <a:pt x="9706" y="2924"/>
                      <a:pt x="9706" y="3237"/>
                    </a:cubicBezTo>
                    <a:lnTo>
                      <a:pt x="9706" y="6625"/>
                    </a:lnTo>
                    <a:cubicBezTo>
                      <a:pt x="9706" y="6935"/>
                      <a:pt x="9453" y="7188"/>
                      <a:pt x="9143" y="7188"/>
                    </a:cubicBezTo>
                    <a:lnTo>
                      <a:pt x="5755" y="7188"/>
                    </a:lnTo>
                    <a:cubicBezTo>
                      <a:pt x="5442" y="7188"/>
                      <a:pt x="5189" y="6935"/>
                      <a:pt x="5189" y="6625"/>
                    </a:cubicBezTo>
                    <a:lnTo>
                      <a:pt x="5189" y="3237"/>
                    </a:lnTo>
                    <a:cubicBezTo>
                      <a:pt x="5189" y="2924"/>
                      <a:pt x="5442" y="2671"/>
                      <a:pt x="5755" y="2671"/>
                    </a:cubicBezTo>
                    <a:close/>
                    <a:moveTo>
                      <a:pt x="7448" y="0"/>
                    </a:moveTo>
                    <a:lnTo>
                      <a:pt x="4" y="6291"/>
                    </a:lnTo>
                    <a:lnTo>
                      <a:pt x="4" y="14605"/>
                    </a:lnTo>
                    <a:cubicBezTo>
                      <a:pt x="1" y="14913"/>
                      <a:pt x="254" y="15168"/>
                      <a:pt x="564" y="15168"/>
                    </a:cubicBezTo>
                    <a:cubicBezTo>
                      <a:pt x="566" y="15168"/>
                      <a:pt x="568" y="15168"/>
                      <a:pt x="570" y="15168"/>
                    </a:cubicBezTo>
                    <a:lnTo>
                      <a:pt x="4060" y="15168"/>
                    </a:lnTo>
                    <a:lnTo>
                      <a:pt x="4060" y="8883"/>
                    </a:lnTo>
                    <a:cubicBezTo>
                      <a:pt x="4060" y="8570"/>
                      <a:pt x="4313" y="8317"/>
                      <a:pt x="4626" y="8317"/>
                    </a:cubicBezTo>
                    <a:lnTo>
                      <a:pt x="10272" y="8317"/>
                    </a:lnTo>
                    <a:cubicBezTo>
                      <a:pt x="10582" y="8317"/>
                      <a:pt x="10835" y="8570"/>
                      <a:pt x="10835" y="8883"/>
                    </a:cubicBezTo>
                    <a:lnTo>
                      <a:pt x="10835" y="15168"/>
                    </a:lnTo>
                    <a:lnTo>
                      <a:pt x="14223" y="15168"/>
                    </a:lnTo>
                    <a:cubicBezTo>
                      <a:pt x="14225" y="15168"/>
                      <a:pt x="14227" y="15168"/>
                      <a:pt x="14228" y="15168"/>
                    </a:cubicBezTo>
                    <a:cubicBezTo>
                      <a:pt x="14539" y="15168"/>
                      <a:pt x="14792" y="14913"/>
                      <a:pt x="14789" y="14605"/>
                    </a:cubicBezTo>
                    <a:lnTo>
                      <a:pt x="14789" y="6291"/>
                    </a:lnTo>
                    <a:lnTo>
                      <a:pt x="7448" y="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373" name="Google Shape;127;p7"/>
          <p:cNvGrpSpPr/>
          <p:nvPr/>
        </p:nvGrpSpPr>
        <p:grpSpPr>
          <a:xfrm>
            <a:off x="8430840" y="2919240"/>
            <a:ext cx="281520" cy="1270440"/>
            <a:chOff x="8430840" y="2919240"/>
            <a:chExt cx="281520" cy="1270440"/>
          </a:xfrm>
        </p:grpSpPr>
        <p:sp>
          <p:nvSpPr>
            <p:cNvPr id="374" name="Google Shape;128;p7"/>
            <p:cNvSpPr/>
            <p:nvPr/>
          </p:nvSpPr>
          <p:spPr>
            <a:xfrm flipH="1">
              <a:off x="8430840" y="2919240"/>
              <a:ext cx="281520" cy="479160"/>
            </a:xfrm>
            <a:custGeom>
              <a:avLst/>
              <a:gdLst/>
              <a:ahLst/>
              <a:rect l="l" t="t" r="r" b="b"/>
              <a:pathLst>
                <a:path w="11280" h="19181">
                  <a:moveTo>
                    <a:pt x="0" y="1"/>
                  </a:moveTo>
                  <a:lnTo>
                    <a:pt x="0" y="11280"/>
                  </a:lnTo>
                  <a:lnTo>
                    <a:pt x="11280" y="19180"/>
                  </a:lnTo>
                  <a:lnTo>
                    <a:pt x="11280" y="79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75" name="Google Shape;129;p7"/>
            <p:cNvSpPr/>
            <p:nvPr/>
          </p:nvSpPr>
          <p:spPr>
            <a:xfrm flipH="1">
              <a:off x="8430840" y="3261960"/>
              <a:ext cx="281520" cy="294840"/>
            </a:xfrm>
            <a:custGeom>
              <a:avLst/>
              <a:gdLst/>
              <a:ahLst/>
              <a:rect l="l" t="t" r="r" b="b"/>
              <a:pathLst>
                <a:path w="11280" h="11801">
                  <a:moveTo>
                    <a:pt x="0" y="0"/>
                  </a:moveTo>
                  <a:lnTo>
                    <a:pt x="0" y="3901"/>
                  </a:lnTo>
                  <a:lnTo>
                    <a:pt x="11280" y="11801"/>
                  </a:lnTo>
                  <a:lnTo>
                    <a:pt x="11280" y="7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76" name="Google Shape;130;p7"/>
            <p:cNvSpPr/>
            <p:nvPr/>
          </p:nvSpPr>
          <p:spPr>
            <a:xfrm flipH="1">
              <a:off x="8430840" y="3420000"/>
              <a:ext cx="281520" cy="294840"/>
            </a:xfrm>
            <a:custGeom>
              <a:avLst/>
              <a:gdLst/>
              <a:ahLst/>
              <a:rect l="l" t="t" r="r" b="b"/>
              <a:pathLst>
                <a:path w="11280" h="11815">
                  <a:moveTo>
                    <a:pt x="0" y="0"/>
                  </a:moveTo>
                  <a:lnTo>
                    <a:pt x="0" y="3915"/>
                  </a:lnTo>
                  <a:lnTo>
                    <a:pt x="11280" y="11815"/>
                  </a:lnTo>
                  <a:lnTo>
                    <a:pt x="11280" y="7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77" name="Google Shape;131;p7"/>
            <p:cNvSpPr/>
            <p:nvPr/>
          </p:nvSpPr>
          <p:spPr>
            <a:xfrm flipH="1">
              <a:off x="8430840" y="3578400"/>
              <a:ext cx="281520" cy="294840"/>
            </a:xfrm>
            <a:custGeom>
              <a:avLst/>
              <a:gdLst/>
              <a:ahLst/>
              <a:rect l="l" t="t" r="r" b="b"/>
              <a:pathLst>
                <a:path w="11280" h="11802">
                  <a:moveTo>
                    <a:pt x="0" y="1"/>
                  </a:moveTo>
                  <a:lnTo>
                    <a:pt x="0" y="3902"/>
                  </a:lnTo>
                  <a:lnTo>
                    <a:pt x="11280" y="11801"/>
                  </a:lnTo>
                  <a:lnTo>
                    <a:pt x="11280" y="79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78" name="Google Shape;132;p7"/>
            <p:cNvSpPr/>
            <p:nvPr/>
          </p:nvSpPr>
          <p:spPr>
            <a:xfrm flipH="1">
              <a:off x="8430840" y="3736440"/>
              <a:ext cx="281520" cy="295200"/>
            </a:xfrm>
            <a:custGeom>
              <a:avLst/>
              <a:gdLst/>
              <a:ahLst/>
              <a:rect l="l" t="t" r="r" b="b"/>
              <a:pathLst>
                <a:path w="11280" h="11816">
                  <a:moveTo>
                    <a:pt x="0" y="1"/>
                  </a:moveTo>
                  <a:lnTo>
                    <a:pt x="0" y="3915"/>
                  </a:lnTo>
                  <a:lnTo>
                    <a:pt x="11280" y="11815"/>
                  </a:lnTo>
                  <a:lnTo>
                    <a:pt x="11280" y="790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79" name="Google Shape;133;p7"/>
            <p:cNvSpPr/>
            <p:nvPr/>
          </p:nvSpPr>
          <p:spPr>
            <a:xfrm flipH="1">
              <a:off x="8430840" y="3894840"/>
              <a:ext cx="281520" cy="294840"/>
            </a:xfrm>
            <a:custGeom>
              <a:avLst/>
              <a:gdLst/>
              <a:ahLst/>
              <a:rect l="l" t="t" r="r" b="b"/>
              <a:pathLst>
                <a:path w="11280" h="11801">
                  <a:moveTo>
                    <a:pt x="0" y="0"/>
                  </a:moveTo>
                  <a:lnTo>
                    <a:pt x="0" y="3901"/>
                  </a:lnTo>
                  <a:lnTo>
                    <a:pt x="11280" y="11801"/>
                  </a:lnTo>
                  <a:lnTo>
                    <a:pt x="11280" y="7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3"/>
    <p:sldLayoutId id="2147483728" r:id="rId4"/>
    <p:sldLayoutId id="2147483729" r:id="rId5"/>
    <p:sldLayoutId id="2147483730" r:id="rId6"/>
    <p:sldLayoutId id="2147483731" r:id="rId7"/>
    <p:sldLayoutId id="2147483732" r:id="rId8"/>
    <p:sldLayoutId id="2147483733" r:id="rId9"/>
    <p:sldLayoutId id="2147483734" r:id="rId10"/>
    <p:sldLayoutId id="2147483735" r:id="rId11"/>
    <p:sldLayoutId id="2147483736" r:id="rId12"/>
    <p:sldLayoutId id="2147483737" r:id="rId13"/>
    <p:sldLayoutId id="2147483738" r:id="rId14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r>
              <a:rPr b="0" lang="en-US" sz="30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720000" y="1215720"/>
            <a:ext cx="7703640" cy="24552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418" name="Google Shape;57;p4"/>
          <p:cNvGrpSpPr/>
          <p:nvPr/>
        </p:nvGrpSpPr>
        <p:grpSpPr>
          <a:xfrm>
            <a:off x="816120" y="4703400"/>
            <a:ext cx="7511400" cy="237960"/>
            <a:chOff x="816120" y="4703400"/>
            <a:chExt cx="7511400" cy="237960"/>
          </a:xfrm>
        </p:grpSpPr>
        <p:grpSp>
          <p:nvGrpSpPr>
            <p:cNvPr id="419" name="Google Shape;58;p4"/>
            <p:cNvGrpSpPr/>
            <p:nvPr/>
          </p:nvGrpSpPr>
          <p:grpSpPr>
            <a:xfrm>
              <a:off x="816120" y="4703400"/>
              <a:ext cx="7511400" cy="237960"/>
              <a:chOff x="816120" y="4703400"/>
              <a:chExt cx="7511400" cy="237960"/>
            </a:xfrm>
          </p:grpSpPr>
          <p:sp>
            <p:nvSpPr>
              <p:cNvPr id="420" name="Google Shape;59;p4"/>
              <p:cNvSpPr/>
              <p:nvPr/>
            </p:nvSpPr>
            <p:spPr>
              <a:xfrm>
                <a:off x="816120" y="4703400"/>
                <a:ext cx="7511040" cy="23796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1" name="Google Shape;60;p4"/>
              <p:cNvSpPr/>
              <p:nvPr/>
            </p:nvSpPr>
            <p:spPr>
              <a:xfrm rot="5400000">
                <a:off x="8018280" y="4631400"/>
                <a:ext cx="236880" cy="381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2" name="Google Shape;61;p4"/>
              <p:cNvSpPr/>
              <p:nvPr/>
            </p:nvSpPr>
            <p:spPr>
              <a:xfrm rot="16200000">
                <a:off x="892800" y="4768200"/>
                <a:ext cx="125280" cy="10872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3" name="Google Shape;62;p4"/>
              <p:cNvSpPr/>
              <p:nvPr/>
            </p:nvSpPr>
            <p:spPr>
              <a:xfrm flipH="1" rot="5400000">
                <a:off x="1084680" y="4768200"/>
                <a:ext cx="125280" cy="10872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24" name="Google Shape;63;p4"/>
            <p:cNvGrpSpPr/>
            <p:nvPr/>
          </p:nvGrpSpPr>
          <p:grpSpPr>
            <a:xfrm>
              <a:off x="8052120" y="4744440"/>
              <a:ext cx="158040" cy="155880"/>
              <a:chOff x="8052120" y="4744440"/>
              <a:chExt cx="158040" cy="155880"/>
            </a:xfrm>
          </p:grpSpPr>
          <p:sp>
            <p:nvSpPr>
              <p:cNvPr id="425" name="Google Shape;64;p4"/>
              <p:cNvSpPr/>
              <p:nvPr/>
            </p:nvSpPr>
            <p:spPr>
              <a:xfrm>
                <a:off x="8164080" y="4753440"/>
                <a:ext cx="26640" cy="24840"/>
              </a:xfrm>
              <a:custGeom>
                <a:avLst/>
                <a:gdLst/>
                <a:ahLst/>
                <a:rect l="l" t="t" r="r" b="b"/>
                <a:pathLst>
                  <a:path w="3326" h="3130">
                    <a:moveTo>
                      <a:pt x="482" y="1"/>
                    </a:moveTo>
                    <a:cubicBezTo>
                      <a:pt x="280" y="1"/>
                      <a:pt x="95" y="114"/>
                      <a:pt x="1" y="293"/>
                    </a:cubicBezTo>
                    <a:lnTo>
                      <a:pt x="3322" y="3130"/>
                    </a:lnTo>
                    <a:lnTo>
                      <a:pt x="3322" y="564"/>
                    </a:lnTo>
                    <a:cubicBezTo>
                      <a:pt x="3325" y="253"/>
                      <a:pt x="3072" y="1"/>
                      <a:pt x="2761" y="1"/>
                    </a:cubicBezTo>
                    <a:cubicBezTo>
                      <a:pt x="2760" y="1"/>
                      <a:pt x="2758" y="1"/>
                      <a:pt x="2756" y="1"/>
                    </a:cubicBezTo>
                    <a:lnTo>
                      <a:pt x="497" y="1"/>
                    </a:lnTo>
                    <a:cubicBezTo>
                      <a:pt x="492" y="1"/>
                      <a:pt x="487" y="1"/>
                      <a:pt x="48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6" name="Google Shape;65;p4"/>
              <p:cNvSpPr/>
              <p:nvPr/>
            </p:nvSpPr>
            <p:spPr>
              <a:xfrm>
                <a:off x="8113320" y="4854240"/>
                <a:ext cx="36360" cy="46080"/>
              </a:xfrm>
              <a:custGeom>
                <a:avLst/>
                <a:gdLst/>
                <a:ahLst/>
                <a:rect l="l" t="t" r="r" b="b"/>
                <a:pathLst>
                  <a:path w="4518" h="5722">
                    <a:moveTo>
                      <a:pt x="2822" y="1130"/>
                    </a:moveTo>
                    <a:cubicBezTo>
                      <a:pt x="3325" y="1130"/>
                      <a:pt x="3578" y="1738"/>
                      <a:pt x="3222" y="2093"/>
                    </a:cubicBezTo>
                    <a:cubicBezTo>
                      <a:pt x="3106" y="2209"/>
                      <a:pt x="2964" y="2260"/>
                      <a:pt x="2825" y="2260"/>
                    </a:cubicBezTo>
                    <a:cubicBezTo>
                      <a:pt x="2535" y="2260"/>
                      <a:pt x="2259" y="2036"/>
                      <a:pt x="2259" y="1696"/>
                    </a:cubicBezTo>
                    <a:cubicBezTo>
                      <a:pt x="2259" y="1383"/>
                      <a:pt x="2509" y="1130"/>
                      <a:pt x="2822" y="1130"/>
                    </a:cubicBezTo>
                    <a:close/>
                    <a:moveTo>
                      <a:pt x="0" y="1"/>
                    </a:moveTo>
                    <a:lnTo>
                      <a:pt x="0" y="5722"/>
                    </a:lnTo>
                    <a:lnTo>
                      <a:pt x="4517" y="5722"/>
                    </a:lnTo>
                    <a:lnTo>
                      <a:pt x="4517" y="1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7" name="Google Shape;66;p4"/>
              <p:cNvSpPr/>
              <p:nvPr/>
            </p:nvSpPr>
            <p:spPr>
              <a:xfrm>
                <a:off x="8122320" y="4808520"/>
                <a:ext cx="18000" cy="18000"/>
              </a:xfrm>
              <a:custGeom>
                <a:avLst/>
                <a:gdLst/>
                <a:ahLst/>
                <a:rect l="l" t="t" r="r" b="b"/>
                <a:pathLst>
                  <a:path w="2259" h="2259">
                    <a:moveTo>
                      <a:pt x="0" y="0"/>
                    </a:moveTo>
                    <a:lnTo>
                      <a:pt x="0" y="2259"/>
                    </a:lnTo>
                    <a:lnTo>
                      <a:pt x="2259" y="2259"/>
                    </a:lnTo>
                    <a:lnTo>
                      <a:pt x="2259" y="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8" name="Google Shape;67;p4"/>
              <p:cNvSpPr/>
              <p:nvPr/>
            </p:nvSpPr>
            <p:spPr>
              <a:xfrm>
                <a:off x="8052120" y="4744440"/>
                <a:ext cx="158040" cy="76680"/>
              </a:xfrm>
              <a:custGeom>
                <a:avLst/>
                <a:gdLst/>
                <a:ahLst/>
                <a:rect l="l" t="t" r="r" b="b"/>
                <a:pathLst>
                  <a:path w="19529" h="9513">
                    <a:moveTo>
                      <a:pt x="9821" y="0"/>
                    </a:moveTo>
                    <a:cubicBezTo>
                      <a:pt x="9559" y="0"/>
                      <a:pt x="9297" y="92"/>
                      <a:pt x="9086" y="276"/>
                    </a:cubicBezTo>
                    <a:lnTo>
                      <a:pt x="531" y="7521"/>
                    </a:lnTo>
                    <a:cubicBezTo>
                      <a:pt x="61" y="7921"/>
                      <a:pt x="1" y="8626"/>
                      <a:pt x="395" y="9099"/>
                    </a:cubicBezTo>
                    <a:cubicBezTo>
                      <a:pt x="620" y="9369"/>
                      <a:pt x="942" y="9508"/>
                      <a:pt x="1266" y="9508"/>
                    </a:cubicBezTo>
                    <a:cubicBezTo>
                      <a:pt x="1525" y="9508"/>
                      <a:pt x="1785" y="9419"/>
                      <a:pt x="1997" y="9237"/>
                    </a:cubicBezTo>
                    <a:lnTo>
                      <a:pt x="9821" y="2622"/>
                    </a:lnTo>
                    <a:lnTo>
                      <a:pt x="17544" y="9240"/>
                    </a:lnTo>
                    <a:cubicBezTo>
                      <a:pt x="17759" y="9425"/>
                      <a:pt x="18019" y="9513"/>
                      <a:pt x="18278" y="9513"/>
                    </a:cubicBezTo>
                    <a:cubicBezTo>
                      <a:pt x="18661" y="9513"/>
                      <a:pt x="19039" y="9318"/>
                      <a:pt x="19252" y="8954"/>
                    </a:cubicBezTo>
                    <a:cubicBezTo>
                      <a:pt x="19529" y="8482"/>
                      <a:pt x="19430" y="7879"/>
                      <a:pt x="19014" y="7524"/>
                    </a:cubicBezTo>
                    <a:lnTo>
                      <a:pt x="10555" y="276"/>
                    </a:lnTo>
                    <a:cubicBezTo>
                      <a:pt x="10345" y="92"/>
                      <a:pt x="10083" y="0"/>
                      <a:pt x="982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9" name="Google Shape;68;p4"/>
              <p:cNvSpPr/>
              <p:nvPr/>
            </p:nvSpPr>
            <p:spPr>
              <a:xfrm>
                <a:off x="8071200" y="4777560"/>
                <a:ext cx="119520" cy="122400"/>
              </a:xfrm>
              <a:custGeom>
                <a:avLst/>
                <a:gdLst/>
                <a:ahLst/>
                <a:rect l="l" t="t" r="r" b="b"/>
                <a:pathLst>
                  <a:path w="14792" h="15168">
                    <a:moveTo>
                      <a:pt x="9143" y="2671"/>
                    </a:moveTo>
                    <a:cubicBezTo>
                      <a:pt x="9453" y="2671"/>
                      <a:pt x="9706" y="2924"/>
                      <a:pt x="9706" y="3237"/>
                    </a:cubicBezTo>
                    <a:lnTo>
                      <a:pt x="9706" y="6625"/>
                    </a:lnTo>
                    <a:cubicBezTo>
                      <a:pt x="9706" y="6935"/>
                      <a:pt x="9453" y="7188"/>
                      <a:pt x="9143" y="7188"/>
                    </a:cubicBezTo>
                    <a:lnTo>
                      <a:pt x="5755" y="7188"/>
                    </a:lnTo>
                    <a:cubicBezTo>
                      <a:pt x="5442" y="7188"/>
                      <a:pt x="5189" y="6935"/>
                      <a:pt x="5189" y="6625"/>
                    </a:cubicBezTo>
                    <a:lnTo>
                      <a:pt x="5189" y="3237"/>
                    </a:lnTo>
                    <a:cubicBezTo>
                      <a:pt x="5189" y="2924"/>
                      <a:pt x="5442" y="2671"/>
                      <a:pt x="5755" y="2671"/>
                    </a:cubicBezTo>
                    <a:close/>
                    <a:moveTo>
                      <a:pt x="7448" y="0"/>
                    </a:moveTo>
                    <a:lnTo>
                      <a:pt x="4" y="6291"/>
                    </a:lnTo>
                    <a:lnTo>
                      <a:pt x="4" y="14605"/>
                    </a:lnTo>
                    <a:cubicBezTo>
                      <a:pt x="1" y="14913"/>
                      <a:pt x="254" y="15168"/>
                      <a:pt x="564" y="15168"/>
                    </a:cubicBezTo>
                    <a:cubicBezTo>
                      <a:pt x="566" y="15168"/>
                      <a:pt x="568" y="15168"/>
                      <a:pt x="570" y="15168"/>
                    </a:cubicBezTo>
                    <a:lnTo>
                      <a:pt x="4060" y="15168"/>
                    </a:lnTo>
                    <a:lnTo>
                      <a:pt x="4060" y="8883"/>
                    </a:lnTo>
                    <a:cubicBezTo>
                      <a:pt x="4060" y="8570"/>
                      <a:pt x="4313" y="8317"/>
                      <a:pt x="4626" y="8317"/>
                    </a:cubicBezTo>
                    <a:lnTo>
                      <a:pt x="10272" y="8317"/>
                    </a:lnTo>
                    <a:cubicBezTo>
                      <a:pt x="10582" y="8317"/>
                      <a:pt x="10835" y="8570"/>
                      <a:pt x="10835" y="8883"/>
                    </a:cubicBezTo>
                    <a:lnTo>
                      <a:pt x="10835" y="15168"/>
                    </a:lnTo>
                    <a:lnTo>
                      <a:pt x="14223" y="15168"/>
                    </a:lnTo>
                    <a:cubicBezTo>
                      <a:pt x="14225" y="15168"/>
                      <a:pt x="14227" y="15168"/>
                      <a:pt x="14228" y="15168"/>
                    </a:cubicBezTo>
                    <a:cubicBezTo>
                      <a:pt x="14539" y="15168"/>
                      <a:pt x="14792" y="14913"/>
                      <a:pt x="14789" y="14605"/>
                    </a:cubicBezTo>
                    <a:lnTo>
                      <a:pt x="14789" y="6291"/>
                    </a:lnTo>
                    <a:lnTo>
                      <a:pt x="7448" y="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1396800" y="1489320"/>
            <a:ext cx="6349680" cy="14958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4500" spc="-1" strike="noStrike">
                <a:solidFill>
                  <a:srgbClr val="ffffff"/>
                </a:solidFill>
                <a:latin typeface="Montserrat"/>
                <a:ea typeface="Montserrat"/>
              </a:rPr>
              <a:t>W</a:t>
            </a:r>
            <a:r>
              <a:rPr b="1" lang="en" sz="4500" spc="-1" strike="noStrike">
                <a:solidFill>
                  <a:srgbClr val="ffffff"/>
                </a:solidFill>
                <a:latin typeface="Montserrat"/>
                <a:ea typeface="Montserrat"/>
              </a:rPr>
              <a:t>h</a:t>
            </a:r>
            <a:r>
              <a:rPr b="1" lang="en" sz="4500" spc="-1" strike="noStrike">
                <a:solidFill>
                  <a:srgbClr val="ffffff"/>
                </a:solidFill>
                <a:latin typeface="Montserrat"/>
                <a:ea typeface="Montserrat"/>
              </a:rPr>
              <a:t>a</a:t>
            </a:r>
            <a:r>
              <a:rPr b="1" lang="en" sz="4500" spc="-1" strike="noStrike">
                <a:solidFill>
                  <a:srgbClr val="ffffff"/>
                </a:solidFill>
                <a:latin typeface="Montserrat"/>
                <a:ea typeface="Montserrat"/>
              </a:rPr>
              <a:t>t</a:t>
            </a:r>
            <a:r>
              <a:rPr b="1" lang="en" sz="4500" spc="-1" strike="noStrike">
                <a:solidFill>
                  <a:srgbClr val="ffffff"/>
                </a:solidFill>
                <a:latin typeface="Montserrat"/>
                <a:ea typeface="Montserrat"/>
              </a:rPr>
              <a:t>-</a:t>
            </a:r>
            <a:r>
              <a:rPr b="1" lang="en" sz="4500" spc="-1" strike="noStrike">
                <a:solidFill>
                  <a:srgbClr val="ffffff"/>
                </a:solidFill>
                <a:latin typeface="Montserrat"/>
                <a:ea typeface="Montserrat"/>
              </a:rPr>
              <a:t>I</a:t>
            </a:r>
            <a:r>
              <a:rPr b="1" lang="en" sz="4500" spc="-1" strike="noStrike">
                <a:solidFill>
                  <a:srgbClr val="ffffff"/>
                </a:solidFill>
                <a:latin typeface="Montserrat"/>
                <a:ea typeface="Montserrat"/>
              </a:rPr>
              <a:t>f</a:t>
            </a:r>
            <a:r>
              <a:rPr b="1" lang="en" sz="4500" spc="-1" strike="noStrike">
                <a:solidFill>
                  <a:srgbClr val="ffffff"/>
                </a:solidFill>
                <a:latin typeface="Montserrat"/>
                <a:ea typeface="Montserrat"/>
              </a:rPr>
              <a:t> </a:t>
            </a:r>
            <a:r>
              <a:rPr b="1" lang="en" sz="4500" spc="-1" strike="noStrike">
                <a:solidFill>
                  <a:srgbClr val="9cffff"/>
                </a:solidFill>
                <a:latin typeface="Montserrat"/>
                <a:ea typeface="Montserrat"/>
              </a:rPr>
              <a:t>D</a:t>
            </a:r>
            <a:r>
              <a:rPr b="1" lang="en" sz="4500" spc="-1" strike="noStrike">
                <a:solidFill>
                  <a:srgbClr val="9cffff"/>
                </a:solidFill>
                <a:latin typeface="Montserrat"/>
                <a:ea typeface="Montserrat"/>
              </a:rPr>
              <a:t>a</a:t>
            </a:r>
            <a:r>
              <a:rPr b="1" lang="en" sz="4500" spc="-1" strike="noStrike">
                <a:solidFill>
                  <a:srgbClr val="9cffff"/>
                </a:solidFill>
                <a:latin typeface="Montserrat"/>
                <a:ea typeface="Montserrat"/>
              </a:rPr>
              <a:t>t</a:t>
            </a:r>
            <a:r>
              <a:rPr b="1" lang="en" sz="4500" spc="-1" strike="noStrike">
                <a:solidFill>
                  <a:srgbClr val="9cffff"/>
                </a:solidFill>
                <a:latin typeface="Montserrat"/>
                <a:ea typeface="Montserrat"/>
              </a:rPr>
              <a:t>a</a:t>
            </a:r>
            <a:r>
              <a:rPr b="1" lang="en" sz="4500" spc="-1" strike="noStrike">
                <a:solidFill>
                  <a:srgbClr val="9cffff"/>
                </a:solidFill>
                <a:latin typeface="Montserrat"/>
                <a:ea typeface="Montserrat"/>
              </a:rPr>
              <a:t>b</a:t>
            </a:r>
            <a:r>
              <a:rPr b="1" lang="en" sz="4500" spc="-1" strike="noStrike">
                <a:solidFill>
                  <a:srgbClr val="9cffff"/>
                </a:solidFill>
                <a:latin typeface="Montserrat"/>
                <a:ea typeface="Montserrat"/>
              </a:rPr>
              <a:t>a</a:t>
            </a:r>
            <a:r>
              <a:rPr b="1" lang="en" sz="4500" spc="-1" strike="noStrike">
                <a:solidFill>
                  <a:srgbClr val="9cffff"/>
                </a:solidFill>
                <a:latin typeface="Montserrat"/>
                <a:ea typeface="Montserrat"/>
              </a:rPr>
              <a:t>s</a:t>
            </a:r>
            <a:r>
              <a:rPr b="1" lang="en" sz="4500" spc="-1" strike="noStrike">
                <a:solidFill>
                  <a:srgbClr val="9cffff"/>
                </a:solidFill>
                <a:latin typeface="Montserrat"/>
                <a:ea typeface="Montserrat"/>
              </a:rPr>
              <a:t>e</a:t>
            </a:r>
            <a:endParaRPr b="0" lang="en-US" sz="4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2"/>
          <p:cNvSpPr>
            <a:spLocks noGrp="1"/>
          </p:cNvSpPr>
          <p:nvPr>
            <p:ph type="subTitle"/>
          </p:nvPr>
        </p:nvSpPr>
        <p:spPr>
          <a:xfrm>
            <a:off x="1828800" y="3017520"/>
            <a:ext cx="5486040" cy="4755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B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C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S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2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0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2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 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– 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D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t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b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s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e 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M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g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m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t 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S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y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s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t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m</a:t>
            </a:r>
            <a:r>
              <a:rPr b="1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s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 </a:t>
            </a:r>
            <a:endParaRPr b="0" lang="en-US" sz="16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R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vi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w 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1</a:t>
            </a:r>
            <a:endParaRPr b="0" lang="en-US" sz="16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P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r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k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ri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ti 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P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r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k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s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h 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Jh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a 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(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2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5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B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D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S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0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0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6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6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)</a:t>
            </a:r>
            <a:endParaRPr b="0" lang="en-US" sz="16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K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hi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ll 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M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u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el 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lv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r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s 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(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2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5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B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C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2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8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7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3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)</a:t>
            </a:r>
            <a:endParaRPr b="0" lang="en-US" sz="16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H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i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m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al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i 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g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r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w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al 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(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2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5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B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I0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0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1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2</a:t>
            </a:r>
            <a:r>
              <a:rPr b="0" lang="en" sz="1600" spc="-1" strike="noStrike">
                <a:solidFill>
                  <a:srgbClr val="ffffff"/>
                </a:solidFill>
                <a:latin typeface="Inter"/>
                <a:ea typeface="Inter"/>
              </a:rPr>
              <a:t>)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B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r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i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e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f 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d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e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s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c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r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i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p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t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i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o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n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 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o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f 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t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h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e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 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p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r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o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j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e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c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t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2"/>
          <p:cNvSpPr>
            <a:spLocks noGrp="1"/>
          </p:cNvSpPr>
          <p:nvPr>
            <p:ph type="subTitle"/>
          </p:nvPr>
        </p:nvSpPr>
        <p:spPr>
          <a:xfrm>
            <a:off x="1205640" y="2016360"/>
            <a:ext cx="1823040" cy="7279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P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r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o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b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l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e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m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 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s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t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a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t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e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m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e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n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70" name="PlaceHolder 3"/>
          <p:cNvSpPr>
            <a:spLocks noGrp="1"/>
          </p:cNvSpPr>
          <p:nvPr>
            <p:ph type="subTitle"/>
          </p:nvPr>
        </p:nvSpPr>
        <p:spPr>
          <a:xfrm>
            <a:off x="3660120" y="2016360"/>
            <a:ext cx="1823040" cy="7279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P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r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o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p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o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s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e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d 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s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o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l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u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ti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o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n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71" name="PlaceHolder 4"/>
          <p:cNvSpPr>
            <a:spLocks noGrp="1"/>
          </p:cNvSpPr>
          <p:nvPr>
            <p:ph type="subTitle"/>
          </p:nvPr>
        </p:nvSpPr>
        <p:spPr>
          <a:xfrm>
            <a:off x="1014480" y="2685600"/>
            <a:ext cx="2205720" cy="166788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sti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g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b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as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ch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g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m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ns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cl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ni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g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it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or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d-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w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rit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in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g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b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ef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e/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af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r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q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u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ie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s,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w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hi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ch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is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sl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w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ris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ky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liv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a.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Ex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ist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in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g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ol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al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yti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ca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l,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lo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ok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at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p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as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t,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or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br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nc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h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fir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st.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72" name="PlaceHolder 5"/>
          <p:cNvSpPr>
            <a:spLocks noGrp="1"/>
          </p:cNvSpPr>
          <p:nvPr>
            <p:ph type="subTitle"/>
          </p:nvPr>
        </p:nvSpPr>
        <p:spPr>
          <a:xfrm>
            <a:off x="3468960" y="2685600"/>
            <a:ext cx="2205720" cy="166788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W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T_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IF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la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ye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r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Po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gr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Q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L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ru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ns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ch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g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in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si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ns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ac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ti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n,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re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co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m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p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ut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es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m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ri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cs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,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ro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lls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b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ac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k.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C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as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ca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es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sc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m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ch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g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es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re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p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ex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ac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tly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,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ot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es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ti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m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73" name="PlaceHolder 6"/>
          <p:cNvSpPr>
            <a:spLocks noGrp="1"/>
          </p:cNvSpPr>
          <p:nvPr>
            <p:ph type="subTitle"/>
          </p:nvPr>
        </p:nvSpPr>
        <p:spPr>
          <a:xfrm>
            <a:off x="5923440" y="2685600"/>
            <a:ext cx="2205720" cy="166788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i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m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p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ac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re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p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wi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th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ff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ec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bl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es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,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C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G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P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ch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g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eli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gi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bil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ity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ch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g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e,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pl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us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br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ok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bj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ec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ts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fo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r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sc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m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ch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g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es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.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uc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ce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ss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: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co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rr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ec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re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p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ts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6-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7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m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sc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io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wi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th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re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al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u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nc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g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74" name="PlaceHolder 7"/>
          <p:cNvSpPr>
            <a:spLocks noGrp="1"/>
          </p:cNvSpPr>
          <p:nvPr>
            <p:ph type="subTitle"/>
          </p:nvPr>
        </p:nvSpPr>
        <p:spPr>
          <a:xfrm>
            <a:off x="6114600" y="2016360"/>
            <a:ext cx="1823040" cy="7279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E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x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p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e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c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t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e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d 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o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u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t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c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o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m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75" name="Google Shape;565;p32"/>
          <p:cNvSpPr/>
          <p:nvPr/>
        </p:nvSpPr>
        <p:spPr>
          <a:xfrm>
            <a:off x="6854040" y="1530000"/>
            <a:ext cx="338400" cy="338040"/>
          </a:xfrm>
          <a:custGeom>
            <a:avLst/>
            <a:gdLst/>
            <a:ahLst/>
            <a:rect l="l" t="t" r="r" b="b"/>
            <a:pathLst>
              <a:path w="12424" h="12408">
                <a:moveTo>
                  <a:pt x="6469" y="739"/>
                </a:moveTo>
                <a:cubicBezTo>
                  <a:pt x="7686" y="756"/>
                  <a:pt x="8834" y="1356"/>
                  <a:pt x="9553" y="2349"/>
                </a:cubicBezTo>
                <a:lnTo>
                  <a:pt x="7069" y="4817"/>
                </a:lnTo>
                <a:lnTo>
                  <a:pt x="5955" y="3703"/>
                </a:lnTo>
                <a:cubicBezTo>
                  <a:pt x="5878" y="3634"/>
                  <a:pt x="5784" y="3600"/>
                  <a:pt x="5692" y="3600"/>
                </a:cubicBezTo>
                <a:cubicBezTo>
                  <a:pt x="5600" y="3600"/>
                  <a:pt x="5510" y="3634"/>
                  <a:pt x="5441" y="3703"/>
                </a:cubicBezTo>
                <a:lnTo>
                  <a:pt x="2837" y="6307"/>
                </a:lnTo>
                <a:cubicBezTo>
                  <a:pt x="2580" y="5793"/>
                  <a:pt x="2460" y="5228"/>
                  <a:pt x="2460" y="4645"/>
                </a:cubicBezTo>
                <a:cubicBezTo>
                  <a:pt x="2477" y="2521"/>
                  <a:pt x="4173" y="790"/>
                  <a:pt x="6298" y="739"/>
                </a:cubicBezTo>
                <a:close/>
                <a:moveTo>
                  <a:pt x="9930" y="2983"/>
                </a:moveTo>
                <a:cubicBezTo>
                  <a:pt x="10821" y="4902"/>
                  <a:pt x="10050" y="7164"/>
                  <a:pt x="8165" y="8124"/>
                </a:cubicBezTo>
                <a:lnTo>
                  <a:pt x="8165" y="8141"/>
                </a:lnTo>
                <a:cubicBezTo>
                  <a:pt x="8045" y="8209"/>
                  <a:pt x="7960" y="8329"/>
                  <a:pt x="7960" y="8466"/>
                </a:cubicBezTo>
                <a:lnTo>
                  <a:pt x="7960" y="9340"/>
                </a:lnTo>
                <a:lnTo>
                  <a:pt x="4790" y="9340"/>
                </a:lnTo>
                <a:lnTo>
                  <a:pt x="4790" y="8466"/>
                </a:lnTo>
                <a:cubicBezTo>
                  <a:pt x="4790" y="8329"/>
                  <a:pt x="4721" y="8209"/>
                  <a:pt x="4601" y="8141"/>
                </a:cubicBezTo>
                <a:cubicBezTo>
                  <a:pt x="4036" y="7867"/>
                  <a:pt x="3573" y="7455"/>
                  <a:pt x="3196" y="6959"/>
                </a:cubicBezTo>
                <a:lnTo>
                  <a:pt x="5698" y="4474"/>
                </a:lnTo>
                <a:lnTo>
                  <a:pt x="6812" y="5588"/>
                </a:lnTo>
                <a:cubicBezTo>
                  <a:pt x="6880" y="5665"/>
                  <a:pt x="6975" y="5703"/>
                  <a:pt x="7069" y="5703"/>
                </a:cubicBezTo>
                <a:cubicBezTo>
                  <a:pt x="7163" y="5703"/>
                  <a:pt x="7257" y="5665"/>
                  <a:pt x="7326" y="5588"/>
                </a:cubicBezTo>
                <a:lnTo>
                  <a:pt x="9930" y="2983"/>
                </a:lnTo>
                <a:close/>
                <a:moveTo>
                  <a:pt x="10635" y="1"/>
                </a:moveTo>
                <a:cubicBezTo>
                  <a:pt x="10152" y="1"/>
                  <a:pt x="10147" y="724"/>
                  <a:pt x="10619" y="724"/>
                </a:cubicBezTo>
                <a:cubicBezTo>
                  <a:pt x="10635" y="724"/>
                  <a:pt x="10651" y="723"/>
                  <a:pt x="10667" y="722"/>
                </a:cubicBezTo>
                <a:lnTo>
                  <a:pt x="11164" y="722"/>
                </a:lnTo>
                <a:lnTo>
                  <a:pt x="10067" y="1818"/>
                </a:lnTo>
                <a:cubicBezTo>
                  <a:pt x="9211" y="705"/>
                  <a:pt x="7891" y="36"/>
                  <a:pt x="6486" y="2"/>
                </a:cubicBezTo>
                <a:lnTo>
                  <a:pt x="6281" y="2"/>
                </a:lnTo>
                <a:cubicBezTo>
                  <a:pt x="2820" y="88"/>
                  <a:pt x="661" y="3789"/>
                  <a:pt x="2288" y="6839"/>
                </a:cubicBezTo>
                <a:lnTo>
                  <a:pt x="301" y="8860"/>
                </a:lnTo>
                <a:cubicBezTo>
                  <a:pt x="1" y="9121"/>
                  <a:pt x="257" y="9502"/>
                  <a:pt x="548" y="9502"/>
                </a:cubicBezTo>
                <a:cubicBezTo>
                  <a:pt x="639" y="9502"/>
                  <a:pt x="733" y="9464"/>
                  <a:pt x="815" y="9374"/>
                </a:cubicBezTo>
                <a:lnTo>
                  <a:pt x="2700" y="7490"/>
                </a:lnTo>
                <a:cubicBezTo>
                  <a:pt x="3059" y="7969"/>
                  <a:pt x="3539" y="8381"/>
                  <a:pt x="4070" y="8689"/>
                </a:cubicBezTo>
                <a:lnTo>
                  <a:pt x="4070" y="11276"/>
                </a:lnTo>
                <a:cubicBezTo>
                  <a:pt x="4070" y="11379"/>
                  <a:pt x="4122" y="11482"/>
                  <a:pt x="4207" y="11551"/>
                </a:cubicBezTo>
                <a:lnTo>
                  <a:pt x="5184" y="12339"/>
                </a:lnTo>
                <a:cubicBezTo>
                  <a:pt x="5253" y="12390"/>
                  <a:pt x="5321" y="12407"/>
                  <a:pt x="5407" y="12407"/>
                </a:cubicBezTo>
                <a:lnTo>
                  <a:pt x="7360" y="12407"/>
                </a:lnTo>
                <a:cubicBezTo>
                  <a:pt x="7446" y="12407"/>
                  <a:pt x="7514" y="12390"/>
                  <a:pt x="7583" y="12339"/>
                </a:cubicBezTo>
                <a:lnTo>
                  <a:pt x="8560" y="11551"/>
                </a:lnTo>
                <a:cubicBezTo>
                  <a:pt x="8645" y="11482"/>
                  <a:pt x="8697" y="11379"/>
                  <a:pt x="8697" y="11276"/>
                </a:cubicBezTo>
                <a:lnTo>
                  <a:pt x="8697" y="8689"/>
                </a:lnTo>
                <a:cubicBezTo>
                  <a:pt x="10136" y="7849"/>
                  <a:pt x="11027" y="6307"/>
                  <a:pt x="11027" y="4645"/>
                </a:cubicBezTo>
                <a:cubicBezTo>
                  <a:pt x="11027" y="3874"/>
                  <a:pt x="10838" y="3120"/>
                  <a:pt x="10479" y="2452"/>
                </a:cubicBezTo>
                <a:lnTo>
                  <a:pt x="11678" y="1236"/>
                </a:lnTo>
                <a:lnTo>
                  <a:pt x="11678" y="1733"/>
                </a:lnTo>
                <a:cubicBezTo>
                  <a:pt x="11661" y="1998"/>
                  <a:pt x="11854" y="2131"/>
                  <a:pt x="12044" y="2131"/>
                </a:cubicBezTo>
                <a:cubicBezTo>
                  <a:pt x="12235" y="2131"/>
                  <a:pt x="12423" y="1998"/>
                  <a:pt x="12398" y="1733"/>
                </a:cubicBezTo>
                <a:lnTo>
                  <a:pt x="12398" y="362"/>
                </a:lnTo>
                <a:cubicBezTo>
                  <a:pt x="12398" y="156"/>
                  <a:pt x="12243" y="2"/>
                  <a:pt x="12038" y="2"/>
                </a:cubicBezTo>
                <a:lnTo>
                  <a:pt x="10667" y="2"/>
                </a:lnTo>
                <a:cubicBezTo>
                  <a:pt x="10656" y="1"/>
                  <a:pt x="10645" y="1"/>
                  <a:pt x="10635" y="1"/>
                </a:cubicBezTo>
                <a:close/>
              </a:path>
            </a:pathLst>
          </a:custGeom>
          <a:solidFill>
            <a:schemeClr val="dk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6" name="Google Shape;566;p32"/>
          <p:cNvSpPr/>
          <p:nvPr/>
        </p:nvSpPr>
        <p:spPr>
          <a:xfrm>
            <a:off x="1945080" y="1530000"/>
            <a:ext cx="344160" cy="338400"/>
          </a:xfrm>
          <a:custGeom>
            <a:avLst/>
            <a:gdLst/>
            <a:ahLst/>
            <a:rect l="l" t="t" r="r" b="b"/>
            <a:pathLst>
              <a:path w="12636" h="12425">
                <a:moveTo>
                  <a:pt x="2804" y="1953"/>
                </a:moveTo>
                <a:cubicBezTo>
                  <a:pt x="2819" y="1953"/>
                  <a:pt x="2835" y="1954"/>
                  <a:pt x="2852" y="1955"/>
                </a:cubicBezTo>
                <a:lnTo>
                  <a:pt x="9860" y="1955"/>
                </a:lnTo>
                <a:cubicBezTo>
                  <a:pt x="10305" y="1990"/>
                  <a:pt x="10305" y="2641"/>
                  <a:pt x="9860" y="2675"/>
                </a:cubicBezTo>
                <a:lnTo>
                  <a:pt x="2852" y="2675"/>
                </a:lnTo>
                <a:cubicBezTo>
                  <a:pt x="2841" y="2676"/>
                  <a:pt x="2830" y="2676"/>
                  <a:pt x="2819" y="2676"/>
                </a:cubicBezTo>
                <a:cubicBezTo>
                  <a:pt x="2337" y="2676"/>
                  <a:pt x="2331" y="1953"/>
                  <a:pt x="2804" y="1953"/>
                </a:cubicBezTo>
                <a:close/>
                <a:moveTo>
                  <a:pt x="8646" y="3890"/>
                </a:moveTo>
                <a:cubicBezTo>
                  <a:pt x="8656" y="3890"/>
                  <a:pt x="8667" y="3891"/>
                  <a:pt x="8677" y="3891"/>
                </a:cubicBezTo>
                <a:lnTo>
                  <a:pt x="9860" y="3891"/>
                </a:lnTo>
                <a:cubicBezTo>
                  <a:pt x="10305" y="3926"/>
                  <a:pt x="10305" y="4594"/>
                  <a:pt x="9860" y="4628"/>
                </a:cubicBezTo>
                <a:lnTo>
                  <a:pt x="8677" y="4628"/>
                </a:lnTo>
                <a:cubicBezTo>
                  <a:pt x="8667" y="4629"/>
                  <a:pt x="8656" y="4629"/>
                  <a:pt x="8646" y="4629"/>
                </a:cubicBezTo>
                <a:cubicBezTo>
                  <a:pt x="8174" y="4629"/>
                  <a:pt x="8174" y="3890"/>
                  <a:pt x="8646" y="3890"/>
                </a:cubicBezTo>
                <a:close/>
                <a:moveTo>
                  <a:pt x="9860" y="5845"/>
                </a:moveTo>
                <a:cubicBezTo>
                  <a:pt x="10339" y="5845"/>
                  <a:pt x="10339" y="6564"/>
                  <a:pt x="9860" y="6564"/>
                </a:cubicBezTo>
                <a:lnTo>
                  <a:pt x="8677" y="6564"/>
                </a:lnTo>
                <a:cubicBezTo>
                  <a:pt x="8198" y="6564"/>
                  <a:pt x="8198" y="5845"/>
                  <a:pt x="8677" y="5845"/>
                </a:cubicBezTo>
                <a:close/>
                <a:moveTo>
                  <a:pt x="4788" y="3891"/>
                </a:moveTo>
                <a:cubicBezTo>
                  <a:pt x="4994" y="3891"/>
                  <a:pt x="5148" y="4063"/>
                  <a:pt x="5148" y="4268"/>
                </a:cubicBezTo>
                <a:lnTo>
                  <a:pt x="5148" y="5845"/>
                </a:lnTo>
                <a:lnTo>
                  <a:pt x="6741" y="5845"/>
                </a:lnTo>
                <a:cubicBezTo>
                  <a:pt x="6947" y="5845"/>
                  <a:pt x="7101" y="5999"/>
                  <a:pt x="7101" y="6205"/>
                </a:cubicBezTo>
                <a:cubicBezTo>
                  <a:pt x="7101" y="7490"/>
                  <a:pt x="6073" y="8518"/>
                  <a:pt x="4788" y="8518"/>
                </a:cubicBezTo>
                <a:cubicBezTo>
                  <a:pt x="3520" y="8518"/>
                  <a:pt x="2475" y="7490"/>
                  <a:pt x="2475" y="6205"/>
                </a:cubicBezTo>
                <a:cubicBezTo>
                  <a:pt x="2475" y="4937"/>
                  <a:pt x="3520" y="3891"/>
                  <a:pt x="4788" y="3891"/>
                </a:cubicBezTo>
                <a:close/>
                <a:moveTo>
                  <a:pt x="9860" y="7798"/>
                </a:moveTo>
                <a:cubicBezTo>
                  <a:pt x="10339" y="7798"/>
                  <a:pt x="10339" y="8518"/>
                  <a:pt x="9860" y="8518"/>
                </a:cubicBezTo>
                <a:lnTo>
                  <a:pt x="8677" y="8518"/>
                </a:lnTo>
                <a:cubicBezTo>
                  <a:pt x="8198" y="8518"/>
                  <a:pt x="8198" y="7798"/>
                  <a:pt x="8677" y="7798"/>
                </a:cubicBezTo>
                <a:close/>
                <a:moveTo>
                  <a:pt x="6364" y="11431"/>
                </a:moveTo>
                <a:cubicBezTo>
                  <a:pt x="6519" y="11431"/>
                  <a:pt x="6519" y="11688"/>
                  <a:pt x="6364" y="11688"/>
                </a:cubicBezTo>
                <a:cubicBezTo>
                  <a:pt x="6193" y="11688"/>
                  <a:pt x="6193" y="11431"/>
                  <a:pt x="6364" y="11431"/>
                </a:cubicBezTo>
                <a:close/>
                <a:moveTo>
                  <a:pt x="473" y="1"/>
                </a:moveTo>
                <a:cubicBezTo>
                  <a:pt x="6" y="1"/>
                  <a:pt x="1" y="724"/>
                  <a:pt x="458" y="724"/>
                </a:cubicBezTo>
                <a:cubicBezTo>
                  <a:pt x="473" y="724"/>
                  <a:pt x="488" y="723"/>
                  <a:pt x="504" y="722"/>
                </a:cubicBezTo>
                <a:lnTo>
                  <a:pt x="539" y="722"/>
                </a:lnTo>
                <a:lnTo>
                  <a:pt x="539" y="9135"/>
                </a:lnTo>
                <a:cubicBezTo>
                  <a:pt x="539" y="9871"/>
                  <a:pt x="1138" y="10471"/>
                  <a:pt x="1875" y="10471"/>
                </a:cubicBezTo>
                <a:lnTo>
                  <a:pt x="5987" y="10471"/>
                </a:lnTo>
                <a:lnTo>
                  <a:pt x="5987" y="10797"/>
                </a:lnTo>
                <a:cubicBezTo>
                  <a:pt x="5148" y="11174"/>
                  <a:pt x="5439" y="12424"/>
                  <a:pt x="6347" y="12424"/>
                </a:cubicBezTo>
                <a:cubicBezTo>
                  <a:pt x="7272" y="12424"/>
                  <a:pt x="7547" y="11174"/>
                  <a:pt x="6707" y="10797"/>
                </a:cubicBezTo>
                <a:lnTo>
                  <a:pt x="6707" y="10471"/>
                </a:lnTo>
                <a:lnTo>
                  <a:pt x="10836" y="10471"/>
                </a:lnTo>
                <a:cubicBezTo>
                  <a:pt x="11573" y="10471"/>
                  <a:pt x="12156" y="9871"/>
                  <a:pt x="12173" y="9135"/>
                </a:cubicBezTo>
                <a:lnTo>
                  <a:pt x="12173" y="722"/>
                </a:lnTo>
                <a:lnTo>
                  <a:pt x="12190" y="722"/>
                </a:lnTo>
                <a:cubicBezTo>
                  <a:pt x="12635" y="687"/>
                  <a:pt x="12635" y="36"/>
                  <a:pt x="12190" y="2"/>
                </a:cubicBezTo>
                <a:lnTo>
                  <a:pt x="504" y="2"/>
                </a:lnTo>
                <a:cubicBezTo>
                  <a:pt x="494" y="1"/>
                  <a:pt x="483" y="1"/>
                  <a:pt x="473" y="1"/>
                </a:cubicBezTo>
                <a:close/>
              </a:path>
            </a:pathLst>
          </a:custGeom>
          <a:solidFill>
            <a:schemeClr val="dk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grpSp>
        <p:nvGrpSpPr>
          <p:cNvPr id="477" name="Google Shape;567;p32"/>
          <p:cNvGrpSpPr/>
          <p:nvPr/>
        </p:nvGrpSpPr>
        <p:grpSpPr>
          <a:xfrm>
            <a:off x="4429080" y="1525680"/>
            <a:ext cx="285120" cy="338040"/>
            <a:chOff x="4429080" y="1525680"/>
            <a:chExt cx="285120" cy="338040"/>
          </a:xfrm>
        </p:grpSpPr>
        <p:sp>
          <p:nvSpPr>
            <p:cNvPr id="478" name="Google Shape;568;p32"/>
            <p:cNvSpPr/>
            <p:nvPr/>
          </p:nvSpPr>
          <p:spPr>
            <a:xfrm>
              <a:off x="4629600" y="1531080"/>
              <a:ext cx="78480" cy="79200"/>
            </a:xfrm>
            <a:custGeom>
              <a:avLst/>
              <a:gdLst/>
              <a:ahLst/>
              <a:rect l="l" t="t" r="r" b="b"/>
              <a:pathLst>
                <a:path w="2897" h="2914">
                  <a:moveTo>
                    <a:pt x="0" y="1"/>
                  </a:moveTo>
                  <a:lnTo>
                    <a:pt x="0" y="2297"/>
                  </a:lnTo>
                  <a:cubicBezTo>
                    <a:pt x="0" y="2639"/>
                    <a:pt x="274" y="2913"/>
                    <a:pt x="600" y="2913"/>
                  </a:cubicBezTo>
                  <a:lnTo>
                    <a:pt x="2896" y="291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79" name="Google Shape;569;p32"/>
            <p:cNvSpPr/>
            <p:nvPr/>
          </p:nvSpPr>
          <p:spPr>
            <a:xfrm>
              <a:off x="4429080" y="1525680"/>
              <a:ext cx="285120" cy="338040"/>
            </a:xfrm>
            <a:custGeom>
              <a:avLst/>
              <a:gdLst/>
              <a:ahLst/>
              <a:rect l="l" t="t" r="r" b="b"/>
              <a:pathLst>
                <a:path w="10470" h="12407">
                  <a:moveTo>
                    <a:pt x="3770" y="1954"/>
                  </a:moveTo>
                  <a:cubicBezTo>
                    <a:pt x="4935" y="1954"/>
                    <a:pt x="5535" y="3325"/>
                    <a:pt x="4764" y="4182"/>
                  </a:cubicBezTo>
                  <a:cubicBezTo>
                    <a:pt x="5278" y="4524"/>
                    <a:pt x="5586" y="5107"/>
                    <a:pt x="5604" y="5724"/>
                  </a:cubicBezTo>
                  <a:lnTo>
                    <a:pt x="5604" y="6204"/>
                  </a:lnTo>
                  <a:cubicBezTo>
                    <a:pt x="5604" y="6392"/>
                    <a:pt x="5432" y="6563"/>
                    <a:pt x="5227" y="6563"/>
                  </a:cubicBezTo>
                  <a:lnTo>
                    <a:pt x="2314" y="6563"/>
                  </a:lnTo>
                  <a:cubicBezTo>
                    <a:pt x="2108" y="6563"/>
                    <a:pt x="1954" y="6392"/>
                    <a:pt x="1954" y="6204"/>
                  </a:cubicBezTo>
                  <a:lnTo>
                    <a:pt x="1954" y="5724"/>
                  </a:lnTo>
                  <a:cubicBezTo>
                    <a:pt x="1954" y="5107"/>
                    <a:pt x="2262" y="4524"/>
                    <a:pt x="2794" y="4182"/>
                  </a:cubicBezTo>
                  <a:cubicBezTo>
                    <a:pt x="2005" y="3325"/>
                    <a:pt x="2605" y="1954"/>
                    <a:pt x="3770" y="1954"/>
                  </a:cubicBezTo>
                  <a:close/>
                  <a:moveTo>
                    <a:pt x="8157" y="5844"/>
                  </a:moveTo>
                  <a:cubicBezTo>
                    <a:pt x="8636" y="5844"/>
                    <a:pt x="8636" y="6563"/>
                    <a:pt x="8157" y="6563"/>
                  </a:cubicBezTo>
                  <a:lnTo>
                    <a:pt x="7180" y="6563"/>
                  </a:lnTo>
                  <a:cubicBezTo>
                    <a:pt x="6700" y="6563"/>
                    <a:pt x="6700" y="5844"/>
                    <a:pt x="7180" y="5844"/>
                  </a:cubicBezTo>
                  <a:close/>
                  <a:moveTo>
                    <a:pt x="2297" y="7797"/>
                  </a:moveTo>
                  <a:cubicBezTo>
                    <a:pt x="2303" y="7797"/>
                    <a:pt x="2308" y="7797"/>
                    <a:pt x="2314" y="7797"/>
                  </a:cubicBezTo>
                  <a:lnTo>
                    <a:pt x="8157" y="7797"/>
                  </a:lnTo>
                  <a:cubicBezTo>
                    <a:pt x="8636" y="7797"/>
                    <a:pt x="8636" y="8517"/>
                    <a:pt x="8157" y="8517"/>
                  </a:cubicBezTo>
                  <a:lnTo>
                    <a:pt x="2314" y="8517"/>
                  </a:lnTo>
                  <a:cubicBezTo>
                    <a:pt x="1840" y="8517"/>
                    <a:pt x="1834" y="7797"/>
                    <a:pt x="2297" y="7797"/>
                  </a:cubicBezTo>
                  <a:close/>
                  <a:moveTo>
                    <a:pt x="8157" y="9733"/>
                  </a:moveTo>
                  <a:cubicBezTo>
                    <a:pt x="8636" y="9733"/>
                    <a:pt x="8636" y="10470"/>
                    <a:pt x="8157" y="10470"/>
                  </a:cubicBezTo>
                  <a:lnTo>
                    <a:pt x="2314" y="10470"/>
                  </a:lnTo>
                  <a:cubicBezTo>
                    <a:pt x="1834" y="10470"/>
                    <a:pt x="1834" y="9733"/>
                    <a:pt x="2314" y="9733"/>
                  </a:cubicBezTo>
                  <a:close/>
                  <a:moveTo>
                    <a:pt x="1337" y="1"/>
                  </a:moveTo>
                  <a:cubicBezTo>
                    <a:pt x="600" y="1"/>
                    <a:pt x="1" y="601"/>
                    <a:pt x="1" y="1337"/>
                  </a:cubicBezTo>
                  <a:lnTo>
                    <a:pt x="1" y="11070"/>
                  </a:lnTo>
                  <a:cubicBezTo>
                    <a:pt x="1" y="11806"/>
                    <a:pt x="600" y="12406"/>
                    <a:pt x="1337" y="12406"/>
                  </a:cubicBezTo>
                  <a:lnTo>
                    <a:pt x="9133" y="12406"/>
                  </a:lnTo>
                  <a:cubicBezTo>
                    <a:pt x="9870" y="12406"/>
                    <a:pt x="10470" y="11806"/>
                    <a:pt x="10470" y="11070"/>
                  </a:cubicBezTo>
                  <a:lnTo>
                    <a:pt x="10470" y="3839"/>
                  </a:lnTo>
                  <a:lnTo>
                    <a:pt x="7951" y="3839"/>
                  </a:lnTo>
                  <a:cubicBezTo>
                    <a:pt x="7214" y="3839"/>
                    <a:pt x="6615" y="3239"/>
                    <a:pt x="6615" y="2503"/>
                  </a:cubicBezTo>
                  <a:lnTo>
                    <a:pt x="6615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K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e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y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 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t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e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c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h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n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i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q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u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e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s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 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i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n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 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t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h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e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 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d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o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m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a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i</a:t>
            </a: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n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2"/>
          <p:cNvSpPr>
            <a:spLocks noGrp="1"/>
          </p:cNvSpPr>
          <p:nvPr>
            <p:ph type="subTitle"/>
          </p:nvPr>
        </p:nvSpPr>
        <p:spPr>
          <a:xfrm>
            <a:off x="822960" y="1669320"/>
            <a:ext cx="2199240" cy="11048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Ev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al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u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q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u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y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as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if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u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p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b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p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pli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(Q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w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U)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.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id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b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hi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ev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y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W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T_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IF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m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 type="subTitle"/>
          </p:nvPr>
        </p:nvSpPr>
        <p:spPr>
          <a:xfrm>
            <a:off x="3472200" y="1669320"/>
            <a:ext cx="2199240" cy="11048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Gr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u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p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m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m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ic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all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y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u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m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wi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th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LL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B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C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K.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ur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n-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es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uc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tiv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bo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x.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83" name="PlaceHolder 4"/>
          <p:cNvSpPr>
            <a:spLocks noGrp="1"/>
          </p:cNvSpPr>
          <p:nvPr>
            <p:ph type="subTitle"/>
          </p:nvPr>
        </p:nvSpPr>
        <p:spPr>
          <a:xfrm>
            <a:off x="822960" y="3325680"/>
            <a:ext cx="2199240" cy="11048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Tu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rn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cu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m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sy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ax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in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to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Q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L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gi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ca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ru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n.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W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p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se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W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T_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IF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va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lid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it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wi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th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sq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lgl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84" name="PlaceHolder 5"/>
          <p:cNvSpPr>
            <a:spLocks noGrp="1"/>
          </p:cNvSpPr>
          <p:nvPr>
            <p:ph type="subTitle"/>
          </p:nvPr>
        </p:nvSpPr>
        <p:spPr>
          <a:xfrm>
            <a:off x="3472200" y="3325680"/>
            <a:ext cx="2199240" cy="11048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Fi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fo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re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ig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ke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ys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,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vi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w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tri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g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g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at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p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bj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ec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t.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U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to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re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p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w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at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sc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m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ch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g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es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br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ak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85" name="PlaceHolder 6"/>
          <p:cNvSpPr>
            <a:spLocks noGrp="1"/>
          </p:cNvSpPr>
          <p:nvPr>
            <p:ph type="subTitle"/>
          </p:nvPr>
        </p:nvSpPr>
        <p:spPr>
          <a:xfrm>
            <a:off x="827280" y="1296720"/>
            <a:ext cx="2199240" cy="42948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H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y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p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o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t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h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e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ti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c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a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l 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q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u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e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r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i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e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86" name="PlaceHolder 7"/>
          <p:cNvSpPr>
            <a:spLocks noGrp="1"/>
          </p:cNvSpPr>
          <p:nvPr>
            <p:ph type="subTitle"/>
          </p:nvPr>
        </p:nvSpPr>
        <p:spPr>
          <a:xfrm>
            <a:off x="3476520" y="1296720"/>
            <a:ext cx="2199240" cy="42948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T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r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a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n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s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a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c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ti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o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n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s 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&amp;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 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s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a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v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e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p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o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i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n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t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87" name="PlaceHolder 8"/>
          <p:cNvSpPr>
            <a:spLocks noGrp="1"/>
          </p:cNvSpPr>
          <p:nvPr>
            <p:ph type="subTitle"/>
          </p:nvPr>
        </p:nvSpPr>
        <p:spPr>
          <a:xfrm>
            <a:off x="6121440" y="1296720"/>
            <a:ext cx="2199240" cy="42948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S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n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a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p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s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h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o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t 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i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s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o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l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a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ti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o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n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88" name="PlaceHolder 9"/>
          <p:cNvSpPr>
            <a:spLocks noGrp="1"/>
          </p:cNvSpPr>
          <p:nvPr>
            <p:ph type="subTitle"/>
          </p:nvPr>
        </p:nvSpPr>
        <p:spPr>
          <a:xfrm>
            <a:off x="6117480" y="1669320"/>
            <a:ext cx="2199240" cy="11048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ac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h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ns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ac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ti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re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ds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co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ns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ist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nt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ps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,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ke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pi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g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re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al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pr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ist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in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ur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in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g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si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m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ul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io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89" name="PlaceHolder 10"/>
          <p:cNvSpPr>
            <a:spLocks noGrp="1"/>
          </p:cNvSpPr>
          <p:nvPr>
            <p:ph type="subTitle"/>
          </p:nvPr>
        </p:nvSpPr>
        <p:spPr>
          <a:xfrm>
            <a:off x="6117480" y="3325680"/>
            <a:ext cx="2199240" cy="11048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K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ps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p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as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es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of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a.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U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se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fo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r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co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m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p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is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n: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th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ey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lo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ok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b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ac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k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w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d,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w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si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m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ul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at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e 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fo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w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ar</a:t>
            </a: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d.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90" name="PlaceHolder 11"/>
          <p:cNvSpPr>
            <a:spLocks noGrp="1"/>
          </p:cNvSpPr>
          <p:nvPr>
            <p:ph type="subTitle"/>
          </p:nvPr>
        </p:nvSpPr>
        <p:spPr>
          <a:xfrm>
            <a:off x="827280" y="2949840"/>
            <a:ext cx="2199240" cy="42948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Q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u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e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r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y 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p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a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r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s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i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n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g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91" name="PlaceHolder 12"/>
          <p:cNvSpPr>
            <a:spLocks noGrp="1"/>
          </p:cNvSpPr>
          <p:nvPr>
            <p:ph type="subTitle"/>
          </p:nvPr>
        </p:nvSpPr>
        <p:spPr>
          <a:xfrm>
            <a:off x="3476520" y="2949840"/>
            <a:ext cx="2199240" cy="42948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D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e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p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e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n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d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e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n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c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y 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t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r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a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c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i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n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g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92" name="PlaceHolder 13"/>
          <p:cNvSpPr>
            <a:spLocks noGrp="1"/>
          </p:cNvSpPr>
          <p:nvPr>
            <p:ph type="subTitle"/>
          </p:nvPr>
        </p:nvSpPr>
        <p:spPr>
          <a:xfrm>
            <a:off x="6121440" y="2949840"/>
            <a:ext cx="2199240" cy="42948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T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e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m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p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o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r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a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l 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d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a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t</a:t>
            </a: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a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title"/>
          </p:nvPr>
        </p:nvSpPr>
        <p:spPr>
          <a:xfrm>
            <a:off x="713160" y="444960"/>
            <a:ext cx="7717320" cy="5724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Literature review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494" name="Google Shape;631;p37"/>
          <p:cNvGraphicFramePr/>
          <p:nvPr/>
        </p:nvGraphicFramePr>
        <p:xfrm>
          <a:off x="720000" y="1314000"/>
          <a:ext cx="7680600" cy="3245760"/>
        </p:xfrm>
        <a:graphic>
          <a:graphicData uri="http://schemas.openxmlformats.org/drawingml/2006/table">
            <a:tbl>
              <a:tblPr/>
              <a:tblGrid>
                <a:gridCol w="365760"/>
                <a:gridCol w="868680"/>
                <a:gridCol w="822960"/>
                <a:gridCol w="1417320"/>
                <a:gridCol w="1143000"/>
                <a:gridCol w="1600200"/>
                <a:gridCol w="1463040"/>
              </a:tblGrid>
              <a:tr h="320040">
                <a:tc>
                  <a:txBody>
                    <a:bodyPr lIns="91080" rIns="91080" tIns="68400" bIns="684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-US" sz="7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Ref.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91080" rIns="91080" tIns="68400" bIns="684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" sz="7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Author(s), Year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91080" rIns="91080" tIns="68400" bIns="684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" sz="7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Theme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91080" rIns="91080" tIns="68400" bIns="684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" sz="7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Technique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91080" rIns="91080" tIns="68400" bIns="684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" sz="7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Dataset / tools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91080" rIns="91080" tIns="68400" bIns="684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" sz="7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Key findings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91080" rIns="91080" tIns="68400" bIns="684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" sz="7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Limitations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lIns="91080" rIns="9108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" sz="7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[1]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Balmin et al., 2000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G1: Hypothetical queries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Hypothetical queries "Q when U"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OLAP / data warehouse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Formal semantics and efficient evaluation of what-if queries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Analytical warehouses only; not live transactional databases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lIns="91080" rIns="9108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" sz="7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[2]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Meliou &amp; Suciu, 2012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G1: Hypothetical queries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Tiresias: how-to queries as an optimisation problem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Relational data with a solver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Finds the data changes needed to reach a goal (reverse what-if)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Answers the reverse question; solver-based and costly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lIns="91080" rIns="9108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" sz="7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[3]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Galhotra et al., 2022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G1: Hypothetical queries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HypeR: what-if and how-to with a probabilistic causal model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Relational data plus causal graph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Estimates the effect of hypothetical updates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Needs a causal model; estimates, not exact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lIns="91080" rIns="9108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" sz="7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[4]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Campbell et al., 2022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G1: Hypothetical queries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Mahif: historical what-if answered by slicing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Transaction histories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Answers "what if a past update had differed?" efficiently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Concerns past histories, not future changes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/>
          </p:cNvSpPr>
          <p:nvPr>
            <p:ph type="title"/>
          </p:nvPr>
        </p:nvSpPr>
        <p:spPr>
          <a:xfrm>
            <a:off x="713160" y="444960"/>
            <a:ext cx="7717320" cy="5724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Literature review (continued)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496" name="Google Shape;631;p37"/>
          <p:cNvGraphicFramePr/>
          <p:nvPr/>
        </p:nvGraphicFramePr>
        <p:xfrm>
          <a:off x="720000" y="1314000"/>
          <a:ext cx="7680600" cy="2514240"/>
        </p:xfrm>
        <a:graphic>
          <a:graphicData uri="http://schemas.openxmlformats.org/drawingml/2006/table">
            <a:tbl>
              <a:tblPr/>
              <a:tblGrid>
                <a:gridCol w="365760"/>
                <a:gridCol w="868680"/>
                <a:gridCol w="822960"/>
                <a:gridCol w="1417320"/>
                <a:gridCol w="1143000"/>
                <a:gridCol w="1600200"/>
                <a:gridCol w="1463040"/>
              </a:tblGrid>
              <a:tr h="320040">
                <a:tc>
                  <a:txBody>
                    <a:bodyPr lIns="91080" rIns="91080" tIns="68400" bIns="684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-US" sz="7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Ref.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91080" rIns="91080" tIns="68400" bIns="684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" sz="7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Author(s), Year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91080" rIns="91080" tIns="68400" bIns="684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" sz="7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Theme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91080" rIns="91080" tIns="68400" bIns="684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" sz="7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Technique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91080" rIns="91080" tIns="68400" bIns="684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" sz="7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Dataset / tools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91080" rIns="91080" tIns="68400" bIns="684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" sz="7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Key findings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91080" rIns="91080" tIns="68400" bIns="684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" sz="7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Limitations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lIns="91080" rIns="9108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" sz="7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[5]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DoltHub, n.d.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G2: Versioned data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Dolt: SQL database with Git-style branch, diff, merge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Version-controlled SQL database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Copy-on-write branches let you try changes safely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Branches managed by hand; no automatic impact report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lIns="91080" rIns="9108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" sz="7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[6]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Berenson et al., 1995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G3: Isolation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Isolation levels, including snapshot isolation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ANSI SQL isolation levels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Each transaction gets a consistent view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A concurrency mechanism, not a what-if tool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lIns="91080" rIns="9108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" sz="7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[7]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Kulkarni &amp; Michels, 2012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G2: Versioned data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SQL:2011 temporal tables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System-versioned / application-time tables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Standard way to query data at an earlier time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" sz="700" spc="-1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</a:rPr>
                        <a:t>Looks backward only; cannot apply a hypothetical change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9cffff"/>
                      </a:solidFill>
                    </a:lnL>
                    <a:lnR w="9360">
                      <a:solidFill>
                        <a:srgbClr val="9cffff"/>
                      </a:solidFill>
                    </a:lnR>
                    <a:lnT w="9360">
                      <a:solidFill>
                        <a:srgbClr val="9cffff"/>
                      </a:solidFill>
                    </a:lnT>
                    <a:lnB w="9360">
                      <a:solidFill>
                        <a:srgbClr val="9cfff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/>
          </p:cNvSpPr>
          <p:nvPr>
            <p:ph type="subTitle"/>
          </p:nvPr>
        </p:nvSpPr>
        <p:spPr>
          <a:xfrm>
            <a:off x="1514520" y="2998080"/>
            <a:ext cx="2847960" cy="42948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G3: Looks backward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98" name="PlaceHolder 2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Research gaps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PlaceHolder 3"/>
          <p:cNvSpPr>
            <a:spLocks noGrp="1"/>
          </p:cNvSpPr>
          <p:nvPr>
            <p:ph type="subTitle"/>
          </p:nvPr>
        </p:nvSpPr>
        <p:spPr>
          <a:xfrm>
            <a:off x="1514520" y="1708200"/>
            <a:ext cx="2810520" cy="10843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No one-step what-if on a live operational database. Work targets warehouses [1] or needs a branch first [5].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00" name="PlaceHolder 4"/>
          <p:cNvSpPr>
            <a:spLocks noGrp="1"/>
          </p:cNvSpPr>
          <p:nvPr>
            <p:ph type="subTitle"/>
          </p:nvPr>
        </p:nvSpPr>
        <p:spPr>
          <a:xfrm>
            <a:off x="4818240" y="1708200"/>
            <a:ext cx="2810520" cy="10843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Causal methods give estimates [3] and how-to methods solve the reverse problem [2]. Exact simulation of cascades is missing.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01" name="PlaceHolder 5"/>
          <p:cNvSpPr>
            <a:spLocks noGrp="1"/>
          </p:cNvSpPr>
          <p:nvPr>
            <p:ph type="subTitle"/>
          </p:nvPr>
        </p:nvSpPr>
        <p:spPr>
          <a:xfrm>
            <a:off x="1514520" y="3368880"/>
            <a:ext cx="2847960" cy="10843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Historical what-if [4] and temporal tables [7] look at the past; snapshot isolation [6] is a mechanism, not a user feature.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02" name="PlaceHolder 6"/>
          <p:cNvSpPr>
            <a:spLocks noGrp="1"/>
          </p:cNvSpPr>
          <p:nvPr>
            <p:ph type="subTitle"/>
          </p:nvPr>
        </p:nvSpPr>
        <p:spPr>
          <a:xfrm>
            <a:off x="4818240" y="3368880"/>
            <a:ext cx="2810520" cy="10843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None of [1]-[7] reports which views, constraints and metrics break if a column or table is dropped.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03" name="PlaceHolder 7"/>
          <p:cNvSpPr>
            <a:spLocks noGrp="1"/>
          </p:cNvSpPr>
          <p:nvPr>
            <p:ph type="subTitle"/>
          </p:nvPr>
        </p:nvSpPr>
        <p:spPr>
          <a:xfrm>
            <a:off x="1514520" y="1337400"/>
            <a:ext cx="2810520" cy="42948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G1: Live databases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04" name="PlaceHolder 8"/>
          <p:cNvSpPr>
            <a:spLocks noGrp="1"/>
          </p:cNvSpPr>
          <p:nvPr>
            <p:ph type="subTitle"/>
          </p:nvPr>
        </p:nvSpPr>
        <p:spPr>
          <a:xfrm>
            <a:off x="4818240" y="1337400"/>
            <a:ext cx="2810520" cy="42948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G2: Exact vs estimates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05" name="PlaceHolder 9"/>
          <p:cNvSpPr>
            <a:spLocks noGrp="1"/>
          </p:cNvSpPr>
          <p:nvPr>
            <p:ph type="subTitle"/>
          </p:nvPr>
        </p:nvSpPr>
        <p:spPr>
          <a:xfrm>
            <a:off x="4818240" y="2998080"/>
            <a:ext cx="2810520" cy="42948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800" spc="-1" strike="noStrike">
                <a:solidFill>
                  <a:srgbClr val="ffffff"/>
                </a:solidFill>
                <a:latin typeface="Montserrat"/>
                <a:ea typeface="Montserrat"/>
              </a:rPr>
              <a:t>G4: Schema changes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506" name="Google Shape;583;p33"/>
          <p:cNvGrpSpPr/>
          <p:nvPr/>
        </p:nvGrpSpPr>
        <p:grpSpPr>
          <a:xfrm>
            <a:off x="-516960" y="1761480"/>
            <a:ext cx="2065320" cy="2268000"/>
            <a:chOff x="-516960" y="1761480"/>
            <a:chExt cx="2065320" cy="2268000"/>
          </a:xfrm>
        </p:grpSpPr>
        <p:pic>
          <p:nvPicPr>
            <p:cNvPr id="507" name="Google Shape;584;p33" descr=""/>
            <p:cNvPicPr/>
            <p:nvPr/>
          </p:nvPicPr>
          <p:blipFill>
            <a:blip r:embed="rId1"/>
            <a:stretch/>
          </p:blipFill>
          <p:spPr>
            <a:xfrm flipH="1">
              <a:off x="-516960" y="1761480"/>
              <a:ext cx="2065320" cy="2268000"/>
            </a:xfrm>
            <a:prstGeom prst="rect">
              <a:avLst/>
            </a:prstGeom>
            <a:ln w="0">
              <a:noFill/>
            </a:ln>
          </p:spPr>
        </p:pic>
        <p:grpSp>
          <p:nvGrpSpPr>
            <p:cNvPr id="508" name="Google Shape;585;p33"/>
            <p:cNvGrpSpPr/>
            <p:nvPr/>
          </p:nvGrpSpPr>
          <p:grpSpPr>
            <a:xfrm>
              <a:off x="174600" y="2522880"/>
              <a:ext cx="745560" cy="745200"/>
              <a:chOff x="174600" y="2522880"/>
              <a:chExt cx="745560" cy="745200"/>
            </a:xfrm>
          </p:grpSpPr>
          <p:sp>
            <p:nvSpPr>
              <p:cNvPr id="509" name="Google Shape;586;p33"/>
              <p:cNvSpPr/>
              <p:nvPr/>
            </p:nvSpPr>
            <p:spPr>
              <a:xfrm>
                <a:off x="230400" y="2532960"/>
                <a:ext cx="679320" cy="679320"/>
              </a:xfrm>
              <a:custGeom>
                <a:avLst/>
                <a:gdLst/>
                <a:ahLst/>
                <a:rect l="l" t="t" r="r" b="b"/>
                <a:pathLst>
                  <a:path w="25221" h="25221">
                    <a:moveTo>
                      <a:pt x="4056" y="1"/>
                    </a:moveTo>
                    <a:lnTo>
                      <a:pt x="0" y="4056"/>
                    </a:lnTo>
                    <a:lnTo>
                      <a:pt x="8548" y="12618"/>
                    </a:lnTo>
                    <a:lnTo>
                      <a:pt x="0" y="21165"/>
                    </a:lnTo>
                    <a:lnTo>
                      <a:pt x="4056" y="25221"/>
                    </a:lnTo>
                    <a:lnTo>
                      <a:pt x="12603" y="16673"/>
                    </a:lnTo>
                    <a:lnTo>
                      <a:pt x="21165" y="25221"/>
                    </a:lnTo>
                    <a:lnTo>
                      <a:pt x="25220" y="21165"/>
                    </a:lnTo>
                    <a:lnTo>
                      <a:pt x="16673" y="12618"/>
                    </a:lnTo>
                    <a:lnTo>
                      <a:pt x="25220" y="4056"/>
                    </a:lnTo>
                    <a:lnTo>
                      <a:pt x="21165" y="1"/>
                    </a:lnTo>
                    <a:lnTo>
                      <a:pt x="12603" y="8548"/>
                    </a:lnTo>
                    <a:lnTo>
                      <a:pt x="4056" y="1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10" name="Google Shape;587;p33"/>
              <p:cNvSpPr/>
              <p:nvPr/>
            </p:nvSpPr>
            <p:spPr>
              <a:xfrm>
                <a:off x="220320" y="2522880"/>
                <a:ext cx="699840" cy="699840"/>
              </a:xfrm>
              <a:custGeom>
                <a:avLst/>
                <a:gdLst/>
                <a:ahLst/>
                <a:rect l="l" t="t" r="r" b="b"/>
                <a:pathLst>
                  <a:path w="25982" h="25982">
                    <a:moveTo>
                      <a:pt x="21546" y="747"/>
                    </a:moveTo>
                    <a:lnTo>
                      <a:pt x="25249" y="4436"/>
                    </a:lnTo>
                    <a:lnTo>
                      <a:pt x="16688" y="12984"/>
                    </a:lnTo>
                    <a:lnTo>
                      <a:pt x="25249" y="21531"/>
                    </a:lnTo>
                    <a:lnTo>
                      <a:pt x="21546" y="25235"/>
                    </a:lnTo>
                    <a:lnTo>
                      <a:pt x="12984" y="16673"/>
                    </a:lnTo>
                    <a:lnTo>
                      <a:pt x="4451" y="25235"/>
                    </a:lnTo>
                    <a:lnTo>
                      <a:pt x="747" y="21545"/>
                    </a:lnTo>
                    <a:lnTo>
                      <a:pt x="9295" y="12998"/>
                    </a:lnTo>
                    <a:lnTo>
                      <a:pt x="747" y="4436"/>
                    </a:lnTo>
                    <a:lnTo>
                      <a:pt x="4437" y="747"/>
                    </a:lnTo>
                    <a:lnTo>
                      <a:pt x="12984" y="9308"/>
                    </a:lnTo>
                    <a:lnTo>
                      <a:pt x="21546" y="747"/>
                    </a:lnTo>
                    <a:close/>
                    <a:moveTo>
                      <a:pt x="4437" y="0"/>
                    </a:moveTo>
                    <a:lnTo>
                      <a:pt x="1" y="4436"/>
                    </a:lnTo>
                    <a:lnTo>
                      <a:pt x="8562" y="12998"/>
                    </a:lnTo>
                    <a:lnTo>
                      <a:pt x="1" y="21545"/>
                    </a:lnTo>
                    <a:lnTo>
                      <a:pt x="4437" y="25981"/>
                    </a:lnTo>
                    <a:lnTo>
                      <a:pt x="12984" y="17419"/>
                    </a:lnTo>
                    <a:lnTo>
                      <a:pt x="21546" y="25981"/>
                    </a:lnTo>
                    <a:lnTo>
                      <a:pt x="25982" y="21545"/>
                    </a:lnTo>
                    <a:lnTo>
                      <a:pt x="17434" y="12998"/>
                    </a:lnTo>
                    <a:lnTo>
                      <a:pt x="25982" y="4436"/>
                    </a:lnTo>
                    <a:lnTo>
                      <a:pt x="21546" y="0"/>
                    </a:lnTo>
                    <a:lnTo>
                      <a:pt x="12984" y="8562"/>
                    </a:lnTo>
                    <a:lnTo>
                      <a:pt x="443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11" name="Google Shape;588;p33"/>
              <p:cNvSpPr/>
              <p:nvPr/>
            </p:nvSpPr>
            <p:spPr>
              <a:xfrm>
                <a:off x="185040" y="2578680"/>
                <a:ext cx="679320" cy="679320"/>
              </a:xfrm>
              <a:custGeom>
                <a:avLst/>
                <a:gdLst/>
                <a:ahLst/>
                <a:rect l="l" t="t" r="r" b="b"/>
                <a:pathLst>
                  <a:path w="25221" h="25221">
                    <a:moveTo>
                      <a:pt x="4056" y="0"/>
                    </a:moveTo>
                    <a:lnTo>
                      <a:pt x="0" y="4056"/>
                    </a:lnTo>
                    <a:lnTo>
                      <a:pt x="8548" y="12618"/>
                    </a:lnTo>
                    <a:lnTo>
                      <a:pt x="0" y="21165"/>
                    </a:lnTo>
                    <a:lnTo>
                      <a:pt x="4056" y="25221"/>
                    </a:lnTo>
                    <a:lnTo>
                      <a:pt x="12603" y="16673"/>
                    </a:lnTo>
                    <a:lnTo>
                      <a:pt x="21165" y="25221"/>
                    </a:lnTo>
                    <a:lnTo>
                      <a:pt x="25221" y="21165"/>
                    </a:lnTo>
                    <a:lnTo>
                      <a:pt x="16673" y="12618"/>
                    </a:lnTo>
                    <a:lnTo>
                      <a:pt x="25221" y="4056"/>
                    </a:lnTo>
                    <a:lnTo>
                      <a:pt x="21165" y="0"/>
                    </a:lnTo>
                    <a:lnTo>
                      <a:pt x="12603" y="8548"/>
                    </a:lnTo>
                    <a:lnTo>
                      <a:pt x="4056" y="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12" name="Google Shape;589;p33"/>
              <p:cNvSpPr/>
              <p:nvPr/>
            </p:nvSpPr>
            <p:spPr>
              <a:xfrm>
                <a:off x="174600" y="2568600"/>
                <a:ext cx="699840" cy="699480"/>
              </a:xfrm>
              <a:custGeom>
                <a:avLst/>
                <a:gdLst/>
                <a:ahLst/>
                <a:rect l="l" t="t" r="r" b="b"/>
                <a:pathLst>
                  <a:path w="25981" h="25967">
                    <a:moveTo>
                      <a:pt x="21531" y="733"/>
                    </a:moveTo>
                    <a:lnTo>
                      <a:pt x="25220" y="4422"/>
                    </a:lnTo>
                    <a:lnTo>
                      <a:pt x="16673" y="12984"/>
                    </a:lnTo>
                    <a:lnTo>
                      <a:pt x="25234" y="21531"/>
                    </a:lnTo>
                    <a:lnTo>
                      <a:pt x="21545" y="25221"/>
                    </a:lnTo>
                    <a:lnTo>
                      <a:pt x="12983" y="16673"/>
                    </a:lnTo>
                    <a:lnTo>
                      <a:pt x="4450" y="25221"/>
                    </a:lnTo>
                    <a:lnTo>
                      <a:pt x="746" y="21531"/>
                    </a:lnTo>
                    <a:lnTo>
                      <a:pt x="9294" y="12984"/>
                    </a:lnTo>
                    <a:lnTo>
                      <a:pt x="732" y="4422"/>
                    </a:lnTo>
                    <a:lnTo>
                      <a:pt x="4436" y="747"/>
                    </a:lnTo>
                    <a:lnTo>
                      <a:pt x="12983" y="9294"/>
                    </a:lnTo>
                    <a:lnTo>
                      <a:pt x="21531" y="733"/>
                    </a:lnTo>
                    <a:close/>
                    <a:moveTo>
                      <a:pt x="4436" y="0"/>
                    </a:moveTo>
                    <a:lnTo>
                      <a:pt x="0" y="4422"/>
                    </a:lnTo>
                    <a:lnTo>
                      <a:pt x="8548" y="12984"/>
                    </a:lnTo>
                    <a:lnTo>
                      <a:pt x="0" y="21531"/>
                    </a:lnTo>
                    <a:lnTo>
                      <a:pt x="4436" y="25967"/>
                    </a:lnTo>
                    <a:lnTo>
                      <a:pt x="12983" y="17419"/>
                    </a:lnTo>
                    <a:lnTo>
                      <a:pt x="21545" y="25967"/>
                    </a:lnTo>
                    <a:lnTo>
                      <a:pt x="25981" y="21531"/>
                    </a:lnTo>
                    <a:lnTo>
                      <a:pt x="17433" y="12984"/>
                    </a:lnTo>
                    <a:lnTo>
                      <a:pt x="25967" y="4422"/>
                    </a:lnTo>
                    <a:lnTo>
                      <a:pt x="21545" y="0"/>
                    </a:lnTo>
                    <a:lnTo>
                      <a:pt x="12983" y="8548"/>
                    </a:lnTo>
                    <a:lnTo>
                      <a:pt x="443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The ripple effect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Google Shape;654;p39"/>
          <p:cNvSpPr/>
          <p:nvPr/>
        </p:nvSpPr>
        <p:spPr>
          <a:xfrm flipH="1">
            <a:off x="1357920" y="2100960"/>
            <a:ext cx="1811880" cy="502560"/>
          </a:xfrm>
          <a:prstGeom prst="rect">
            <a:avLst/>
          </a:prstGeom>
          <a:noFill/>
          <a:ln w="9525">
            <a:solidFill>
              <a:srgbClr val="9c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Open Sans"/>
                <a:ea typeface="Open Sans"/>
              </a:rPr>
              <a:t>The change: delete attendance rows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15" name="Google Shape;655;p39"/>
          <p:cNvSpPr/>
          <p:nvPr/>
        </p:nvSpPr>
        <p:spPr>
          <a:xfrm flipH="1">
            <a:off x="3665160" y="2100960"/>
            <a:ext cx="1811880" cy="502560"/>
          </a:xfrm>
          <a:prstGeom prst="rect">
            <a:avLst/>
          </a:prstGeom>
          <a:noFill/>
          <a:ln w="9525">
            <a:solidFill>
              <a:srgbClr val="9c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Open Sans"/>
                <a:ea typeface="Open Sans"/>
              </a:rPr>
              <a:t>Ripple 1: attendance % drops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16" name="Google Shape;656;p39"/>
          <p:cNvSpPr/>
          <p:nvPr/>
        </p:nvSpPr>
        <p:spPr>
          <a:xfrm flipH="1">
            <a:off x="5972040" y="2100960"/>
            <a:ext cx="1811880" cy="502560"/>
          </a:xfrm>
          <a:prstGeom prst="rect">
            <a:avLst/>
          </a:prstGeom>
          <a:noFill/>
          <a:ln w="9525">
            <a:solidFill>
              <a:srgbClr val="9c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Open Sans"/>
                <a:ea typeface="Open Sans"/>
              </a:rPr>
              <a:t>Ripple 2: eligibility flips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17" name="Google Shape;657;p39"/>
          <p:cNvSpPr/>
          <p:nvPr/>
        </p:nvSpPr>
        <p:spPr>
          <a:xfrm flipH="1">
            <a:off x="1357920" y="3769920"/>
            <a:ext cx="1811880" cy="502560"/>
          </a:xfrm>
          <a:prstGeom prst="rect">
            <a:avLst/>
          </a:prstGeom>
          <a:noFill/>
          <a:ln w="9525">
            <a:solidFill>
              <a:srgbClr val="9c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Open Sans"/>
                <a:ea typeface="Open Sans"/>
              </a:rPr>
              <a:t>Ripple 3: CGPA, exam status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18" name="Google Shape;658;p39"/>
          <p:cNvSpPr/>
          <p:nvPr/>
        </p:nvSpPr>
        <p:spPr>
          <a:xfrm flipH="1">
            <a:off x="3665160" y="3769920"/>
            <a:ext cx="1811880" cy="502560"/>
          </a:xfrm>
          <a:prstGeom prst="rect">
            <a:avLst/>
          </a:prstGeom>
          <a:noFill/>
          <a:ln w="9525">
            <a:solidFill>
              <a:srgbClr val="9c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Open Sans"/>
                <a:ea typeface="Open Sans"/>
              </a:rPr>
              <a:t>Ripple 4: other tables, courses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19" name="Google Shape;659;p39"/>
          <p:cNvSpPr/>
          <p:nvPr/>
        </p:nvSpPr>
        <p:spPr>
          <a:xfrm flipH="1">
            <a:off x="5972040" y="3769920"/>
            <a:ext cx="1811880" cy="502560"/>
          </a:xfrm>
          <a:prstGeom prst="rect">
            <a:avLst/>
          </a:prstGeom>
          <a:noFill/>
          <a:ln w="9525">
            <a:solidFill>
              <a:srgbClr val="9c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Open Sans"/>
                <a:ea typeface="Open Sans"/>
              </a:rPr>
              <a:t>Effect unseen before commit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20" name="Google Shape;660;p39"/>
          <p:cNvSpPr/>
          <p:nvPr/>
        </p:nvSpPr>
        <p:spPr>
          <a:xfrm>
            <a:off x="1897560" y="1382040"/>
            <a:ext cx="73440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000" spc="-1" strike="noStrike">
                <a:solidFill>
                  <a:srgbClr val="9cffff"/>
                </a:solidFill>
                <a:latin typeface="Montserrat"/>
                <a:ea typeface="Montserrat"/>
              </a:rPr>
              <a:t>01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521" name="Google Shape;661;p39"/>
          <p:cNvSpPr/>
          <p:nvPr/>
        </p:nvSpPr>
        <p:spPr>
          <a:xfrm>
            <a:off x="4204800" y="1382040"/>
            <a:ext cx="73440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000" spc="-1" strike="noStrike">
                <a:solidFill>
                  <a:srgbClr val="9cffff"/>
                </a:solidFill>
                <a:latin typeface="Montserrat"/>
                <a:ea typeface="Montserrat"/>
              </a:rPr>
              <a:t>02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522" name="Google Shape;662;p39"/>
          <p:cNvSpPr/>
          <p:nvPr/>
        </p:nvSpPr>
        <p:spPr>
          <a:xfrm>
            <a:off x="6511680" y="1382040"/>
            <a:ext cx="73440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000" spc="-1" strike="noStrike">
                <a:solidFill>
                  <a:srgbClr val="9cffff"/>
                </a:solidFill>
                <a:latin typeface="Montserrat"/>
                <a:ea typeface="Montserrat"/>
              </a:rPr>
              <a:t>03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523" name="Google Shape;663;p39"/>
          <p:cNvSpPr/>
          <p:nvPr/>
        </p:nvSpPr>
        <p:spPr>
          <a:xfrm>
            <a:off x="1897560" y="3051000"/>
            <a:ext cx="73440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000" spc="-1" strike="noStrike">
                <a:solidFill>
                  <a:srgbClr val="9cffff"/>
                </a:solidFill>
                <a:latin typeface="Montserrat"/>
                <a:ea typeface="Montserrat"/>
              </a:rPr>
              <a:t>04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524" name="Google Shape;664;p39"/>
          <p:cNvSpPr/>
          <p:nvPr/>
        </p:nvSpPr>
        <p:spPr>
          <a:xfrm>
            <a:off x="4204800" y="3051000"/>
            <a:ext cx="73440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000" spc="-1" strike="noStrike">
                <a:solidFill>
                  <a:srgbClr val="9cffff"/>
                </a:solidFill>
                <a:latin typeface="Montserrat"/>
                <a:ea typeface="Montserrat"/>
              </a:rPr>
              <a:t>05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525" name="Google Shape;665;p39"/>
          <p:cNvSpPr/>
          <p:nvPr/>
        </p:nvSpPr>
        <p:spPr>
          <a:xfrm>
            <a:off x="6511680" y="3051000"/>
            <a:ext cx="73440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000" spc="-1" strike="noStrike">
                <a:solidFill>
                  <a:srgbClr val="9cffff"/>
                </a:solidFill>
                <a:latin typeface="Montserrat"/>
                <a:ea typeface="Montserrat"/>
              </a:rPr>
              <a:t>06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526" name="Google Shape;666;p39"/>
          <p:cNvSpPr/>
          <p:nvPr/>
        </p:nvSpPr>
        <p:spPr>
          <a:xfrm>
            <a:off x="2632320" y="1605600"/>
            <a:ext cx="157212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9cff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27" name="Google Shape;667;p39"/>
          <p:cNvSpPr/>
          <p:nvPr/>
        </p:nvSpPr>
        <p:spPr>
          <a:xfrm>
            <a:off x="4939200" y="1605600"/>
            <a:ext cx="157212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9cff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28" name="Google Shape;668;p39"/>
          <p:cNvSpPr/>
          <p:nvPr/>
        </p:nvSpPr>
        <p:spPr>
          <a:xfrm rot="5400000">
            <a:off x="4289400" y="460800"/>
            <a:ext cx="564840" cy="4613760"/>
          </a:xfrm>
          <a:prstGeom prst="bentConnector3">
            <a:avLst>
              <a:gd name="adj1" fmla="val 50012"/>
            </a:avLst>
          </a:prstGeom>
          <a:noFill/>
          <a:ln w="9525">
            <a:solidFill>
              <a:srgbClr val="9cff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29" name="Google Shape;669;p39"/>
          <p:cNvSpPr/>
          <p:nvPr/>
        </p:nvSpPr>
        <p:spPr>
          <a:xfrm>
            <a:off x="2632320" y="3274560"/>
            <a:ext cx="157212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9cff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30" name="Google Shape;670;p39"/>
          <p:cNvSpPr/>
          <p:nvPr/>
        </p:nvSpPr>
        <p:spPr>
          <a:xfrm>
            <a:off x="4939200" y="3274560"/>
            <a:ext cx="157212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9cff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31" name="Google Shape;671;p39"/>
          <p:cNvSpPr/>
          <p:nvPr/>
        </p:nvSpPr>
        <p:spPr>
          <a:xfrm rot="10800000">
            <a:off x="2264760" y="1829880"/>
            <a:ext cx="360" cy="271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9c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2" name="Google Shape;672;p39"/>
          <p:cNvSpPr/>
          <p:nvPr/>
        </p:nvSpPr>
        <p:spPr>
          <a:xfrm rot="10800000">
            <a:off x="4571640" y="1829880"/>
            <a:ext cx="360" cy="271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9c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3" name="Google Shape;673;p39"/>
          <p:cNvSpPr/>
          <p:nvPr/>
        </p:nvSpPr>
        <p:spPr>
          <a:xfrm rot="10800000">
            <a:off x="6878520" y="1829880"/>
            <a:ext cx="360" cy="271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9c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4" name="Google Shape;674;p39"/>
          <p:cNvSpPr/>
          <p:nvPr/>
        </p:nvSpPr>
        <p:spPr>
          <a:xfrm rot="10800000">
            <a:off x="2264760" y="3498840"/>
            <a:ext cx="360" cy="271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9c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5" name="Google Shape;675;p39"/>
          <p:cNvSpPr/>
          <p:nvPr/>
        </p:nvSpPr>
        <p:spPr>
          <a:xfrm rot="10800000">
            <a:off x="4571640" y="3498840"/>
            <a:ext cx="360" cy="271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9c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6" name="Google Shape;676;p39"/>
          <p:cNvSpPr/>
          <p:nvPr/>
        </p:nvSpPr>
        <p:spPr>
          <a:xfrm rot="10800000">
            <a:off x="6878520" y="3498840"/>
            <a:ext cx="360" cy="271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9cffff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How What-If DB handles it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Google Shape;654;p39"/>
          <p:cNvSpPr/>
          <p:nvPr/>
        </p:nvSpPr>
        <p:spPr>
          <a:xfrm flipH="1">
            <a:off x="1357920" y="2100960"/>
            <a:ext cx="1811880" cy="502560"/>
          </a:xfrm>
          <a:prstGeom prst="rect">
            <a:avLst/>
          </a:prstGeom>
          <a:noFill/>
          <a:ln w="9525">
            <a:solidFill>
              <a:srgbClr val="9c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Open Sans"/>
                <a:ea typeface="Open Sans"/>
              </a:rPr>
              <a:t>WHAT_IF query entered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39" name="Google Shape;655;p39"/>
          <p:cNvSpPr/>
          <p:nvPr/>
        </p:nvSpPr>
        <p:spPr>
          <a:xfrm flipH="1">
            <a:off x="3665160" y="2100960"/>
            <a:ext cx="1811880" cy="502560"/>
          </a:xfrm>
          <a:prstGeom prst="rect">
            <a:avLst/>
          </a:prstGeom>
          <a:noFill/>
          <a:ln w="9525">
            <a:solidFill>
              <a:srgbClr val="9c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Open Sans"/>
                <a:ea typeface="Open Sans"/>
              </a:rPr>
              <a:t>Parse and validate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40" name="Google Shape;656;p39"/>
          <p:cNvSpPr/>
          <p:nvPr/>
        </p:nvSpPr>
        <p:spPr>
          <a:xfrm flipH="1">
            <a:off x="5972040" y="2100960"/>
            <a:ext cx="1811880" cy="502560"/>
          </a:xfrm>
          <a:prstGeom prst="rect">
            <a:avLst/>
          </a:prstGeom>
          <a:noFill/>
          <a:ln w="9525">
            <a:solidFill>
              <a:srgbClr val="9c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Open Sans"/>
                <a:ea typeface="Open Sans"/>
              </a:rPr>
              <a:t>Run baseline metrics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41" name="Google Shape;657;p39"/>
          <p:cNvSpPr/>
          <p:nvPr/>
        </p:nvSpPr>
        <p:spPr>
          <a:xfrm flipH="1">
            <a:off x="1357920" y="3769920"/>
            <a:ext cx="1811880" cy="502560"/>
          </a:xfrm>
          <a:prstGeom prst="rect">
            <a:avLst/>
          </a:prstGeom>
          <a:noFill/>
          <a:ln w="9525">
            <a:solidFill>
              <a:srgbClr val="9c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Open Sans"/>
                <a:ea typeface="Open Sans"/>
              </a:rPr>
              <a:t>Simulate: run the change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42" name="Google Shape;658;p39"/>
          <p:cNvSpPr/>
          <p:nvPr/>
        </p:nvSpPr>
        <p:spPr>
          <a:xfrm flipH="1">
            <a:off x="3665160" y="3769920"/>
            <a:ext cx="1811880" cy="502560"/>
          </a:xfrm>
          <a:prstGeom prst="rect">
            <a:avLst/>
          </a:prstGeom>
          <a:noFill/>
          <a:ln w="9525">
            <a:solidFill>
              <a:srgbClr val="9c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Open Sans"/>
                <a:ea typeface="Open Sans"/>
              </a:rPr>
              <a:t>Re-run, diff, ROLLBACK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43" name="Google Shape;659;p39"/>
          <p:cNvSpPr/>
          <p:nvPr/>
        </p:nvSpPr>
        <p:spPr>
          <a:xfrm flipH="1">
            <a:off x="5972040" y="3769920"/>
            <a:ext cx="1811880" cy="502560"/>
          </a:xfrm>
          <a:prstGeom prst="rect">
            <a:avLst/>
          </a:prstGeom>
          <a:noFill/>
          <a:ln w="9525">
            <a:solidFill>
              <a:srgbClr val="9c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Open Sans"/>
                <a:ea typeface="Open Sans"/>
              </a:rPr>
              <a:t>Impact report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44" name="Google Shape;660;p39"/>
          <p:cNvSpPr/>
          <p:nvPr/>
        </p:nvSpPr>
        <p:spPr>
          <a:xfrm>
            <a:off x="1897560" y="1382040"/>
            <a:ext cx="73440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000" spc="-1" strike="noStrike">
                <a:solidFill>
                  <a:srgbClr val="9cffff"/>
                </a:solidFill>
                <a:latin typeface="Montserrat"/>
                <a:ea typeface="Montserrat"/>
              </a:rPr>
              <a:t>01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545" name="Google Shape;661;p39"/>
          <p:cNvSpPr/>
          <p:nvPr/>
        </p:nvSpPr>
        <p:spPr>
          <a:xfrm>
            <a:off x="4204800" y="1382040"/>
            <a:ext cx="73440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000" spc="-1" strike="noStrike">
                <a:solidFill>
                  <a:srgbClr val="9cffff"/>
                </a:solidFill>
                <a:latin typeface="Montserrat"/>
                <a:ea typeface="Montserrat"/>
              </a:rPr>
              <a:t>02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546" name="Google Shape;662;p39"/>
          <p:cNvSpPr/>
          <p:nvPr/>
        </p:nvSpPr>
        <p:spPr>
          <a:xfrm>
            <a:off x="6511680" y="1382040"/>
            <a:ext cx="73440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000" spc="-1" strike="noStrike">
                <a:solidFill>
                  <a:srgbClr val="9cffff"/>
                </a:solidFill>
                <a:latin typeface="Montserrat"/>
                <a:ea typeface="Montserrat"/>
              </a:rPr>
              <a:t>03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547" name="Google Shape;663;p39"/>
          <p:cNvSpPr/>
          <p:nvPr/>
        </p:nvSpPr>
        <p:spPr>
          <a:xfrm>
            <a:off x="1897560" y="3051000"/>
            <a:ext cx="73440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000" spc="-1" strike="noStrike">
                <a:solidFill>
                  <a:srgbClr val="9cffff"/>
                </a:solidFill>
                <a:latin typeface="Montserrat"/>
                <a:ea typeface="Montserrat"/>
              </a:rPr>
              <a:t>04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548" name="Google Shape;664;p39"/>
          <p:cNvSpPr/>
          <p:nvPr/>
        </p:nvSpPr>
        <p:spPr>
          <a:xfrm>
            <a:off x="4204800" y="3051000"/>
            <a:ext cx="73440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000" spc="-1" strike="noStrike">
                <a:solidFill>
                  <a:srgbClr val="9cffff"/>
                </a:solidFill>
                <a:latin typeface="Montserrat"/>
                <a:ea typeface="Montserrat"/>
              </a:rPr>
              <a:t>05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549" name="Google Shape;665;p39"/>
          <p:cNvSpPr/>
          <p:nvPr/>
        </p:nvSpPr>
        <p:spPr>
          <a:xfrm>
            <a:off x="6511680" y="3051000"/>
            <a:ext cx="73440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000" spc="-1" strike="noStrike">
                <a:solidFill>
                  <a:srgbClr val="9cffff"/>
                </a:solidFill>
                <a:latin typeface="Montserrat"/>
                <a:ea typeface="Montserrat"/>
              </a:rPr>
              <a:t>06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550" name="Google Shape;666;p39"/>
          <p:cNvSpPr/>
          <p:nvPr/>
        </p:nvSpPr>
        <p:spPr>
          <a:xfrm>
            <a:off x="2632320" y="1605600"/>
            <a:ext cx="157212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9cff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51" name="Google Shape;667;p39"/>
          <p:cNvSpPr/>
          <p:nvPr/>
        </p:nvSpPr>
        <p:spPr>
          <a:xfrm>
            <a:off x="4939200" y="1605600"/>
            <a:ext cx="157212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9cff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52" name="Google Shape;668;p39"/>
          <p:cNvSpPr/>
          <p:nvPr/>
        </p:nvSpPr>
        <p:spPr>
          <a:xfrm rot="5400000">
            <a:off x="4289400" y="460800"/>
            <a:ext cx="564840" cy="4613760"/>
          </a:xfrm>
          <a:prstGeom prst="bentConnector3">
            <a:avLst>
              <a:gd name="adj1" fmla="val 50012"/>
            </a:avLst>
          </a:prstGeom>
          <a:noFill/>
          <a:ln w="9525">
            <a:solidFill>
              <a:srgbClr val="9cff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53" name="Google Shape;669;p39"/>
          <p:cNvSpPr/>
          <p:nvPr/>
        </p:nvSpPr>
        <p:spPr>
          <a:xfrm>
            <a:off x="2632320" y="3274560"/>
            <a:ext cx="157212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9cff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54" name="Google Shape;670;p39"/>
          <p:cNvSpPr/>
          <p:nvPr/>
        </p:nvSpPr>
        <p:spPr>
          <a:xfrm>
            <a:off x="4939200" y="3274560"/>
            <a:ext cx="157212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9cff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55" name="Google Shape;671;p39"/>
          <p:cNvSpPr/>
          <p:nvPr/>
        </p:nvSpPr>
        <p:spPr>
          <a:xfrm rot="10800000">
            <a:off x="2264760" y="1829880"/>
            <a:ext cx="360" cy="271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9c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6" name="Google Shape;672;p39"/>
          <p:cNvSpPr/>
          <p:nvPr/>
        </p:nvSpPr>
        <p:spPr>
          <a:xfrm rot="10800000">
            <a:off x="4571640" y="1829880"/>
            <a:ext cx="360" cy="271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9c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7" name="Google Shape;673;p39"/>
          <p:cNvSpPr/>
          <p:nvPr/>
        </p:nvSpPr>
        <p:spPr>
          <a:xfrm rot="10800000">
            <a:off x="6878520" y="1829880"/>
            <a:ext cx="360" cy="271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9c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8" name="Google Shape;674;p39"/>
          <p:cNvSpPr/>
          <p:nvPr/>
        </p:nvSpPr>
        <p:spPr>
          <a:xfrm rot="10800000">
            <a:off x="2264760" y="3498840"/>
            <a:ext cx="360" cy="271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9c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9" name="Google Shape;675;p39"/>
          <p:cNvSpPr/>
          <p:nvPr/>
        </p:nvSpPr>
        <p:spPr>
          <a:xfrm rot="10800000">
            <a:off x="4571640" y="3498840"/>
            <a:ext cx="360" cy="271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9c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0" name="Google Shape;676;p39"/>
          <p:cNvSpPr/>
          <p:nvPr/>
        </p:nvSpPr>
        <p:spPr>
          <a:xfrm rot="10800000">
            <a:off x="6878520" y="3498840"/>
            <a:ext cx="360" cy="271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9c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1" name="Caption"/>
          <p:cNvSpPr/>
          <p:nvPr/>
        </p:nvSpPr>
        <p:spPr>
          <a:xfrm flipH="1">
            <a:off x="730800" y="4389120"/>
            <a:ext cx="7680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Open Sans"/>
                <a:ea typeface="Open Sans"/>
              </a:rPr>
              <a:t>Steps 3 to 5 run inside one transaction: BEGIN ... ROLLBACK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subTitle"/>
          </p:nvPr>
        </p:nvSpPr>
        <p:spPr>
          <a:xfrm>
            <a:off x="1179720" y="1982520"/>
            <a:ext cx="3363840" cy="22946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Main objective: build a lightweight layer that runs hypothetical changes in a rolled-back transaction and reports their exact impact on data and schema.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O1: Parse WHAT_IF statements and run them in an always-rolled-back sandbox.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O2: Report before/after metrics (CGPA, attendance, eligibility), including cascades.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O3: List the views, constraints and metrics that break under a schema change.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 type="title"/>
          </p:nvPr>
        </p:nvSpPr>
        <p:spPr>
          <a:xfrm>
            <a:off x="1179720" y="865800"/>
            <a:ext cx="3363840" cy="1116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Objectives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Google Shape;516;p29"/>
          <p:cNvSpPr/>
          <p:nvPr/>
        </p:nvSpPr>
        <p:spPr>
          <a:xfrm>
            <a:off x="933120" y="637920"/>
            <a:ext cx="447840" cy="447840"/>
          </a:xfrm>
          <a:custGeom>
            <a:avLst/>
            <a:gdLst/>
            <a:ahLst/>
            <a:rect l="l" t="t" r="r" b="b"/>
            <a:pathLst>
              <a:path w="17927" h="17927">
                <a:moveTo>
                  <a:pt x="1" y="0"/>
                </a:moveTo>
                <a:lnTo>
                  <a:pt x="1" y="5985"/>
                </a:lnTo>
                <a:lnTo>
                  <a:pt x="1" y="17926"/>
                </a:lnTo>
                <a:lnTo>
                  <a:pt x="5986" y="17926"/>
                </a:lnTo>
                <a:lnTo>
                  <a:pt x="5986" y="5985"/>
                </a:lnTo>
                <a:lnTo>
                  <a:pt x="17927" y="5985"/>
                </a:lnTo>
                <a:lnTo>
                  <a:pt x="17927" y="0"/>
                </a:lnTo>
                <a:close/>
              </a:path>
            </a:pathLst>
          </a:custGeom>
          <a:solidFill>
            <a:schemeClr val="dk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000" spc="-1" strike="noStrike">
                <a:solidFill>
                  <a:srgbClr val="ffffff"/>
                </a:solidFill>
                <a:latin typeface="Montserrat"/>
                <a:ea typeface="Montserrat"/>
              </a:rPr>
              <a:t>References (APA)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PlaceHolder 2"/>
          <p:cNvSpPr>
            <a:spLocks noGrp="1"/>
          </p:cNvSpPr>
          <p:nvPr>
            <p:ph/>
          </p:nvPr>
        </p:nvSpPr>
        <p:spPr>
          <a:xfrm>
            <a:off x="720000" y="1215720"/>
            <a:ext cx="7703640" cy="24552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[1] Balmin, A., Papadimitriou, T., &amp; Papakonstantinou, Y. (2000). Hypothetical queries in an OLAP environment. VLDB.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[2] Meliou, A., &amp; Suciu, D. (2012). Tiresias: The database oracle for how-to queries. ACM SIGMOD.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[3] Galhotra, S., Gilad, A., Roy, S., &amp; Salimi, B. (2022). HypeR: Hypothetical reasoning with what-if and how-to queries using a probabilistic causal approach. ACM SIGMOD.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[4] Campbell, F. S., Arab, B. S., &amp; Glavic, B. (2022). Efficient answering of historical what-if queries. ACM SIGMOD.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[5] DoltHub. (n.d.). Dolt: Git for data. https://github.com/dolthub/dolt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[6] Berenson, H., Bernstein, P., Gray, J., Melton, J., O'Neil, E., &amp; O'Neil, P. (1995). A critique of ANSI SQL isolation levels. ACM SIGMOD.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rgbClr val="ffffff"/>
                </a:solidFill>
                <a:latin typeface="Inter"/>
                <a:ea typeface="Inter"/>
              </a:rPr>
              <a:t>[7] Kulkarni, K., &amp; Michels, J.-E. (2012). Temporal features in SQL:2011. ACM SIGMOD Record, 41(3).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9cffff"/>
      </a:dk2>
      <a:lt2>
        <a:srgbClr val="999999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9cffff"/>
      </a:dk2>
      <a:lt2>
        <a:srgbClr val="999999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9cffff"/>
      </a:dk2>
      <a:lt2>
        <a:srgbClr val="999999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9cffff"/>
      </a:dk2>
      <a:lt2>
        <a:srgbClr val="999999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9cffff"/>
      </a:dk2>
      <a:lt2>
        <a:srgbClr val="999999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9cffff"/>
      </a:dk2>
      <a:lt2>
        <a:srgbClr val="999999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9cffff"/>
      </a:dk2>
      <a:lt2>
        <a:srgbClr val="999999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9cffff"/>
      </a:dk2>
      <a:lt2>
        <a:srgbClr val="999999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2026-10-08T08:08:25Z</dcterms:modified>
  <cp:revision>1</cp:revision>
  <dc:subject/>
  <dc:title/>
</cp:coreProperties>
</file>