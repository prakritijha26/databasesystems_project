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2.xml" ContentType="application/vnd.openxmlformats-officedocument.presentationml.notesSlide+xml"/>
  <Override PartName="/ppt/notesSlides/notesSlide14.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2.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1" r:id="rId4"/>
    <p:sldMasterId id="2147483672" r:id="rId5"/>
  </p:sldMasterIdLst>
  <p:notesMasterIdLst>
    <p:notesMasterId r:id="rId6"/>
  </p:notesMasterIdLst>
  <p:sldIdLst>
    <p:sldId id="256" r:id="rId7"/>
    <p:sldId id="258" r:id="rId9"/>
    <p:sldId id="278" r:id="rId29"/>
    <p:sldId id="262" r:id="rId13"/>
    <p:sldId id="267" r:id="rId18"/>
    <p:sldId id="297" r:id="rId79"/>
    <p:sldId id="264" r:id="rId15"/>
    <p:sldId id="263" r:id="rId14"/>
    <p:sldId id="301" r:id="rId83"/>
    <p:sldId id="302" r:id="rId84"/>
    <p:sldId id="269" r:id="rId20"/>
    <p:sldId id="298" r:id="rId80"/>
    <p:sldId id="299" r:id="rId81"/>
    <p:sldId id="300" r:id="rId82"/>
    <p:sldId id="261" r:id="rId12"/>
    <p:sldId id="277" r:id="rId28"/>
  </p:sldIdLst>
  <p:sldSz cy="5143500" cx="9144000"/>
  <p:notesSz cx="6858000" cy="9144000"/>
  <p:embeddedFontLst>
    <p:embeddedFont>
      <p:font typeface="Raleway"/>
      <p:regular r:id="rId48"/>
      <p:bold r:id="rId49"/>
      <p:italic r:id="rId50"/>
      <p:boldItalic r:id="rId51"/>
    </p:embeddedFont>
    <p:embeddedFont>
      <p:font typeface="Proxima Nova"/>
      <p:regular r:id="rId52"/>
      <p:bold r:id="rId53"/>
      <p:italic r:id="rId54"/>
      <p:boldItalic r:id="rId55"/>
    </p:embeddedFont>
    <p:embeddedFont>
      <p:font typeface="Roboto Medium"/>
      <p:regular r:id="rId56"/>
      <p:bold r:id="rId57"/>
      <p:italic r:id="rId58"/>
      <p:boldItalic r:id="rId59"/>
    </p:embeddedFont>
    <p:embeddedFont>
      <p:font typeface="Amatic SC"/>
      <p:regular r:id="rId60"/>
      <p:bold r:id="rId61"/>
    </p:embeddedFont>
    <p:embeddedFont>
      <p:font typeface="Montserrat"/>
      <p:regular r:id="rId62"/>
      <p:bold r:id="rId63"/>
      <p:italic r:id="rId64"/>
      <p:boldItalic r:id="rId65"/>
    </p:embeddedFont>
    <p:embeddedFont>
      <p:font typeface="Inter"/>
      <p:regular r:id="rId66"/>
      <p:bold r:id="rId67"/>
      <p:italic r:id="rId68"/>
      <p:boldItalic r:id="rId69"/>
    </p:embeddedFont>
    <p:embeddedFont>
      <p:font typeface="Anaheim"/>
      <p:regular r:id="rId70"/>
      <p:bold r:id="rId71"/>
    </p:embeddedFont>
    <p:embeddedFont>
      <p:font typeface="Proxima Nova Semibold"/>
      <p:regular r:id="rId72"/>
      <p:bold r:id="rId73"/>
      <p:boldItalic r:id="rId74"/>
    </p:embeddedFont>
    <p:embeddedFont>
      <p:font typeface="Open Sans"/>
      <p:regular r:id="rId75"/>
      <p:bold r:id="rId76"/>
      <p:italic r:id="rId77"/>
      <p:boldItalic r:id="rId7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2FB7239-FF20-4C87-A56E-8A272FB16018}">
  <a:tblStyle styleId="{F2FB7239-FF20-4C87-A56E-8A272FB1601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67832C32-2E7E-4939-8477-0794B29BAEF9}" styleName="Table_1">
    <a:wholeTbl>
      <a:tcTxStyle>
        <a:font>
          <a:latin typeface="Arial"/>
          <a:ea typeface="Arial"/>
          <a:cs typeface="Arial"/>
        </a:font>
        <a:srgbClr val="000000"/>
      </a:tcTxStyle>
      <a:tcStyle>
        <a:tcBdr>
          <a:left>
            <a:ln cap="flat" cmpd="sng" w="9525">
              <a:solidFill>
                <a:srgbClr val="000000"/>
              </a:solidFill>
              <a:prstDash val="solid"/>
              <a:round/>
              <a:headEnd len="sm" w="sm" type="none"/>
              <a:tailEnd len="sm" w="sm" type="none"/>
            </a:ln>
          </a:left>
          <a:right>
            <a:ln cap="flat" cmpd="sng" w="9525">
              <a:solidFill>
                <a:srgbClr val="000000"/>
              </a:solidFill>
              <a:prstDash val="solid"/>
              <a:round/>
              <a:headEnd len="sm" w="sm" type="none"/>
              <a:tailEnd len="sm" w="sm" type="none"/>
            </a:ln>
          </a:right>
          <a:top>
            <a:ln cap="flat" cmpd="sng" w="9525">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000000"/>
              </a:solidFill>
              <a:prstDash val="solid"/>
              <a:round/>
              <a:headEnd len="sm" w="sm" type="none"/>
              <a:tailEnd len="sm" w="sm" type="none"/>
            </a:ln>
          </a:insideH>
          <a:insideV>
            <a:ln cap="flat" cmpd="sng" w="9525">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9" Type="http://schemas.openxmlformats.org/officeDocument/2006/relationships/slide" Target="slides/slide3.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8" Type="http://schemas.openxmlformats.org/officeDocument/2006/relationships/slide" Target="slides/slide12.xml"/><Relationship Id="rId20" Type="http://schemas.openxmlformats.org/officeDocument/2006/relationships/slide" Target="slides/slide14.xml"/><Relationship Id="rId28" Type="http://schemas.openxmlformats.org/officeDocument/2006/relationships/slide" Target="slides/slide22.xml"/><Relationship Id="rId29" Type="http://schemas.openxmlformats.org/officeDocument/2006/relationships/slide" Target="slides/slide23.xml"/><Relationship Id="rId48" Type="http://schemas.openxmlformats.org/officeDocument/2006/relationships/font" Target="fonts/Raleway-regular.fntdata"/><Relationship Id="rId49" Type="http://schemas.openxmlformats.org/officeDocument/2006/relationships/font" Target="fonts/Raleway-bold.fntdata"/><Relationship Id="rId50" Type="http://schemas.openxmlformats.org/officeDocument/2006/relationships/font" Target="fonts/Raleway-italic.fntdata"/><Relationship Id="rId51" Type="http://schemas.openxmlformats.org/officeDocument/2006/relationships/font" Target="fonts/Raleway-boldItalic.fntdata"/><Relationship Id="rId52" Type="http://schemas.openxmlformats.org/officeDocument/2006/relationships/font" Target="fonts/ProximaNova-regular.fntdata"/><Relationship Id="rId53" Type="http://schemas.openxmlformats.org/officeDocument/2006/relationships/font" Target="fonts/ProximaNova-bold.fntdata"/><Relationship Id="rId54" Type="http://schemas.openxmlformats.org/officeDocument/2006/relationships/font" Target="fonts/ProximaNova-italic.fntdata"/><Relationship Id="rId55" Type="http://schemas.openxmlformats.org/officeDocument/2006/relationships/font" Target="fonts/ProximaNova-boldItalic.fntdata"/><Relationship Id="rId56" Type="http://schemas.openxmlformats.org/officeDocument/2006/relationships/font" Target="fonts/RobotoMedium-regular.fntdata"/><Relationship Id="rId57" Type="http://schemas.openxmlformats.org/officeDocument/2006/relationships/font" Target="fonts/RobotoMedium-bold.fntdata"/><Relationship Id="rId58" Type="http://schemas.openxmlformats.org/officeDocument/2006/relationships/font" Target="fonts/RobotoMedium-italic.fntdata"/><Relationship Id="rId59" Type="http://schemas.openxmlformats.org/officeDocument/2006/relationships/font" Target="fonts/RobotoMedium-boldItalic.fntdata"/><Relationship Id="rId60" Type="http://schemas.openxmlformats.org/officeDocument/2006/relationships/font" Target="fonts/AmaticSC-regular.fntdata"/><Relationship Id="rId61" Type="http://schemas.openxmlformats.org/officeDocument/2006/relationships/font" Target="fonts/AmaticSC-bold.fntdata"/><Relationship Id="rId62" Type="http://schemas.openxmlformats.org/officeDocument/2006/relationships/font" Target="fonts/Montserrat-regular.fntdata"/><Relationship Id="rId63" Type="http://schemas.openxmlformats.org/officeDocument/2006/relationships/font" Target="fonts/Montserrat-bold.fntdata"/><Relationship Id="rId64" Type="http://schemas.openxmlformats.org/officeDocument/2006/relationships/font" Target="fonts/Montserrat-italic.fntdata"/><Relationship Id="rId65" Type="http://schemas.openxmlformats.org/officeDocument/2006/relationships/font" Target="fonts/Montserrat-boldItalic.fntdata"/><Relationship Id="rId66" Type="http://schemas.openxmlformats.org/officeDocument/2006/relationships/font" Target="fonts/Inter-regular.fntdata"/><Relationship Id="rId67" Type="http://schemas.openxmlformats.org/officeDocument/2006/relationships/font" Target="fonts/Inter-bold.fntdata"/><Relationship Id="rId68" Type="http://schemas.openxmlformats.org/officeDocument/2006/relationships/font" Target="fonts/Inter-italic.fntdata"/><Relationship Id="rId69" Type="http://schemas.openxmlformats.org/officeDocument/2006/relationships/font" Target="fonts/Inter-boldItalic.fntdata"/><Relationship Id="rId70" Type="http://schemas.openxmlformats.org/officeDocument/2006/relationships/font" Target="fonts/Anaheim-regular.fntdata"/><Relationship Id="rId71" Type="http://schemas.openxmlformats.org/officeDocument/2006/relationships/font" Target="fonts/Anaheim-bold.fntdata"/><Relationship Id="rId72" Type="http://schemas.openxmlformats.org/officeDocument/2006/relationships/font" Target="fonts/ProximaNovaSemibold-regular.fntdata"/><Relationship Id="rId73" Type="http://schemas.openxmlformats.org/officeDocument/2006/relationships/font" Target="fonts/ProximaNovaSemibold-bold.fntdata"/><Relationship Id="rId74" Type="http://schemas.openxmlformats.org/officeDocument/2006/relationships/font" Target="fonts/ProximaNovaSemibold-boldItalic.fntdata"/><Relationship Id="rId75" Type="http://schemas.openxmlformats.org/officeDocument/2006/relationships/font" Target="fonts/OpenSans-regular.fntdata"/><Relationship Id="rId76" Type="http://schemas.openxmlformats.org/officeDocument/2006/relationships/font" Target="fonts/OpenSans-bold.fntdata"/><Relationship Id="rId77" Type="http://schemas.openxmlformats.org/officeDocument/2006/relationships/font" Target="fonts/OpenSans-italic.fntdata"/><Relationship Id="rId78" Type="http://schemas.openxmlformats.org/officeDocument/2006/relationships/font" Target="fonts/OpenSans-boldItalic.fntdata"/><Relationship Id="rId79" Type="http://schemas.openxmlformats.org/officeDocument/2006/relationships/slide" Target="slides/slide42.xml"/><Relationship Id="rId80" Type="http://schemas.openxmlformats.org/officeDocument/2006/relationships/slide" Target="slides/slide43.xml"/><Relationship Id="rId81" Type="http://schemas.openxmlformats.org/officeDocument/2006/relationships/slide" Target="slides/slide44.xml"/><Relationship Id="rId82" Type="http://schemas.openxmlformats.org/officeDocument/2006/relationships/slide" Target="slides/slide45.xml"/><Relationship Id="rId83" Type="http://schemas.openxmlformats.org/officeDocument/2006/relationships/slide" Target="slides/slide46.xml"/><Relationship Id="rId84"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4dfce81f1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4dfce81f1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d431007ba2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d431007ba2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i="1" sz="1200">
              <a:solidFill>
                <a:srgbClr val="595959"/>
              </a:solidFill>
              <a:latin typeface="Anaheim"/>
              <a:ea typeface="Anaheim"/>
              <a:cs typeface="Anaheim"/>
              <a:sym typeface="Anaheim"/>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54dda1946d_6_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54dda1946d_6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184d99d1a72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6" name="Google Shape;556;g184d99d1a72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184d99d1a72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2" name="Google Shape;572;g184d99d1a72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184d99d1a72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2" name="Google Shape;592;g184d99d1a72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54dda1946d_4_27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8" name="Google Shape;628;g54dda1946d_4_27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54dda1946d_4_27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1" name="Google Shape;651;g54dda1946d_4_27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gd44c0c1fca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1" name="Google Shape;1031;gd44c0c1fca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9" name="Shape 1089"/>
        <p:cNvGrpSpPr/>
        <p:nvPr/>
      </p:nvGrpSpPr>
      <p:grpSpPr>
        <a:xfrm>
          <a:off x="0" y="0"/>
          <a:ext cx="0" cy="0"/>
          <a:chOff x="0" y="0"/>
          <a:chExt cx="0" cy="0"/>
        </a:xfrm>
      </p:grpSpPr>
      <p:sp>
        <p:nvSpPr>
          <p:cNvPr id="1090" name="Google Shape;1090;g51b1a71d38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1" name="Google Shape;1091;g51b1a71d38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hyperlink" Target="https://bit.ly/3A1uf1Q" TargetMode="External"/><Relationship Id="rId5" Type="http://schemas.openxmlformats.org/officeDocument/2006/relationships/hyperlink" Target="http://bit.ly/2TyoMsr" TargetMode="External"/><Relationship Id="rId6" Type="http://schemas.openxmlformats.org/officeDocument/2006/relationships/hyperlink" Target="http://bit.ly/2TtBDfr" TargetMode="Externa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1396950" y="1489325"/>
            <a:ext cx="6350100" cy="1496100"/>
          </a:xfrm>
          <a:prstGeom prst="rect">
            <a:avLst/>
          </a:prstGeom>
        </p:spPr>
        <p:txBody>
          <a:bodyPr anchorCtr="0" anchor="b" bIns="91425" lIns="91425" spcFirstLastPara="1" rIns="91425" wrap="square" tIns="91425">
            <a:noAutofit/>
          </a:bodyPr>
          <a:lstStyle>
            <a:lvl1pPr lvl="0" algn="ctr">
              <a:spcBef>
                <a:spcPts val="0"/>
              </a:spcBef>
              <a:spcAft>
                <a:spcPts val="0"/>
              </a:spcAft>
              <a:buClr>
                <a:srgbClr val="191919"/>
              </a:buClr>
              <a:buSzPts val="5200"/>
              <a:buNone/>
              <a:defRPr sz="4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0" name="Google Shape;10;p2"/>
          <p:cNvSpPr txBox="1"/>
          <p:nvPr>
            <p:ph idx="1" type="subTitle"/>
          </p:nvPr>
        </p:nvSpPr>
        <p:spPr>
          <a:xfrm>
            <a:off x="2307675" y="3178375"/>
            <a:ext cx="4528800" cy="4758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11" name="Google Shape;11;p2"/>
          <p:cNvGrpSpPr/>
          <p:nvPr/>
        </p:nvGrpSpPr>
        <p:grpSpPr>
          <a:xfrm>
            <a:off x="816250" y="4703275"/>
            <a:ext cx="7511400" cy="238200"/>
            <a:chOff x="816250" y="4703275"/>
            <a:chExt cx="7511400" cy="238200"/>
          </a:xfrm>
        </p:grpSpPr>
        <p:sp>
          <p:nvSpPr>
            <p:cNvPr id="12" name="Google Shape;12;p2"/>
            <p:cNvSpPr/>
            <p:nvPr/>
          </p:nvSpPr>
          <p:spPr>
            <a:xfrm>
              <a:off x="816250" y="4703275"/>
              <a:ext cx="7511400" cy="2382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8018000" y="4631300"/>
              <a:ext cx="237300" cy="3819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a:hlinkClick action="ppaction://hlinkshowjump?jump=nextslide"/>
            </p:cNvPr>
            <p:cNvSpPr/>
            <p:nvPr/>
          </p:nvSpPr>
          <p:spPr>
            <a:xfrm flipH="1" rot="5400000">
              <a:off x="995725" y="4767925"/>
              <a:ext cx="125700" cy="108900"/>
            </a:xfrm>
            <a:prstGeom prst="triangl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 name="Google Shape;15;p2"/>
            <p:cNvGrpSpPr/>
            <p:nvPr/>
          </p:nvGrpSpPr>
          <p:grpSpPr>
            <a:xfrm>
              <a:off x="8051978" y="4744266"/>
              <a:ext cx="158283" cy="156216"/>
              <a:chOff x="8058597" y="4744266"/>
              <a:chExt cx="158283" cy="156216"/>
            </a:xfrm>
          </p:grpSpPr>
          <p:sp>
            <p:nvSpPr>
              <p:cNvPr id="16" name="Google Shape;16;p2">
                <a:hlinkClick action="ppaction://hlinkshowjump?jump=firstslide"/>
              </p:cNvPr>
              <p:cNvSpPr/>
              <p:nvPr/>
            </p:nvSpPr>
            <p:spPr>
              <a:xfrm>
                <a:off x="8170770" y="4753449"/>
                <a:ext cx="26957" cy="25369"/>
              </a:xfrm>
              <a:custGeom>
                <a:rect b="b" l="l" r="r" t="t"/>
                <a:pathLst>
                  <a:path extrusionOk="0" h="3130" w="3326">
                    <a:moveTo>
                      <a:pt x="482" y="1"/>
                    </a:moveTo>
                    <a:cubicBezTo>
                      <a:pt x="280" y="1"/>
                      <a:pt x="95" y="114"/>
                      <a:pt x="1" y="293"/>
                    </a:cubicBezTo>
                    <a:lnTo>
                      <a:pt x="3322" y="3130"/>
                    </a:lnTo>
                    <a:lnTo>
                      <a:pt x="3322" y="564"/>
                    </a:lnTo>
                    <a:cubicBezTo>
                      <a:pt x="3325" y="253"/>
                      <a:pt x="3072" y="1"/>
                      <a:pt x="2761" y="1"/>
                    </a:cubicBezTo>
                    <a:cubicBezTo>
                      <a:pt x="2760" y="1"/>
                      <a:pt x="2758" y="1"/>
                      <a:pt x="2756" y="1"/>
                    </a:cubicBezTo>
                    <a:lnTo>
                      <a:pt x="497" y="1"/>
                    </a:lnTo>
                    <a:cubicBezTo>
                      <a:pt x="492" y="1"/>
                      <a:pt x="487" y="1"/>
                      <a:pt x="48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7" name="Google Shape;17;p2">
                <a:hlinkClick action="ppaction://hlinkshowjump?jump=firstslide"/>
              </p:cNvPr>
              <p:cNvSpPr/>
              <p:nvPr/>
            </p:nvSpPr>
            <p:spPr>
              <a:xfrm>
                <a:off x="8120106" y="4854105"/>
                <a:ext cx="36618" cy="46377"/>
              </a:xfrm>
              <a:custGeom>
                <a:rect b="b" l="l" r="r" t="t"/>
                <a:pathLst>
                  <a:path extrusionOk="0" h="5722" w="4518">
                    <a:moveTo>
                      <a:pt x="2822" y="1130"/>
                    </a:moveTo>
                    <a:cubicBezTo>
                      <a:pt x="3325" y="1130"/>
                      <a:pt x="3578" y="1738"/>
                      <a:pt x="3222" y="2093"/>
                    </a:cubicBezTo>
                    <a:cubicBezTo>
                      <a:pt x="3106" y="2209"/>
                      <a:pt x="2964" y="2260"/>
                      <a:pt x="2825" y="2260"/>
                    </a:cubicBezTo>
                    <a:cubicBezTo>
                      <a:pt x="2535" y="2260"/>
                      <a:pt x="2259" y="2036"/>
                      <a:pt x="2259" y="1696"/>
                    </a:cubicBezTo>
                    <a:cubicBezTo>
                      <a:pt x="2259" y="1383"/>
                      <a:pt x="2509" y="1130"/>
                      <a:pt x="2822" y="1130"/>
                    </a:cubicBezTo>
                    <a:close/>
                    <a:moveTo>
                      <a:pt x="0" y="1"/>
                    </a:moveTo>
                    <a:lnTo>
                      <a:pt x="0" y="5722"/>
                    </a:lnTo>
                    <a:lnTo>
                      <a:pt x="4517" y="5722"/>
                    </a:lnTo>
                    <a:lnTo>
                      <a:pt x="451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8" name="Google Shape;18;p2">
                <a:hlinkClick action="ppaction://hlinkshowjump?jump=firstslide"/>
              </p:cNvPr>
              <p:cNvSpPr/>
              <p:nvPr/>
            </p:nvSpPr>
            <p:spPr>
              <a:xfrm>
                <a:off x="8128941" y="4808344"/>
                <a:ext cx="18309" cy="18309"/>
              </a:xfrm>
              <a:custGeom>
                <a:rect b="b" l="l" r="r" t="t"/>
                <a:pathLst>
                  <a:path extrusionOk="0" h="2259" w="2259">
                    <a:moveTo>
                      <a:pt x="0" y="0"/>
                    </a:moveTo>
                    <a:lnTo>
                      <a:pt x="0" y="2259"/>
                    </a:lnTo>
                    <a:lnTo>
                      <a:pt x="2259" y="2259"/>
                    </a:lnTo>
                    <a:lnTo>
                      <a:pt x="225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 name="Google Shape;19;p2">
                <a:hlinkClick action="ppaction://hlinkshowjump?jump=firstslide"/>
              </p:cNvPr>
              <p:cNvSpPr/>
              <p:nvPr/>
            </p:nvSpPr>
            <p:spPr>
              <a:xfrm>
                <a:off x="8058597" y="4744266"/>
                <a:ext cx="158283" cy="77103"/>
              </a:xfrm>
              <a:custGeom>
                <a:rect b="b" l="l" r="r" t="t"/>
                <a:pathLst>
                  <a:path extrusionOk="0" h="9513" w="19529">
                    <a:moveTo>
                      <a:pt x="9821" y="0"/>
                    </a:moveTo>
                    <a:cubicBezTo>
                      <a:pt x="9559" y="0"/>
                      <a:pt x="9297" y="92"/>
                      <a:pt x="9086" y="276"/>
                    </a:cubicBezTo>
                    <a:lnTo>
                      <a:pt x="531" y="7521"/>
                    </a:lnTo>
                    <a:cubicBezTo>
                      <a:pt x="61" y="7921"/>
                      <a:pt x="1" y="8626"/>
                      <a:pt x="395" y="9099"/>
                    </a:cubicBezTo>
                    <a:cubicBezTo>
                      <a:pt x="620" y="9369"/>
                      <a:pt x="942" y="9508"/>
                      <a:pt x="1266" y="9508"/>
                    </a:cubicBezTo>
                    <a:cubicBezTo>
                      <a:pt x="1525" y="9508"/>
                      <a:pt x="1785" y="9419"/>
                      <a:pt x="1997" y="9237"/>
                    </a:cubicBezTo>
                    <a:lnTo>
                      <a:pt x="9821" y="2622"/>
                    </a:lnTo>
                    <a:lnTo>
                      <a:pt x="17544" y="9240"/>
                    </a:lnTo>
                    <a:cubicBezTo>
                      <a:pt x="17759" y="9425"/>
                      <a:pt x="18019" y="9513"/>
                      <a:pt x="18278" y="9513"/>
                    </a:cubicBezTo>
                    <a:cubicBezTo>
                      <a:pt x="18661" y="9513"/>
                      <a:pt x="19039" y="9318"/>
                      <a:pt x="19252" y="8954"/>
                    </a:cubicBezTo>
                    <a:cubicBezTo>
                      <a:pt x="19529" y="8482"/>
                      <a:pt x="19430" y="7879"/>
                      <a:pt x="19014" y="7524"/>
                    </a:cubicBezTo>
                    <a:lnTo>
                      <a:pt x="10555" y="276"/>
                    </a:lnTo>
                    <a:cubicBezTo>
                      <a:pt x="10345" y="92"/>
                      <a:pt x="10083" y="0"/>
                      <a:pt x="982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0" name="Google Shape;20;p2">
                <a:hlinkClick action="ppaction://hlinkshowjump?jump=firstslide"/>
              </p:cNvPr>
              <p:cNvSpPr/>
              <p:nvPr/>
            </p:nvSpPr>
            <p:spPr>
              <a:xfrm>
                <a:off x="8077733" y="4777545"/>
                <a:ext cx="119889" cy="122937"/>
              </a:xfrm>
              <a:custGeom>
                <a:rect b="b" l="l" r="r" t="t"/>
                <a:pathLst>
                  <a:path extrusionOk="0" h="15168" w="14792">
                    <a:moveTo>
                      <a:pt x="9143" y="2671"/>
                    </a:moveTo>
                    <a:cubicBezTo>
                      <a:pt x="9453" y="2671"/>
                      <a:pt x="9706" y="2924"/>
                      <a:pt x="9706" y="3237"/>
                    </a:cubicBezTo>
                    <a:lnTo>
                      <a:pt x="9706" y="6625"/>
                    </a:lnTo>
                    <a:cubicBezTo>
                      <a:pt x="9706" y="6935"/>
                      <a:pt x="9453" y="7188"/>
                      <a:pt x="9143" y="7188"/>
                    </a:cubicBezTo>
                    <a:lnTo>
                      <a:pt x="5755" y="7188"/>
                    </a:lnTo>
                    <a:cubicBezTo>
                      <a:pt x="5442" y="7188"/>
                      <a:pt x="5189" y="6935"/>
                      <a:pt x="5189" y="6625"/>
                    </a:cubicBezTo>
                    <a:lnTo>
                      <a:pt x="5189" y="3237"/>
                    </a:lnTo>
                    <a:cubicBezTo>
                      <a:pt x="5189" y="2924"/>
                      <a:pt x="5442" y="2671"/>
                      <a:pt x="5755" y="2671"/>
                    </a:cubicBezTo>
                    <a:close/>
                    <a:moveTo>
                      <a:pt x="7448" y="0"/>
                    </a:moveTo>
                    <a:lnTo>
                      <a:pt x="4" y="6291"/>
                    </a:lnTo>
                    <a:lnTo>
                      <a:pt x="4" y="14605"/>
                    </a:lnTo>
                    <a:cubicBezTo>
                      <a:pt x="1" y="14913"/>
                      <a:pt x="254" y="15168"/>
                      <a:pt x="564" y="15168"/>
                    </a:cubicBezTo>
                    <a:cubicBezTo>
                      <a:pt x="566" y="15168"/>
                      <a:pt x="568" y="15168"/>
                      <a:pt x="570" y="15168"/>
                    </a:cubicBezTo>
                    <a:lnTo>
                      <a:pt x="4060" y="15168"/>
                    </a:lnTo>
                    <a:lnTo>
                      <a:pt x="4060" y="8883"/>
                    </a:lnTo>
                    <a:cubicBezTo>
                      <a:pt x="4060" y="8570"/>
                      <a:pt x="4313" y="8317"/>
                      <a:pt x="4626" y="8317"/>
                    </a:cubicBezTo>
                    <a:lnTo>
                      <a:pt x="10272" y="8317"/>
                    </a:lnTo>
                    <a:cubicBezTo>
                      <a:pt x="10582" y="8317"/>
                      <a:pt x="10835" y="8570"/>
                      <a:pt x="10835" y="8883"/>
                    </a:cubicBezTo>
                    <a:lnTo>
                      <a:pt x="10835" y="15168"/>
                    </a:lnTo>
                    <a:lnTo>
                      <a:pt x="14223" y="15168"/>
                    </a:lnTo>
                    <a:cubicBezTo>
                      <a:pt x="14225" y="15168"/>
                      <a:pt x="14227" y="15168"/>
                      <a:pt x="14228" y="15168"/>
                    </a:cubicBezTo>
                    <a:cubicBezTo>
                      <a:pt x="14539" y="15168"/>
                      <a:pt x="14792" y="14913"/>
                      <a:pt x="14789" y="14605"/>
                    </a:cubicBezTo>
                    <a:lnTo>
                      <a:pt x="14789" y="6291"/>
                    </a:lnTo>
                    <a:lnTo>
                      <a:pt x="744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grpSp>
        <p:nvGrpSpPr>
          <p:cNvPr id="21" name="Google Shape;21;p2"/>
          <p:cNvGrpSpPr/>
          <p:nvPr/>
        </p:nvGrpSpPr>
        <p:grpSpPr>
          <a:xfrm>
            <a:off x="8430775" y="2919400"/>
            <a:ext cx="282000" cy="1270550"/>
            <a:chOff x="4314650" y="3034025"/>
            <a:chExt cx="282000" cy="1270550"/>
          </a:xfrm>
        </p:grpSpPr>
        <p:sp>
          <p:nvSpPr>
            <p:cNvPr id="22" name="Google Shape;22;p2"/>
            <p:cNvSpPr/>
            <p:nvPr/>
          </p:nvSpPr>
          <p:spPr>
            <a:xfrm>
              <a:off x="4314650" y="3034025"/>
              <a:ext cx="282000" cy="479525"/>
            </a:xfrm>
            <a:custGeom>
              <a:rect b="b" l="l" r="r" t="t"/>
              <a:pathLst>
                <a:path extrusionOk="0" h="19181" w="11280">
                  <a:moveTo>
                    <a:pt x="0" y="1"/>
                  </a:moveTo>
                  <a:lnTo>
                    <a:pt x="0" y="11280"/>
                  </a:lnTo>
                  <a:lnTo>
                    <a:pt x="11280" y="19180"/>
                  </a:lnTo>
                  <a:lnTo>
                    <a:pt x="11280" y="7901"/>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
            <p:cNvSpPr/>
            <p:nvPr/>
          </p:nvSpPr>
          <p:spPr>
            <a:xfrm>
              <a:off x="4314650" y="3376575"/>
              <a:ext cx="282000" cy="295025"/>
            </a:xfrm>
            <a:custGeom>
              <a:rect b="b" l="l" r="r" t="t"/>
              <a:pathLst>
                <a:path extrusionOk="0" h="11801" w="11280">
                  <a:moveTo>
                    <a:pt x="0" y="0"/>
                  </a:moveTo>
                  <a:lnTo>
                    <a:pt x="0" y="3901"/>
                  </a:lnTo>
                  <a:lnTo>
                    <a:pt x="11280" y="11801"/>
                  </a:lnTo>
                  <a:lnTo>
                    <a:pt x="11280" y="7900"/>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4314650" y="3534650"/>
              <a:ext cx="282000" cy="295375"/>
            </a:xfrm>
            <a:custGeom>
              <a:rect b="b" l="l" r="r" t="t"/>
              <a:pathLst>
                <a:path extrusionOk="0" h="11815" w="11280">
                  <a:moveTo>
                    <a:pt x="0" y="0"/>
                  </a:moveTo>
                  <a:lnTo>
                    <a:pt x="0" y="3915"/>
                  </a:lnTo>
                  <a:lnTo>
                    <a:pt x="11280" y="11815"/>
                  </a:lnTo>
                  <a:lnTo>
                    <a:pt x="11280" y="7900"/>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4314650" y="3693050"/>
              <a:ext cx="282000" cy="295050"/>
            </a:xfrm>
            <a:custGeom>
              <a:rect b="b" l="l" r="r" t="t"/>
              <a:pathLst>
                <a:path extrusionOk="0" h="11802" w="11280">
                  <a:moveTo>
                    <a:pt x="0" y="1"/>
                  </a:moveTo>
                  <a:lnTo>
                    <a:pt x="0" y="3902"/>
                  </a:lnTo>
                  <a:lnTo>
                    <a:pt x="11280" y="11801"/>
                  </a:lnTo>
                  <a:lnTo>
                    <a:pt x="11280" y="7901"/>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4314650" y="3851125"/>
              <a:ext cx="282000" cy="295400"/>
            </a:xfrm>
            <a:custGeom>
              <a:rect b="b" l="l" r="r" t="t"/>
              <a:pathLst>
                <a:path extrusionOk="0" h="11816" w="11280">
                  <a:moveTo>
                    <a:pt x="0" y="1"/>
                  </a:moveTo>
                  <a:lnTo>
                    <a:pt x="0" y="3915"/>
                  </a:lnTo>
                  <a:lnTo>
                    <a:pt x="11280" y="11815"/>
                  </a:lnTo>
                  <a:lnTo>
                    <a:pt x="11280" y="7900"/>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4314650" y="4009550"/>
              <a:ext cx="282000" cy="295025"/>
            </a:xfrm>
            <a:custGeom>
              <a:rect b="b" l="l" r="r" t="t"/>
              <a:pathLst>
                <a:path extrusionOk="0" h="11801" w="11280">
                  <a:moveTo>
                    <a:pt x="0" y="0"/>
                  </a:moveTo>
                  <a:lnTo>
                    <a:pt x="0" y="3901"/>
                  </a:lnTo>
                  <a:lnTo>
                    <a:pt x="11280" y="11801"/>
                  </a:lnTo>
                  <a:lnTo>
                    <a:pt x="11280" y="7900"/>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 name="Google Shape;28;p2"/>
          <p:cNvGrpSpPr/>
          <p:nvPr/>
        </p:nvGrpSpPr>
        <p:grpSpPr>
          <a:xfrm>
            <a:off x="-169025" y="-407950"/>
            <a:ext cx="9918798" cy="4970349"/>
            <a:chOff x="-169025" y="-407950"/>
            <a:chExt cx="9918798" cy="4970349"/>
          </a:xfrm>
        </p:grpSpPr>
        <p:pic>
          <p:nvPicPr>
            <p:cNvPr id="29" name="Google Shape;29;p2"/>
            <p:cNvPicPr preferRelativeResize="0"/>
            <p:nvPr/>
          </p:nvPicPr>
          <p:blipFill>
            <a:blip r:embed="rId2">
              <a:alphaModFix/>
            </a:blip>
            <a:stretch>
              <a:fillRect/>
            </a:stretch>
          </p:blipFill>
          <p:spPr>
            <a:xfrm>
              <a:off x="-169025" y="2782275"/>
              <a:ext cx="1621173" cy="1780124"/>
            </a:xfrm>
            <a:prstGeom prst="rect">
              <a:avLst/>
            </a:prstGeom>
            <a:noFill/>
            <a:ln>
              <a:noFill/>
            </a:ln>
          </p:spPr>
        </p:pic>
        <p:grpSp>
          <p:nvGrpSpPr>
            <p:cNvPr id="30" name="Google Shape;30;p2"/>
            <p:cNvGrpSpPr/>
            <p:nvPr/>
          </p:nvGrpSpPr>
          <p:grpSpPr>
            <a:xfrm>
              <a:off x="295663" y="3326450"/>
              <a:ext cx="691775" cy="691775"/>
              <a:chOff x="1323700" y="2294750"/>
              <a:chExt cx="691775" cy="691775"/>
            </a:xfrm>
          </p:grpSpPr>
          <p:sp>
            <p:nvSpPr>
              <p:cNvPr id="31" name="Google Shape;31;p2"/>
              <p:cNvSpPr/>
              <p:nvPr/>
            </p:nvSpPr>
            <p:spPr>
              <a:xfrm>
                <a:off x="1375450" y="2304250"/>
                <a:ext cx="630525" cy="630525"/>
              </a:xfrm>
              <a:custGeom>
                <a:rect b="b" l="l" r="r" t="t"/>
                <a:pathLst>
                  <a:path extrusionOk="0" h="25221" w="25221">
                    <a:moveTo>
                      <a:pt x="4056" y="1"/>
                    </a:moveTo>
                    <a:lnTo>
                      <a:pt x="0" y="4056"/>
                    </a:lnTo>
                    <a:lnTo>
                      <a:pt x="8548" y="12618"/>
                    </a:lnTo>
                    <a:lnTo>
                      <a:pt x="0" y="21165"/>
                    </a:lnTo>
                    <a:lnTo>
                      <a:pt x="4056" y="25221"/>
                    </a:lnTo>
                    <a:lnTo>
                      <a:pt x="12603" y="16673"/>
                    </a:lnTo>
                    <a:lnTo>
                      <a:pt x="21165" y="25221"/>
                    </a:lnTo>
                    <a:lnTo>
                      <a:pt x="25220" y="21165"/>
                    </a:lnTo>
                    <a:lnTo>
                      <a:pt x="16673" y="12618"/>
                    </a:lnTo>
                    <a:lnTo>
                      <a:pt x="25220" y="4056"/>
                    </a:lnTo>
                    <a:lnTo>
                      <a:pt x="21165" y="1"/>
                    </a:lnTo>
                    <a:lnTo>
                      <a:pt x="12603" y="8548"/>
                    </a:lnTo>
                    <a:lnTo>
                      <a:pt x="405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1365925" y="2294750"/>
                <a:ext cx="649550" cy="649550"/>
              </a:xfrm>
              <a:custGeom>
                <a:rect b="b" l="l" r="r" t="t"/>
                <a:pathLst>
                  <a:path extrusionOk="0" h="25982" w="25982">
                    <a:moveTo>
                      <a:pt x="21546" y="747"/>
                    </a:moveTo>
                    <a:lnTo>
                      <a:pt x="25249" y="4436"/>
                    </a:lnTo>
                    <a:lnTo>
                      <a:pt x="16688" y="12984"/>
                    </a:lnTo>
                    <a:lnTo>
                      <a:pt x="25249" y="21531"/>
                    </a:lnTo>
                    <a:lnTo>
                      <a:pt x="21546" y="25235"/>
                    </a:lnTo>
                    <a:lnTo>
                      <a:pt x="12984" y="16673"/>
                    </a:lnTo>
                    <a:lnTo>
                      <a:pt x="4451" y="25235"/>
                    </a:lnTo>
                    <a:lnTo>
                      <a:pt x="747" y="21545"/>
                    </a:lnTo>
                    <a:lnTo>
                      <a:pt x="9295" y="12998"/>
                    </a:lnTo>
                    <a:lnTo>
                      <a:pt x="747" y="4436"/>
                    </a:lnTo>
                    <a:lnTo>
                      <a:pt x="4437" y="747"/>
                    </a:lnTo>
                    <a:lnTo>
                      <a:pt x="12984" y="9308"/>
                    </a:lnTo>
                    <a:lnTo>
                      <a:pt x="21546" y="747"/>
                    </a:lnTo>
                    <a:close/>
                    <a:moveTo>
                      <a:pt x="4437" y="0"/>
                    </a:moveTo>
                    <a:lnTo>
                      <a:pt x="1" y="4436"/>
                    </a:lnTo>
                    <a:lnTo>
                      <a:pt x="8562" y="12998"/>
                    </a:lnTo>
                    <a:lnTo>
                      <a:pt x="1" y="21545"/>
                    </a:lnTo>
                    <a:lnTo>
                      <a:pt x="4437" y="25981"/>
                    </a:lnTo>
                    <a:lnTo>
                      <a:pt x="12984" y="17419"/>
                    </a:lnTo>
                    <a:lnTo>
                      <a:pt x="21546" y="25981"/>
                    </a:lnTo>
                    <a:lnTo>
                      <a:pt x="25982" y="21545"/>
                    </a:lnTo>
                    <a:lnTo>
                      <a:pt x="17434" y="12998"/>
                    </a:lnTo>
                    <a:lnTo>
                      <a:pt x="25982" y="4436"/>
                    </a:lnTo>
                    <a:lnTo>
                      <a:pt x="21546" y="0"/>
                    </a:lnTo>
                    <a:lnTo>
                      <a:pt x="12984" y="8562"/>
                    </a:lnTo>
                    <a:lnTo>
                      <a:pt x="443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1333200" y="2346500"/>
                <a:ext cx="630525" cy="630525"/>
              </a:xfrm>
              <a:custGeom>
                <a:rect b="b" l="l" r="r" t="t"/>
                <a:pathLst>
                  <a:path extrusionOk="0" h="25221" w="25221">
                    <a:moveTo>
                      <a:pt x="4056" y="0"/>
                    </a:moveTo>
                    <a:lnTo>
                      <a:pt x="0" y="4056"/>
                    </a:lnTo>
                    <a:lnTo>
                      <a:pt x="8548" y="12618"/>
                    </a:lnTo>
                    <a:lnTo>
                      <a:pt x="0" y="21165"/>
                    </a:lnTo>
                    <a:lnTo>
                      <a:pt x="4056" y="25221"/>
                    </a:lnTo>
                    <a:lnTo>
                      <a:pt x="12603" y="16673"/>
                    </a:lnTo>
                    <a:lnTo>
                      <a:pt x="21165" y="25221"/>
                    </a:lnTo>
                    <a:lnTo>
                      <a:pt x="25221" y="21165"/>
                    </a:lnTo>
                    <a:lnTo>
                      <a:pt x="16673" y="12618"/>
                    </a:lnTo>
                    <a:lnTo>
                      <a:pt x="25221" y="4056"/>
                    </a:lnTo>
                    <a:lnTo>
                      <a:pt x="21165" y="0"/>
                    </a:lnTo>
                    <a:lnTo>
                      <a:pt x="12603" y="8548"/>
                    </a:lnTo>
                    <a:lnTo>
                      <a:pt x="405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1323700" y="2337350"/>
                <a:ext cx="649525" cy="649175"/>
              </a:xfrm>
              <a:custGeom>
                <a:rect b="b" l="l" r="r" t="t"/>
                <a:pathLst>
                  <a:path extrusionOk="0" h="25967" w="25981">
                    <a:moveTo>
                      <a:pt x="21531" y="733"/>
                    </a:moveTo>
                    <a:lnTo>
                      <a:pt x="25220" y="4422"/>
                    </a:lnTo>
                    <a:lnTo>
                      <a:pt x="16673" y="12984"/>
                    </a:lnTo>
                    <a:lnTo>
                      <a:pt x="25234" y="21531"/>
                    </a:lnTo>
                    <a:lnTo>
                      <a:pt x="21545" y="25221"/>
                    </a:lnTo>
                    <a:lnTo>
                      <a:pt x="12983" y="16673"/>
                    </a:lnTo>
                    <a:lnTo>
                      <a:pt x="4450" y="25221"/>
                    </a:lnTo>
                    <a:lnTo>
                      <a:pt x="746" y="21531"/>
                    </a:lnTo>
                    <a:lnTo>
                      <a:pt x="9294" y="12984"/>
                    </a:lnTo>
                    <a:lnTo>
                      <a:pt x="732" y="4422"/>
                    </a:lnTo>
                    <a:lnTo>
                      <a:pt x="4436" y="747"/>
                    </a:lnTo>
                    <a:lnTo>
                      <a:pt x="12983" y="9294"/>
                    </a:lnTo>
                    <a:lnTo>
                      <a:pt x="21531" y="733"/>
                    </a:lnTo>
                    <a:close/>
                    <a:moveTo>
                      <a:pt x="4436" y="0"/>
                    </a:moveTo>
                    <a:lnTo>
                      <a:pt x="0" y="4422"/>
                    </a:lnTo>
                    <a:lnTo>
                      <a:pt x="8548" y="12984"/>
                    </a:lnTo>
                    <a:lnTo>
                      <a:pt x="0" y="21531"/>
                    </a:lnTo>
                    <a:lnTo>
                      <a:pt x="4436" y="25967"/>
                    </a:lnTo>
                    <a:lnTo>
                      <a:pt x="12983" y="17419"/>
                    </a:lnTo>
                    <a:lnTo>
                      <a:pt x="21545" y="25967"/>
                    </a:lnTo>
                    <a:lnTo>
                      <a:pt x="25981" y="21531"/>
                    </a:lnTo>
                    <a:lnTo>
                      <a:pt x="17433" y="12984"/>
                    </a:lnTo>
                    <a:lnTo>
                      <a:pt x="25967" y="4422"/>
                    </a:lnTo>
                    <a:lnTo>
                      <a:pt x="21545" y="0"/>
                    </a:lnTo>
                    <a:lnTo>
                      <a:pt x="12983" y="8548"/>
                    </a:lnTo>
                    <a:lnTo>
                      <a:pt x="443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35" name="Google Shape;35;p2"/>
            <p:cNvPicPr preferRelativeResize="0"/>
            <p:nvPr/>
          </p:nvPicPr>
          <p:blipFill>
            <a:blip r:embed="rId3">
              <a:alphaModFix/>
            </a:blip>
            <a:stretch>
              <a:fillRect/>
            </a:stretch>
          </p:blipFill>
          <p:spPr>
            <a:xfrm>
              <a:off x="7747050" y="-407950"/>
              <a:ext cx="2002724" cy="1823770"/>
            </a:xfrm>
            <a:prstGeom prst="rect">
              <a:avLst/>
            </a:prstGeom>
            <a:noFill/>
            <a:ln>
              <a:noFill/>
            </a:ln>
          </p:spPr>
        </p:pic>
      </p:grpSp>
      <p:sp>
        <p:nvSpPr>
          <p:cNvPr id="36" name="Google Shape;36;p2"/>
          <p:cNvSpPr/>
          <p:nvPr/>
        </p:nvSpPr>
        <p:spPr>
          <a:xfrm>
            <a:off x="610200" y="499775"/>
            <a:ext cx="299426" cy="299426"/>
          </a:xfrm>
          <a:custGeom>
            <a:rect b="b" l="l" r="r" t="t"/>
            <a:pathLst>
              <a:path extrusionOk="0" h="17927" w="17927">
                <a:moveTo>
                  <a:pt x="1" y="0"/>
                </a:moveTo>
                <a:lnTo>
                  <a:pt x="1" y="5985"/>
                </a:lnTo>
                <a:lnTo>
                  <a:pt x="1" y="17926"/>
                </a:lnTo>
                <a:lnTo>
                  <a:pt x="5986" y="17926"/>
                </a:lnTo>
                <a:lnTo>
                  <a:pt x="5986" y="5985"/>
                </a:lnTo>
                <a:lnTo>
                  <a:pt x="17927" y="5985"/>
                </a:lnTo>
                <a:lnTo>
                  <a:pt x="1792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7" name="Shape 37"/>
        <p:cNvGrpSpPr/>
        <p:nvPr/>
      </p:nvGrpSpPr>
      <p:grpSpPr>
        <a:xfrm>
          <a:off x="0" y="0"/>
          <a:ext cx="0" cy="0"/>
          <a:chOff x="0" y="0"/>
          <a:chExt cx="0" cy="0"/>
        </a:xfrm>
      </p:grpSpPr>
      <p:sp>
        <p:nvSpPr>
          <p:cNvPr id="38" name="Google Shape;38;p3"/>
          <p:cNvSpPr txBox="1"/>
          <p:nvPr>
            <p:ph type="title"/>
          </p:nvPr>
        </p:nvSpPr>
        <p:spPr>
          <a:xfrm>
            <a:off x="4047175" y="2806000"/>
            <a:ext cx="4383600" cy="781500"/>
          </a:xfrm>
          <a:prstGeom prst="rect">
            <a:avLst/>
          </a:prstGeom>
        </p:spPr>
        <p:txBody>
          <a:bodyPr anchorCtr="0" anchor="t" bIns="91425" lIns="91425" spcFirstLastPara="1" rIns="91425" wrap="square" tIns="91425">
            <a:noAutofit/>
          </a:bodyPr>
          <a:lstStyle>
            <a:lvl1pPr lvl="0" algn="l">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39" name="Google Shape;39;p3"/>
          <p:cNvSpPr txBox="1"/>
          <p:nvPr>
            <p:ph hasCustomPrompt="1" idx="2" type="title"/>
          </p:nvPr>
        </p:nvSpPr>
        <p:spPr>
          <a:xfrm>
            <a:off x="4047175" y="1556000"/>
            <a:ext cx="1332600" cy="841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6000">
                <a:solidFill>
                  <a:schemeClr val="dk2"/>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40" name="Google Shape;40;p3"/>
          <p:cNvSpPr/>
          <p:nvPr>
            <p:ph idx="3" type="pic"/>
          </p:nvPr>
        </p:nvSpPr>
        <p:spPr>
          <a:xfrm>
            <a:off x="713225" y="1203600"/>
            <a:ext cx="2760600" cy="2736300"/>
          </a:xfrm>
          <a:prstGeom prst="ellipse">
            <a:avLst/>
          </a:prstGeom>
          <a:noFill/>
          <a:ln cap="flat" cmpd="sng" w="9525">
            <a:solidFill>
              <a:schemeClr val="dk1"/>
            </a:solidFill>
            <a:prstDash val="solid"/>
            <a:round/>
            <a:headEnd len="sm" w="sm" type="none"/>
            <a:tailEnd len="sm" w="sm" type="none"/>
          </a:ln>
        </p:spPr>
      </p:sp>
      <p:grpSp>
        <p:nvGrpSpPr>
          <p:cNvPr id="41" name="Google Shape;41;p3"/>
          <p:cNvGrpSpPr/>
          <p:nvPr/>
        </p:nvGrpSpPr>
        <p:grpSpPr>
          <a:xfrm>
            <a:off x="816250" y="4703275"/>
            <a:ext cx="7511400" cy="238200"/>
            <a:chOff x="816250" y="4703275"/>
            <a:chExt cx="7511400" cy="238200"/>
          </a:xfrm>
        </p:grpSpPr>
        <p:grpSp>
          <p:nvGrpSpPr>
            <p:cNvPr id="42" name="Google Shape;42;p3"/>
            <p:cNvGrpSpPr/>
            <p:nvPr/>
          </p:nvGrpSpPr>
          <p:grpSpPr>
            <a:xfrm>
              <a:off x="816250" y="4703275"/>
              <a:ext cx="7511400" cy="238200"/>
              <a:chOff x="816250" y="4630450"/>
              <a:chExt cx="7511400" cy="238200"/>
            </a:xfrm>
          </p:grpSpPr>
          <p:sp>
            <p:nvSpPr>
              <p:cNvPr id="43" name="Google Shape;43;p3"/>
              <p:cNvSpPr/>
              <p:nvPr/>
            </p:nvSpPr>
            <p:spPr>
              <a:xfrm>
                <a:off x="816250" y="4630450"/>
                <a:ext cx="7511400" cy="2382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3"/>
              <p:cNvSpPr/>
              <p:nvPr/>
            </p:nvSpPr>
            <p:spPr>
              <a:xfrm rot="5400000">
                <a:off x="8018000" y="4558475"/>
                <a:ext cx="237300" cy="3819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a:hlinkClick action="ppaction://hlinkshowjump?jump=previousslide"/>
              </p:cNvPr>
              <p:cNvSpPr/>
              <p:nvPr/>
            </p:nvSpPr>
            <p:spPr>
              <a:xfrm rot="-5400000">
                <a:off x="892550" y="4695100"/>
                <a:ext cx="125700" cy="108900"/>
              </a:xfrm>
              <a:prstGeom prst="triangl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a:hlinkClick action="ppaction://hlinkshowjump?jump=nextslide"/>
              </p:cNvPr>
              <p:cNvSpPr/>
              <p:nvPr/>
            </p:nvSpPr>
            <p:spPr>
              <a:xfrm flipH="1" rot="5400000">
                <a:off x="1084525" y="4695100"/>
                <a:ext cx="125700" cy="108900"/>
              </a:xfrm>
              <a:prstGeom prst="triangl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 name="Google Shape;47;p3"/>
            <p:cNvGrpSpPr/>
            <p:nvPr/>
          </p:nvGrpSpPr>
          <p:grpSpPr>
            <a:xfrm>
              <a:off x="8051978" y="4744266"/>
              <a:ext cx="158283" cy="156216"/>
              <a:chOff x="8058597" y="4744266"/>
              <a:chExt cx="158283" cy="156216"/>
            </a:xfrm>
          </p:grpSpPr>
          <p:sp>
            <p:nvSpPr>
              <p:cNvPr id="48" name="Google Shape;48;p3">
                <a:hlinkClick action="ppaction://hlinkshowjump?jump=firstslide"/>
              </p:cNvPr>
              <p:cNvSpPr/>
              <p:nvPr/>
            </p:nvSpPr>
            <p:spPr>
              <a:xfrm>
                <a:off x="8170770" y="4753449"/>
                <a:ext cx="26957" cy="25369"/>
              </a:xfrm>
              <a:custGeom>
                <a:rect b="b" l="l" r="r" t="t"/>
                <a:pathLst>
                  <a:path extrusionOk="0" h="3130" w="3326">
                    <a:moveTo>
                      <a:pt x="482" y="1"/>
                    </a:moveTo>
                    <a:cubicBezTo>
                      <a:pt x="280" y="1"/>
                      <a:pt x="95" y="114"/>
                      <a:pt x="1" y="293"/>
                    </a:cubicBezTo>
                    <a:lnTo>
                      <a:pt x="3322" y="3130"/>
                    </a:lnTo>
                    <a:lnTo>
                      <a:pt x="3322" y="564"/>
                    </a:lnTo>
                    <a:cubicBezTo>
                      <a:pt x="3325" y="253"/>
                      <a:pt x="3072" y="1"/>
                      <a:pt x="2761" y="1"/>
                    </a:cubicBezTo>
                    <a:cubicBezTo>
                      <a:pt x="2760" y="1"/>
                      <a:pt x="2758" y="1"/>
                      <a:pt x="2756" y="1"/>
                    </a:cubicBezTo>
                    <a:lnTo>
                      <a:pt x="497" y="1"/>
                    </a:lnTo>
                    <a:cubicBezTo>
                      <a:pt x="492" y="1"/>
                      <a:pt x="487" y="1"/>
                      <a:pt x="48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 name="Google Shape;49;p3">
                <a:hlinkClick action="ppaction://hlinkshowjump?jump=firstslide"/>
              </p:cNvPr>
              <p:cNvSpPr/>
              <p:nvPr/>
            </p:nvSpPr>
            <p:spPr>
              <a:xfrm>
                <a:off x="8120106" y="4854105"/>
                <a:ext cx="36618" cy="46377"/>
              </a:xfrm>
              <a:custGeom>
                <a:rect b="b" l="l" r="r" t="t"/>
                <a:pathLst>
                  <a:path extrusionOk="0" h="5722" w="4518">
                    <a:moveTo>
                      <a:pt x="2822" y="1130"/>
                    </a:moveTo>
                    <a:cubicBezTo>
                      <a:pt x="3325" y="1130"/>
                      <a:pt x="3578" y="1738"/>
                      <a:pt x="3222" y="2093"/>
                    </a:cubicBezTo>
                    <a:cubicBezTo>
                      <a:pt x="3106" y="2209"/>
                      <a:pt x="2964" y="2260"/>
                      <a:pt x="2825" y="2260"/>
                    </a:cubicBezTo>
                    <a:cubicBezTo>
                      <a:pt x="2535" y="2260"/>
                      <a:pt x="2259" y="2036"/>
                      <a:pt x="2259" y="1696"/>
                    </a:cubicBezTo>
                    <a:cubicBezTo>
                      <a:pt x="2259" y="1383"/>
                      <a:pt x="2509" y="1130"/>
                      <a:pt x="2822" y="1130"/>
                    </a:cubicBezTo>
                    <a:close/>
                    <a:moveTo>
                      <a:pt x="0" y="1"/>
                    </a:moveTo>
                    <a:lnTo>
                      <a:pt x="0" y="5722"/>
                    </a:lnTo>
                    <a:lnTo>
                      <a:pt x="4517" y="5722"/>
                    </a:lnTo>
                    <a:lnTo>
                      <a:pt x="451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 name="Google Shape;50;p3">
                <a:hlinkClick action="ppaction://hlinkshowjump?jump=firstslide"/>
              </p:cNvPr>
              <p:cNvSpPr/>
              <p:nvPr/>
            </p:nvSpPr>
            <p:spPr>
              <a:xfrm>
                <a:off x="8128941" y="4808344"/>
                <a:ext cx="18309" cy="18309"/>
              </a:xfrm>
              <a:custGeom>
                <a:rect b="b" l="l" r="r" t="t"/>
                <a:pathLst>
                  <a:path extrusionOk="0" h="2259" w="2259">
                    <a:moveTo>
                      <a:pt x="0" y="0"/>
                    </a:moveTo>
                    <a:lnTo>
                      <a:pt x="0" y="2259"/>
                    </a:lnTo>
                    <a:lnTo>
                      <a:pt x="2259" y="2259"/>
                    </a:lnTo>
                    <a:lnTo>
                      <a:pt x="225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1" name="Google Shape;51;p3">
                <a:hlinkClick action="ppaction://hlinkshowjump?jump=firstslide"/>
              </p:cNvPr>
              <p:cNvSpPr/>
              <p:nvPr/>
            </p:nvSpPr>
            <p:spPr>
              <a:xfrm>
                <a:off x="8058597" y="4744266"/>
                <a:ext cx="158283" cy="77103"/>
              </a:xfrm>
              <a:custGeom>
                <a:rect b="b" l="l" r="r" t="t"/>
                <a:pathLst>
                  <a:path extrusionOk="0" h="9513" w="19529">
                    <a:moveTo>
                      <a:pt x="9821" y="0"/>
                    </a:moveTo>
                    <a:cubicBezTo>
                      <a:pt x="9559" y="0"/>
                      <a:pt x="9297" y="92"/>
                      <a:pt x="9086" y="276"/>
                    </a:cubicBezTo>
                    <a:lnTo>
                      <a:pt x="531" y="7521"/>
                    </a:lnTo>
                    <a:cubicBezTo>
                      <a:pt x="61" y="7921"/>
                      <a:pt x="1" y="8626"/>
                      <a:pt x="395" y="9099"/>
                    </a:cubicBezTo>
                    <a:cubicBezTo>
                      <a:pt x="620" y="9369"/>
                      <a:pt x="942" y="9508"/>
                      <a:pt x="1266" y="9508"/>
                    </a:cubicBezTo>
                    <a:cubicBezTo>
                      <a:pt x="1525" y="9508"/>
                      <a:pt x="1785" y="9419"/>
                      <a:pt x="1997" y="9237"/>
                    </a:cubicBezTo>
                    <a:lnTo>
                      <a:pt x="9821" y="2622"/>
                    </a:lnTo>
                    <a:lnTo>
                      <a:pt x="17544" y="9240"/>
                    </a:lnTo>
                    <a:cubicBezTo>
                      <a:pt x="17759" y="9425"/>
                      <a:pt x="18019" y="9513"/>
                      <a:pt x="18278" y="9513"/>
                    </a:cubicBezTo>
                    <a:cubicBezTo>
                      <a:pt x="18661" y="9513"/>
                      <a:pt x="19039" y="9318"/>
                      <a:pt x="19252" y="8954"/>
                    </a:cubicBezTo>
                    <a:cubicBezTo>
                      <a:pt x="19529" y="8482"/>
                      <a:pt x="19430" y="7879"/>
                      <a:pt x="19014" y="7524"/>
                    </a:cubicBezTo>
                    <a:lnTo>
                      <a:pt x="10555" y="276"/>
                    </a:lnTo>
                    <a:cubicBezTo>
                      <a:pt x="10345" y="92"/>
                      <a:pt x="10083" y="0"/>
                      <a:pt x="982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2" name="Google Shape;52;p3">
                <a:hlinkClick action="ppaction://hlinkshowjump?jump=firstslide"/>
              </p:cNvPr>
              <p:cNvSpPr/>
              <p:nvPr/>
            </p:nvSpPr>
            <p:spPr>
              <a:xfrm>
                <a:off x="8077733" y="4777545"/>
                <a:ext cx="119889" cy="122937"/>
              </a:xfrm>
              <a:custGeom>
                <a:rect b="b" l="l" r="r" t="t"/>
                <a:pathLst>
                  <a:path extrusionOk="0" h="15168" w="14792">
                    <a:moveTo>
                      <a:pt x="9143" y="2671"/>
                    </a:moveTo>
                    <a:cubicBezTo>
                      <a:pt x="9453" y="2671"/>
                      <a:pt x="9706" y="2924"/>
                      <a:pt x="9706" y="3237"/>
                    </a:cubicBezTo>
                    <a:lnTo>
                      <a:pt x="9706" y="6625"/>
                    </a:lnTo>
                    <a:cubicBezTo>
                      <a:pt x="9706" y="6935"/>
                      <a:pt x="9453" y="7188"/>
                      <a:pt x="9143" y="7188"/>
                    </a:cubicBezTo>
                    <a:lnTo>
                      <a:pt x="5755" y="7188"/>
                    </a:lnTo>
                    <a:cubicBezTo>
                      <a:pt x="5442" y="7188"/>
                      <a:pt x="5189" y="6935"/>
                      <a:pt x="5189" y="6625"/>
                    </a:cubicBezTo>
                    <a:lnTo>
                      <a:pt x="5189" y="3237"/>
                    </a:lnTo>
                    <a:cubicBezTo>
                      <a:pt x="5189" y="2924"/>
                      <a:pt x="5442" y="2671"/>
                      <a:pt x="5755" y="2671"/>
                    </a:cubicBezTo>
                    <a:close/>
                    <a:moveTo>
                      <a:pt x="7448" y="0"/>
                    </a:moveTo>
                    <a:lnTo>
                      <a:pt x="4" y="6291"/>
                    </a:lnTo>
                    <a:lnTo>
                      <a:pt x="4" y="14605"/>
                    </a:lnTo>
                    <a:cubicBezTo>
                      <a:pt x="1" y="14913"/>
                      <a:pt x="254" y="15168"/>
                      <a:pt x="564" y="15168"/>
                    </a:cubicBezTo>
                    <a:cubicBezTo>
                      <a:pt x="566" y="15168"/>
                      <a:pt x="568" y="15168"/>
                      <a:pt x="570" y="15168"/>
                    </a:cubicBezTo>
                    <a:lnTo>
                      <a:pt x="4060" y="15168"/>
                    </a:lnTo>
                    <a:lnTo>
                      <a:pt x="4060" y="8883"/>
                    </a:lnTo>
                    <a:cubicBezTo>
                      <a:pt x="4060" y="8570"/>
                      <a:pt x="4313" y="8317"/>
                      <a:pt x="4626" y="8317"/>
                    </a:cubicBezTo>
                    <a:lnTo>
                      <a:pt x="10272" y="8317"/>
                    </a:lnTo>
                    <a:cubicBezTo>
                      <a:pt x="10582" y="8317"/>
                      <a:pt x="10835" y="8570"/>
                      <a:pt x="10835" y="8883"/>
                    </a:cubicBezTo>
                    <a:lnTo>
                      <a:pt x="10835" y="15168"/>
                    </a:lnTo>
                    <a:lnTo>
                      <a:pt x="14223" y="15168"/>
                    </a:lnTo>
                    <a:cubicBezTo>
                      <a:pt x="14225" y="15168"/>
                      <a:pt x="14227" y="15168"/>
                      <a:pt x="14228" y="15168"/>
                    </a:cubicBezTo>
                    <a:cubicBezTo>
                      <a:pt x="14539" y="15168"/>
                      <a:pt x="14792" y="14913"/>
                      <a:pt x="14789" y="14605"/>
                    </a:cubicBezTo>
                    <a:lnTo>
                      <a:pt x="14789" y="6291"/>
                    </a:lnTo>
                    <a:lnTo>
                      <a:pt x="744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sp>
        <p:nvSpPr>
          <p:cNvPr id="53" name="Google Shape;53;p3"/>
          <p:cNvSpPr/>
          <p:nvPr/>
        </p:nvSpPr>
        <p:spPr>
          <a:xfrm>
            <a:off x="562575" y="377125"/>
            <a:ext cx="448175" cy="448175"/>
          </a:xfrm>
          <a:custGeom>
            <a:rect b="b" l="l" r="r" t="t"/>
            <a:pathLst>
              <a:path extrusionOk="0" h="17927" w="17927">
                <a:moveTo>
                  <a:pt x="1" y="0"/>
                </a:moveTo>
                <a:lnTo>
                  <a:pt x="1" y="5985"/>
                </a:lnTo>
                <a:lnTo>
                  <a:pt x="1" y="17926"/>
                </a:lnTo>
                <a:lnTo>
                  <a:pt x="5986" y="17926"/>
                </a:lnTo>
                <a:lnTo>
                  <a:pt x="5986" y="5985"/>
                </a:lnTo>
                <a:lnTo>
                  <a:pt x="17927" y="5985"/>
                </a:lnTo>
                <a:lnTo>
                  <a:pt x="1792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4" name="Shape 54"/>
        <p:cNvGrpSpPr/>
        <p:nvPr/>
      </p:nvGrpSpPr>
      <p:grpSpPr>
        <a:xfrm>
          <a:off x="0" y="0"/>
          <a:ext cx="0" cy="0"/>
          <a:chOff x="0" y="0"/>
          <a:chExt cx="0" cy="0"/>
        </a:xfrm>
      </p:grpSpPr>
      <p:sp>
        <p:nvSpPr>
          <p:cNvPr id="55" name="Google Shape;55;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56" name="Google Shape;56;p4"/>
          <p:cNvSpPr txBox="1"/>
          <p:nvPr>
            <p:ph idx="1" type="body"/>
          </p:nvPr>
        </p:nvSpPr>
        <p:spPr>
          <a:xfrm>
            <a:off x="720000" y="1215750"/>
            <a:ext cx="7704000" cy="24555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SzPts val="1200"/>
              <a:buFont typeface="Nunito Light"/>
              <a:buChar char="●"/>
              <a:defRPr/>
            </a:lvl1pPr>
            <a:lvl2pPr indent="-304800" lvl="1" marL="914400" rtl="0">
              <a:lnSpc>
                <a:spcPct val="100000"/>
              </a:lnSpc>
              <a:spcBef>
                <a:spcPts val="0"/>
              </a:spcBef>
              <a:spcAft>
                <a:spcPts val="0"/>
              </a:spcAft>
              <a:buSzPts val="1200"/>
              <a:buFont typeface="Nunito Light"/>
              <a:buChar char="○"/>
              <a:defRPr/>
            </a:lvl2pPr>
            <a:lvl3pPr indent="-304800" lvl="2" marL="1371600" rtl="0">
              <a:lnSpc>
                <a:spcPct val="100000"/>
              </a:lnSpc>
              <a:spcBef>
                <a:spcPts val="0"/>
              </a:spcBef>
              <a:spcAft>
                <a:spcPts val="0"/>
              </a:spcAft>
              <a:buSzPts val="1200"/>
              <a:buFont typeface="Nunito Light"/>
              <a:buChar char="■"/>
              <a:defRPr/>
            </a:lvl3pPr>
            <a:lvl4pPr indent="-304800" lvl="3" marL="1828800" rtl="0">
              <a:lnSpc>
                <a:spcPct val="100000"/>
              </a:lnSpc>
              <a:spcBef>
                <a:spcPts val="0"/>
              </a:spcBef>
              <a:spcAft>
                <a:spcPts val="0"/>
              </a:spcAft>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grpSp>
        <p:nvGrpSpPr>
          <p:cNvPr id="57" name="Google Shape;57;p4"/>
          <p:cNvGrpSpPr/>
          <p:nvPr/>
        </p:nvGrpSpPr>
        <p:grpSpPr>
          <a:xfrm>
            <a:off x="816250" y="4703275"/>
            <a:ext cx="7511400" cy="238200"/>
            <a:chOff x="816250" y="4703275"/>
            <a:chExt cx="7511400" cy="238200"/>
          </a:xfrm>
        </p:grpSpPr>
        <p:grpSp>
          <p:nvGrpSpPr>
            <p:cNvPr id="58" name="Google Shape;58;p4"/>
            <p:cNvGrpSpPr/>
            <p:nvPr/>
          </p:nvGrpSpPr>
          <p:grpSpPr>
            <a:xfrm>
              <a:off x="816250" y="4703275"/>
              <a:ext cx="7511400" cy="238200"/>
              <a:chOff x="816250" y="4630450"/>
              <a:chExt cx="7511400" cy="238200"/>
            </a:xfrm>
          </p:grpSpPr>
          <p:sp>
            <p:nvSpPr>
              <p:cNvPr id="59" name="Google Shape;59;p4"/>
              <p:cNvSpPr/>
              <p:nvPr/>
            </p:nvSpPr>
            <p:spPr>
              <a:xfrm>
                <a:off x="816250" y="4630450"/>
                <a:ext cx="7511400" cy="2382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4"/>
              <p:cNvSpPr/>
              <p:nvPr/>
            </p:nvSpPr>
            <p:spPr>
              <a:xfrm rot="5400000">
                <a:off x="8018000" y="4558475"/>
                <a:ext cx="237300" cy="3819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4">
                <a:hlinkClick action="ppaction://hlinkshowjump?jump=previousslide"/>
              </p:cNvPr>
              <p:cNvSpPr/>
              <p:nvPr/>
            </p:nvSpPr>
            <p:spPr>
              <a:xfrm rot="-5400000">
                <a:off x="892550" y="4695100"/>
                <a:ext cx="125700" cy="108900"/>
              </a:xfrm>
              <a:prstGeom prst="triangl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4">
                <a:hlinkClick action="ppaction://hlinkshowjump?jump=nextslide"/>
              </p:cNvPr>
              <p:cNvSpPr/>
              <p:nvPr/>
            </p:nvSpPr>
            <p:spPr>
              <a:xfrm flipH="1" rot="5400000">
                <a:off x="1084525" y="4695100"/>
                <a:ext cx="125700" cy="108900"/>
              </a:xfrm>
              <a:prstGeom prst="triangl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 name="Google Shape;63;p4"/>
            <p:cNvGrpSpPr/>
            <p:nvPr/>
          </p:nvGrpSpPr>
          <p:grpSpPr>
            <a:xfrm>
              <a:off x="8051978" y="4744266"/>
              <a:ext cx="158283" cy="156216"/>
              <a:chOff x="8058597" y="4744266"/>
              <a:chExt cx="158283" cy="156216"/>
            </a:xfrm>
          </p:grpSpPr>
          <p:sp>
            <p:nvSpPr>
              <p:cNvPr id="64" name="Google Shape;64;p4">
                <a:hlinkClick action="ppaction://hlinkshowjump?jump=firstslide"/>
              </p:cNvPr>
              <p:cNvSpPr/>
              <p:nvPr/>
            </p:nvSpPr>
            <p:spPr>
              <a:xfrm>
                <a:off x="8170770" y="4753449"/>
                <a:ext cx="26957" cy="25369"/>
              </a:xfrm>
              <a:custGeom>
                <a:rect b="b" l="l" r="r" t="t"/>
                <a:pathLst>
                  <a:path extrusionOk="0" h="3130" w="3326">
                    <a:moveTo>
                      <a:pt x="482" y="1"/>
                    </a:moveTo>
                    <a:cubicBezTo>
                      <a:pt x="280" y="1"/>
                      <a:pt x="95" y="114"/>
                      <a:pt x="1" y="293"/>
                    </a:cubicBezTo>
                    <a:lnTo>
                      <a:pt x="3322" y="3130"/>
                    </a:lnTo>
                    <a:lnTo>
                      <a:pt x="3322" y="564"/>
                    </a:lnTo>
                    <a:cubicBezTo>
                      <a:pt x="3325" y="253"/>
                      <a:pt x="3072" y="1"/>
                      <a:pt x="2761" y="1"/>
                    </a:cubicBezTo>
                    <a:cubicBezTo>
                      <a:pt x="2760" y="1"/>
                      <a:pt x="2758" y="1"/>
                      <a:pt x="2756" y="1"/>
                    </a:cubicBezTo>
                    <a:lnTo>
                      <a:pt x="497" y="1"/>
                    </a:lnTo>
                    <a:cubicBezTo>
                      <a:pt x="492" y="1"/>
                      <a:pt x="487" y="1"/>
                      <a:pt x="48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5" name="Google Shape;65;p4">
                <a:hlinkClick action="ppaction://hlinkshowjump?jump=firstslide"/>
              </p:cNvPr>
              <p:cNvSpPr/>
              <p:nvPr/>
            </p:nvSpPr>
            <p:spPr>
              <a:xfrm>
                <a:off x="8120106" y="4854105"/>
                <a:ext cx="36618" cy="46377"/>
              </a:xfrm>
              <a:custGeom>
                <a:rect b="b" l="l" r="r" t="t"/>
                <a:pathLst>
                  <a:path extrusionOk="0" h="5722" w="4518">
                    <a:moveTo>
                      <a:pt x="2822" y="1130"/>
                    </a:moveTo>
                    <a:cubicBezTo>
                      <a:pt x="3325" y="1130"/>
                      <a:pt x="3578" y="1738"/>
                      <a:pt x="3222" y="2093"/>
                    </a:cubicBezTo>
                    <a:cubicBezTo>
                      <a:pt x="3106" y="2209"/>
                      <a:pt x="2964" y="2260"/>
                      <a:pt x="2825" y="2260"/>
                    </a:cubicBezTo>
                    <a:cubicBezTo>
                      <a:pt x="2535" y="2260"/>
                      <a:pt x="2259" y="2036"/>
                      <a:pt x="2259" y="1696"/>
                    </a:cubicBezTo>
                    <a:cubicBezTo>
                      <a:pt x="2259" y="1383"/>
                      <a:pt x="2509" y="1130"/>
                      <a:pt x="2822" y="1130"/>
                    </a:cubicBezTo>
                    <a:close/>
                    <a:moveTo>
                      <a:pt x="0" y="1"/>
                    </a:moveTo>
                    <a:lnTo>
                      <a:pt x="0" y="5722"/>
                    </a:lnTo>
                    <a:lnTo>
                      <a:pt x="4517" y="5722"/>
                    </a:lnTo>
                    <a:lnTo>
                      <a:pt x="451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6" name="Google Shape;66;p4">
                <a:hlinkClick action="ppaction://hlinkshowjump?jump=firstslide"/>
              </p:cNvPr>
              <p:cNvSpPr/>
              <p:nvPr/>
            </p:nvSpPr>
            <p:spPr>
              <a:xfrm>
                <a:off x="8128941" y="4808344"/>
                <a:ext cx="18309" cy="18309"/>
              </a:xfrm>
              <a:custGeom>
                <a:rect b="b" l="l" r="r" t="t"/>
                <a:pathLst>
                  <a:path extrusionOk="0" h="2259" w="2259">
                    <a:moveTo>
                      <a:pt x="0" y="0"/>
                    </a:moveTo>
                    <a:lnTo>
                      <a:pt x="0" y="2259"/>
                    </a:lnTo>
                    <a:lnTo>
                      <a:pt x="2259" y="2259"/>
                    </a:lnTo>
                    <a:lnTo>
                      <a:pt x="225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7" name="Google Shape;67;p4">
                <a:hlinkClick action="ppaction://hlinkshowjump?jump=firstslide"/>
              </p:cNvPr>
              <p:cNvSpPr/>
              <p:nvPr/>
            </p:nvSpPr>
            <p:spPr>
              <a:xfrm>
                <a:off x="8058597" y="4744266"/>
                <a:ext cx="158283" cy="77103"/>
              </a:xfrm>
              <a:custGeom>
                <a:rect b="b" l="l" r="r" t="t"/>
                <a:pathLst>
                  <a:path extrusionOk="0" h="9513" w="19529">
                    <a:moveTo>
                      <a:pt x="9821" y="0"/>
                    </a:moveTo>
                    <a:cubicBezTo>
                      <a:pt x="9559" y="0"/>
                      <a:pt x="9297" y="92"/>
                      <a:pt x="9086" y="276"/>
                    </a:cubicBezTo>
                    <a:lnTo>
                      <a:pt x="531" y="7521"/>
                    </a:lnTo>
                    <a:cubicBezTo>
                      <a:pt x="61" y="7921"/>
                      <a:pt x="1" y="8626"/>
                      <a:pt x="395" y="9099"/>
                    </a:cubicBezTo>
                    <a:cubicBezTo>
                      <a:pt x="620" y="9369"/>
                      <a:pt x="942" y="9508"/>
                      <a:pt x="1266" y="9508"/>
                    </a:cubicBezTo>
                    <a:cubicBezTo>
                      <a:pt x="1525" y="9508"/>
                      <a:pt x="1785" y="9419"/>
                      <a:pt x="1997" y="9237"/>
                    </a:cubicBezTo>
                    <a:lnTo>
                      <a:pt x="9821" y="2622"/>
                    </a:lnTo>
                    <a:lnTo>
                      <a:pt x="17544" y="9240"/>
                    </a:lnTo>
                    <a:cubicBezTo>
                      <a:pt x="17759" y="9425"/>
                      <a:pt x="18019" y="9513"/>
                      <a:pt x="18278" y="9513"/>
                    </a:cubicBezTo>
                    <a:cubicBezTo>
                      <a:pt x="18661" y="9513"/>
                      <a:pt x="19039" y="9318"/>
                      <a:pt x="19252" y="8954"/>
                    </a:cubicBezTo>
                    <a:cubicBezTo>
                      <a:pt x="19529" y="8482"/>
                      <a:pt x="19430" y="7879"/>
                      <a:pt x="19014" y="7524"/>
                    </a:cubicBezTo>
                    <a:lnTo>
                      <a:pt x="10555" y="276"/>
                    </a:lnTo>
                    <a:cubicBezTo>
                      <a:pt x="10345" y="92"/>
                      <a:pt x="10083" y="0"/>
                      <a:pt x="982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8" name="Google Shape;68;p4">
                <a:hlinkClick action="ppaction://hlinkshowjump?jump=firstslide"/>
              </p:cNvPr>
              <p:cNvSpPr/>
              <p:nvPr/>
            </p:nvSpPr>
            <p:spPr>
              <a:xfrm>
                <a:off x="8077733" y="4777545"/>
                <a:ext cx="119889" cy="122937"/>
              </a:xfrm>
              <a:custGeom>
                <a:rect b="b" l="l" r="r" t="t"/>
                <a:pathLst>
                  <a:path extrusionOk="0" h="15168" w="14792">
                    <a:moveTo>
                      <a:pt x="9143" y="2671"/>
                    </a:moveTo>
                    <a:cubicBezTo>
                      <a:pt x="9453" y="2671"/>
                      <a:pt x="9706" y="2924"/>
                      <a:pt x="9706" y="3237"/>
                    </a:cubicBezTo>
                    <a:lnTo>
                      <a:pt x="9706" y="6625"/>
                    </a:lnTo>
                    <a:cubicBezTo>
                      <a:pt x="9706" y="6935"/>
                      <a:pt x="9453" y="7188"/>
                      <a:pt x="9143" y="7188"/>
                    </a:cubicBezTo>
                    <a:lnTo>
                      <a:pt x="5755" y="7188"/>
                    </a:lnTo>
                    <a:cubicBezTo>
                      <a:pt x="5442" y="7188"/>
                      <a:pt x="5189" y="6935"/>
                      <a:pt x="5189" y="6625"/>
                    </a:cubicBezTo>
                    <a:lnTo>
                      <a:pt x="5189" y="3237"/>
                    </a:lnTo>
                    <a:cubicBezTo>
                      <a:pt x="5189" y="2924"/>
                      <a:pt x="5442" y="2671"/>
                      <a:pt x="5755" y="2671"/>
                    </a:cubicBezTo>
                    <a:close/>
                    <a:moveTo>
                      <a:pt x="7448" y="0"/>
                    </a:moveTo>
                    <a:lnTo>
                      <a:pt x="4" y="6291"/>
                    </a:lnTo>
                    <a:lnTo>
                      <a:pt x="4" y="14605"/>
                    </a:lnTo>
                    <a:cubicBezTo>
                      <a:pt x="1" y="14913"/>
                      <a:pt x="254" y="15168"/>
                      <a:pt x="564" y="15168"/>
                    </a:cubicBezTo>
                    <a:cubicBezTo>
                      <a:pt x="566" y="15168"/>
                      <a:pt x="568" y="15168"/>
                      <a:pt x="570" y="15168"/>
                    </a:cubicBezTo>
                    <a:lnTo>
                      <a:pt x="4060" y="15168"/>
                    </a:lnTo>
                    <a:lnTo>
                      <a:pt x="4060" y="8883"/>
                    </a:lnTo>
                    <a:cubicBezTo>
                      <a:pt x="4060" y="8570"/>
                      <a:pt x="4313" y="8317"/>
                      <a:pt x="4626" y="8317"/>
                    </a:cubicBezTo>
                    <a:lnTo>
                      <a:pt x="10272" y="8317"/>
                    </a:lnTo>
                    <a:cubicBezTo>
                      <a:pt x="10582" y="8317"/>
                      <a:pt x="10835" y="8570"/>
                      <a:pt x="10835" y="8883"/>
                    </a:cubicBezTo>
                    <a:lnTo>
                      <a:pt x="10835" y="15168"/>
                    </a:lnTo>
                    <a:lnTo>
                      <a:pt x="14223" y="15168"/>
                    </a:lnTo>
                    <a:cubicBezTo>
                      <a:pt x="14225" y="15168"/>
                      <a:pt x="14227" y="15168"/>
                      <a:pt x="14228" y="15168"/>
                    </a:cubicBezTo>
                    <a:cubicBezTo>
                      <a:pt x="14539" y="15168"/>
                      <a:pt x="14792" y="14913"/>
                      <a:pt x="14789" y="14605"/>
                    </a:cubicBezTo>
                    <a:lnTo>
                      <a:pt x="14789" y="6291"/>
                    </a:lnTo>
                    <a:lnTo>
                      <a:pt x="744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9" name="Shape 69"/>
        <p:cNvGrpSpPr/>
        <p:nvPr/>
      </p:nvGrpSpPr>
      <p:grpSpPr>
        <a:xfrm>
          <a:off x="0" y="0"/>
          <a:ext cx="0" cy="0"/>
          <a:chOff x="0" y="0"/>
          <a:chExt cx="0" cy="0"/>
        </a:xfrm>
      </p:grpSpPr>
      <p:sp>
        <p:nvSpPr>
          <p:cNvPr id="70" name="Google Shape;70;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1" name="Google Shape;71;p5"/>
          <p:cNvSpPr txBox="1"/>
          <p:nvPr>
            <p:ph idx="1" type="subTitle"/>
          </p:nvPr>
        </p:nvSpPr>
        <p:spPr>
          <a:xfrm>
            <a:off x="4798772" y="2583575"/>
            <a:ext cx="3058500" cy="144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72" name="Google Shape;72;p5"/>
          <p:cNvSpPr txBox="1"/>
          <p:nvPr>
            <p:ph idx="2" type="subTitle"/>
          </p:nvPr>
        </p:nvSpPr>
        <p:spPr>
          <a:xfrm>
            <a:off x="1286725" y="2583575"/>
            <a:ext cx="3058500" cy="144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73" name="Google Shape;73;p5"/>
          <p:cNvSpPr txBox="1"/>
          <p:nvPr>
            <p:ph idx="3" type="subTitle"/>
          </p:nvPr>
        </p:nvSpPr>
        <p:spPr>
          <a:xfrm>
            <a:off x="1286725" y="2210500"/>
            <a:ext cx="3058500" cy="4299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Montserrat"/>
              <a:buNone/>
              <a:defRPr b="1" sz="1800">
                <a:solidFill>
                  <a:schemeClr val="dk1"/>
                </a:solidFill>
                <a:latin typeface="Montserrat"/>
                <a:ea typeface="Montserrat"/>
                <a:cs typeface="Montserrat"/>
                <a:sym typeface="Montserrat"/>
              </a:defRPr>
            </a:lvl1pPr>
            <a:lvl2pPr lvl="1"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2pPr>
            <a:lvl3pPr lvl="2"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3pPr>
            <a:lvl4pPr lvl="3"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4pPr>
            <a:lvl5pPr lvl="4"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5pPr>
            <a:lvl6pPr lvl="5"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6pPr>
            <a:lvl7pPr lvl="6"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7pPr>
            <a:lvl8pPr lvl="7"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8pPr>
            <a:lvl9pPr lvl="8"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9pPr>
          </a:lstStyle>
          <a:p/>
        </p:txBody>
      </p:sp>
      <p:sp>
        <p:nvSpPr>
          <p:cNvPr id="74" name="Google Shape;74;p5"/>
          <p:cNvSpPr txBox="1"/>
          <p:nvPr>
            <p:ph idx="4" type="subTitle"/>
          </p:nvPr>
        </p:nvSpPr>
        <p:spPr>
          <a:xfrm>
            <a:off x="4798770" y="2210500"/>
            <a:ext cx="3058500" cy="4299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Montserrat"/>
              <a:buNone/>
              <a:defRPr b="1" sz="1800">
                <a:solidFill>
                  <a:schemeClr val="dk1"/>
                </a:solidFill>
                <a:latin typeface="Montserrat"/>
                <a:ea typeface="Montserrat"/>
                <a:cs typeface="Montserrat"/>
                <a:sym typeface="Montserrat"/>
              </a:defRPr>
            </a:lvl1pPr>
            <a:lvl2pPr lvl="1"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2pPr>
            <a:lvl3pPr lvl="2"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3pPr>
            <a:lvl4pPr lvl="3"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4pPr>
            <a:lvl5pPr lvl="4"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5pPr>
            <a:lvl6pPr lvl="5"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6pPr>
            <a:lvl7pPr lvl="6"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7pPr>
            <a:lvl8pPr lvl="7"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8pPr>
            <a:lvl9pPr lvl="8"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9pPr>
          </a:lstStyle>
          <a:p/>
        </p:txBody>
      </p:sp>
      <p:grpSp>
        <p:nvGrpSpPr>
          <p:cNvPr id="75" name="Google Shape;75;p5"/>
          <p:cNvGrpSpPr/>
          <p:nvPr/>
        </p:nvGrpSpPr>
        <p:grpSpPr>
          <a:xfrm>
            <a:off x="816250" y="4703275"/>
            <a:ext cx="7511400" cy="238200"/>
            <a:chOff x="816250" y="4703275"/>
            <a:chExt cx="7511400" cy="238200"/>
          </a:xfrm>
        </p:grpSpPr>
        <p:grpSp>
          <p:nvGrpSpPr>
            <p:cNvPr id="76" name="Google Shape;76;p5"/>
            <p:cNvGrpSpPr/>
            <p:nvPr/>
          </p:nvGrpSpPr>
          <p:grpSpPr>
            <a:xfrm>
              <a:off x="816250" y="4703275"/>
              <a:ext cx="7511400" cy="238200"/>
              <a:chOff x="816250" y="4630450"/>
              <a:chExt cx="7511400" cy="238200"/>
            </a:xfrm>
          </p:grpSpPr>
          <p:sp>
            <p:nvSpPr>
              <p:cNvPr id="77" name="Google Shape;77;p5"/>
              <p:cNvSpPr/>
              <p:nvPr/>
            </p:nvSpPr>
            <p:spPr>
              <a:xfrm>
                <a:off x="816250" y="4630450"/>
                <a:ext cx="7511400" cy="2382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5"/>
              <p:cNvSpPr/>
              <p:nvPr/>
            </p:nvSpPr>
            <p:spPr>
              <a:xfrm rot="5400000">
                <a:off x="8018000" y="4558475"/>
                <a:ext cx="237300" cy="3819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5">
                <a:hlinkClick action="ppaction://hlinkshowjump?jump=previousslide"/>
              </p:cNvPr>
              <p:cNvSpPr/>
              <p:nvPr/>
            </p:nvSpPr>
            <p:spPr>
              <a:xfrm rot="-5400000">
                <a:off x="892550" y="4695100"/>
                <a:ext cx="125700" cy="108900"/>
              </a:xfrm>
              <a:prstGeom prst="triangl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5">
                <a:hlinkClick action="ppaction://hlinkshowjump?jump=nextslide"/>
              </p:cNvPr>
              <p:cNvSpPr/>
              <p:nvPr/>
            </p:nvSpPr>
            <p:spPr>
              <a:xfrm flipH="1" rot="5400000">
                <a:off x="1084525" y="4695100"/>
                <a:ext cx="125700" cy="108900"/>
              </a:xfrm>
              <a:prstGeom prst="triangl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 name="Google Shape;81;p5"/>
            <p:cNvGrpSpPr/>
            <p:nvPr/>
          </p:nvGrpSpPr>
          <p:grpSpPr>
            <a:xfrm>
              <a:off x="8051978" y="4744266"/>
              <a:ext cx="158283" cy="156216"/>
              <a:chOff x="8058597" y="4744266"/>
              <a:chExt cx="158283" cy="156216"/>
            </a:xfrm>
          </p:grpSpPr>
          <p:sp>
            <p:nvSpPr>
              <p:cNvPr id="82" name="Google Shape;82;p5">
                <a:hlinkClick action="ppaction://hlinkshowjump?jump=firstslide"/>
              </p:cNvPr>
              <p:cNvSpPr/>
              <p:nvPr/>
            </p:nvSpPr>
            <p:spPr>
              <a:xfrm>
                <a:off x="8170770" y="4753449"/>
                <a:ext cx="26957" cy="25369"/>
              </a:xfrm>
              <a:custGeom>
                <a:rect b="b" l="l" r="r" t="t"/>
                <a:pathLst>
                  <a:path extrusionOk="0" h="3130" w="3326">
                    <a:moveTo>
                      <a:pt x="482" y="1"/>
                    </a:moveTo>
                    <a:cubicBezTo>
                      <a:pt x="280" y="1"/>
                      <a:pt x="95" y="114"/>
                      <a:pt x="1" y="293"/>
                    </a:cubicBezTo>
                    <a:lnTo>
                      <a:pt x="3322" y="3130"/>
                    </a:lnTo>
                    <a:lnTo>
                      <a:pt x="3322" y="564"/>
                    </a:lnTo>
                    <a:cubicBezTo>
                      <a:pt x="3325" y="253"/>
                      <a:pt x="3072" y="1"/>
                      <a:pt x="2761" y="1"/>
                    </a:cubicBezTo>
                    <a:cubicBezTo>
                      <a:pt x="2760" y="1"/>
                      <a:pt x="2758" y="1"/>
                      <a:pt x="2756" y="1"/>
                    </a:cubicBezTo>
                    <a:lnTo>
                      <a:pt x="497" y="1"/>
                    </a:lnTo>
                    <a:cubicBezTo>
                      <a:pt x="492" y="1"/>
                      <a:pt x="487" y="1"/>
                      <a:pt x="48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83" name="Google Shape;83;p5">
                <a:hlinkClick action="ppaction://hlinkshowjump?jump=firstslide"/>
              </p:cNvPr>
              <p:cNvSpPr/>
              <p:nvPr/>
            </p:nvSpPr>
            <p:spPr>
              <a:xfrm>
                <a:off x="8120106" y="4854105"/>
                <a:ext cx="36618" cy="46377"/>
              </a:xfrm>
              <a:custGeom>
                <a:rect b="b" l="l" r="r" t="t"/>
                <a:pathLst>
                  <a:path extrusionOk="0" h="5722" w="4518">
                    <a:moveTo>
                      <a:pt x="2822" y="1130"/>
                    </a:moveTo>
                    <a:cubicBezTo>
                      <a:pt x="3325" y="1130"/>
                      <a:pt x="3578" y="1738"/>
                      <a:pt x="3222" y="2093"/>
                    </a:cubicBezTo>
                    <a:cubicBezTo>
                      <a:pt x="3106" y="2209"/>
                      <a:pt x="2964" y="2260"/>
                      <a:pt x="2825" y="2260"/>
                    </a:cubicBezTo>
                    <a:cubicBezTo>
                      <a:pt x="2535" y="2260"/>
                      <a:pt x="2259" y="2036"/>
                      <a:pt x="2259" y="1696"/>
                    </a:cubicBezTo>
                    <a:cubicBezTo>
                      <a:pt x="2259" y="1383"/>
                      <a:pt x="2509" y="1130"/>
                      <a:pt x="2822" y="1130"/>
                    </a:cubicBezTo>
                    <a:close/>
                    <a:moveTo>
                      <a:pt x="0" y="1"/>
                    </a:moveTo>
                    <a:lnTo>
                      <a:pt x="0" y="5722"/>
                    </a:lnTo>
                    <a:lnTo>
                      <a:pt x="4517" y="5722"/>
                    </a:lnTo>
                    <a:lnTo>
                      <a:pt x="451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84" name="Google Shape;84;p5">
                <a:hlinkClick action="ppaction://hlinkshowjump?jump=firstslide"/>
              </p:cNvPr>
              <p:cNvSpPr/>
              <p:nvPr/>
            </p:nvSpPr>
            <p:spPr>
              <a:xfrm>
                <a:off x="8128941" y="4808344"/>
                <a:ext cx="18309" cy="18309"/>
              </a:xfrm>
              <a:custGeom>
                <a:rect b="b" l="l" r="r" t="t"/>
                <a:pathLst>
                  <a:path extrusionOk="0" h="2259" w="2259">
                    <a:moveTo>
                      <a:pt x="0" y="0"/>
                    </a:moveTo>
                    <a:lnTo>
                      <a:pt x="0" y="2259"/>
                    </a:lnTo>
                    <a:lnTo>
                      <a:pt x="2259" y="2259"/>
                    </a:lnTo>
                    <a:lnTo>
                      <a:pt x="225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85" name="Google Shape;85;p5">
                <a:hlinkClick action="ppaction://hlinkshowjump?jump=firstslide"/>
              </p:cNvPr>
              <p:cNvSpPr/>
              <p:nvPr/>
            </p:nvSpPr>
            <p:spPr>
              <a:xfrm>
                <a:off x="8058597" y="4744266"/>
                <a:ext cx="158283" cy="77103"/>
              </a:xfrm>
              <a:custGeom>
                <a:rect b="b" l="l" r="r" t="t"/>
                <a:pathLst>
                  <a:path extrusionOk="0" h="9513" w="19529">
                    <a:moveTo>
                      <a:pt x="9821" y="0"/>
                    </a:moveTo>
                    <a:cubicBezTo>
                      <a:pt x="9559" y="0"/>
                      <a:pt x="9297" y="92"/>
                      <a:pt x="9086" y="276"/>
                    </a:cubicBezTo>
                    <a:lnTo>
                      <a:pt x="531" y="7521"/>
                    </a:lnTo>
                    <a:cubicBezTo>
                      <a:pt x="61" y="7921"/>
                      <a:pt x="1" y="8626"/>
                      <a:pt x="395" y="9099"/>
                    </a:cubicBezTo>
                    <a:cubicBezTo>
                      <a:pt x="620" y="9369"/>
                      <a:pt x="942" y="9508"/>
                      <a:pt x="1266" y="9508"/>
                    </a:cubicBezTo>
                    <a:cubicBezTo>
                      <a:pt x="1525" y="9508"/>
                      <a:pt x="1785" y="9419"/>
                      <a:pt x="1997" y="9237"/>
                    </a:cubicBezTo>
                    <a:lnTo>
                      <a:pt x="9821" y="2622"/>
                    </a:lnTo>
                    <a:lnTo>
                      <a:pt x="17544" y="9240"/>
                    </a:lnTo>
                    <a:cubicBezTo>
                      <a:pt x="17759" y="9425"/>
                      <a:pt x="18019" y="9513"/>
                      <a:pt x="18278" y="9513"/>
                    </a:cubicBezTo>
                    <a:cubicBezTo>
                      <a:pt x="18661" y="9513"/>
                      <a:pt x="19039" y="9318"/>
                      <a:pt x="19252" y="8954"/>
                    </a:cubicBezTo>
                    <a:cubicBezTo>
                      <a:pt x="19529" y="8482"/>
                      <a:pt x="19430" y="7879"/>
                      <a:pt x="19014" y="7524"/>
                    </a:cubicBezTo>
                    <a:lnTo>
                      <a:pt x="10555" y="276"/>
                    </a:lnTo>
                    <a:cubicBezTo>
                      <a:pt x="10345" y="92"/>
                      <a:pt x="10083" y="0"/>
                      <a:pt x="982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86" name="Google Shape;86;p5">
                <a:hlinkClick action="ppaction://hlinkshowjump?jump=firstslide"/>
              </p:cNvPr>
              <p:cNvSpPr/>
              <p:nvPr/>
            </p:nvSpPr>
            <p:spPr>
              <a:xfrm>
                <a:off x="8077733" y="4777545"/>
                <a:ext cx="119889" cy="122937"/>
              </a:xfrm>
              <a:custGeom>
                <a:rect b="b" l="l" r="r" t="t"/>
                <a:pathLst>
                  <a:path extrusionOk="0" h="15168" w="14792">
                    <a:moveTo>
                      <a:pt x="9143" y="2671"/>
                    </a:moveTo>
                    <a:cubicBezTo>
                      <a:pt x="9453" y="2671"/>
                      <a:pt x="9706" y="2924"/>
                      <a:pt x="9706" y="3237"/>
                    </a:cubicBezTo>
                    <a:lnTo>
                      <a:pt x="9706" y="6625"/>
                    </a:lnTo>
                    <a:cubicBezTo>
                      <a:pt x="9706" y="6935"/>
                      <a:pt x="9453" y="7188"/>
                      <a:pt x="9143" y="7188"/>
                    </a:cubicBezTo>
                    <a:lnTo>
                      <a:pt x="5755" y="7188"/>
                    </a:lnTo>
                    <a:cubicBezTo>
                      <a:pt x="5442" y="7188"/>
                      <a:pt x="5189" y="6935"/>
                      <a:pt x="5189" y="6625"/>
                    </a:cubicBezTo>
                    <a:lnTo>
                      <a:pt x="5189" y="3237"/>
                    </a:lnTo>
                    <a:cubicBezTo>
                      <a:pt x="5189" y="2924"/>
                      <a:pt x="5442" y="2671"/>
                      <a:pt x="5755" y="2671"/>
                    </a:cubicBezTo>
                    <a:close/>
                    <a:moveTo>
                      <a:pt x="7448" y="0"/>
                    </a:moveTo>
                    <a:lnTo>
                      <a:pt x="4" y="6291"/>
                    </a:lnTo>
                    <a:lnTo>
                      <a:pt x="4" y="14605"/>
                    </a:lnTo>
                    <a:cubicBezTo>
                      <a:pt x="1" y="14913"/>
                      <a:pt x="254" y="15168"/>
                      <a:pt x="564" y="15168"/>
                    </a:cubicBezTo>
                    <a:cubicBezTo>
                      <a:pt x="566" y="15168"/>
                      <a:pt x="568" y="15168"/>
                      <a:pt x="570" y="15168"/>
                    </a:cubicBezTo>
                    <a:lnTo>
                      <a:pt x="4060" y="15168"/>
                    </a:lnTo>
                    <a:lnTo>
                      <a:pt x="4060" y="8883"/>
                    </a:lnTo>
                    <a:cubicBezTo>
                      <a:pt x="4060" y="8570"/>
                      <a:pt x="4313" y="8317"/>
                      <a:pt x="4626" y="8317"/>
                    </a:cubicBezTo>
                    <a:lnTo>
                      <a:pt x="10272" y="8317"/>
                    </a:lnTo>
                    <a:cubicBezTo>
                      <a:pt x="10582" y="8317"/>
                      <a:pt x="10835" y="8570"/>
                      <a:pt x="10835" y="8883"/>
                    </a:cubicBezTo>
                    <a:lnTo>
                      <a:pt x="10835" y="15168"/>
                    </a:lnTo>
                    <a:lnTo>
                      <a:pt x="14223" y="15168"/>
                    </a:lnTo>
                    <a:cubicBezTo>
                      <a:pt x="14225" y="15168"/>
                      <a:pt x="14227" y="15168"/>
                      <a:pt x="14228" y="15168"/>
                    </a:cubicBezTo>
                    <a:cubicBezTo>
                      <a:pt x="14539" y="15168"/>
                      <a:pt x="14792" y="14913"/>
                      <a:pt x="14789" y="14605"/>
                    </a:cubicBezTo>
                    <a:lnTo>
                      <a:pt x="14789" y="6291"/>
                    </a:lnTo>
                    <a:lnTo>
                      <a:pt x="744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grpSp>
        <p:nvGrpSpPr>
          <p:cNvPr id="87" name="Google Shape;87;p5"/>
          <p:cNvGrpSpPr/>
          <p:nvPr/>
        </p:nvGrpSpPr>
        <p:grpSpPr>
          <a:xfrm>
            <a:off x="213488" y="1086300"/>
            <a:ext cx="462567" cy="2069225"/>
            <a:chOff x="213488" y="1086300"/>
            <a:chExt cx="462567" cy="2069225"/>
          </a:xfrm>
        </p:grpSpPr>
        <p:grpSp>
          <p:nvGrpSpPr>
            <p:cNvPr id="88" name="Google Shape;88;p5"/>
            <p:cNvGrpSpPr/>
            <p:nvPr/>
          </p:nvGrpSpPr>
          <p:grpSpPr>
            <a:xfrm>
              <a:off x="303775" y="1884975"/>
              <a:ext cx="282000" cy="1270550"/>
              <a:chOff x="4314650" y="3034025"/>
              <a:chExt cx="282000" cy="1270550"/>
            </a:xfrm>
          </p:grpSpPr>
          <p:sp>
            <p:nvSpPr>
              <p:cNvPr id="89" name="Google Shape;89;p5"/>
              <p:cNvSpPr/>
              <p:nvPr/>
            </p:nvSpPr>
            <p:spPr>
              <a:xfrm>
                <a:off x="4314650" y="3034025"/>
                <a:ext cx="282000" cy="479525"/>
              </a:xfrm>
              <a:custGeom>
                <a:rect b="b" l="l" r="r" t="t"/>
                <a:pathLst>
                  <a:path extrusionOk="0" h="19181" w="11280">
                    <a:moveTo>
                      <a:pt x="0" y="1"/>
                    </a:moveTo>
                    <a:lnTo>
                      <a:pt x="0" y="11280"/>
                    </a:lnTo>
                    <a:lnTo>
                      <a:pt x="11280" y="19180"/>
                    </a:lnTo>
                    <a:lnTo>
                      <a:pt x="11280" y="7901"/>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5"/>
              <p:cNvSpPr/>
              <p:nvPr/>
            </p:nvSpPr>
            <p:spPr>
              <a:xfrm>
                <a:off x="4314650" y="3376575"/>
                <a:ext cx="282000" cy="295025"/>
              </a:xfrm>
              <a:custGeom>
                <a:rect b="b" l="l" r="r" t="t"/>
                <a:pathLst>
                  <a:path extrusionOk="0" h="11801" w="11280">
                    <a:moveTo>
                      <a:pt x="0" y="0"/>
                    </a:moveTo>
                    <a:lnTo>
                      <a:pt x="0" y="3901"/>
                    </a:lnTo>
                    <a:lnTo>
                      <a:pt x="11280" y="11801"/>
                    </a:lnTo>
                    <a:lnTo>
                      <a:pt x="11280" y="7900"/>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5"/>
              <p:cNvSpPr/>
              <p:nvPr/>
            </p:nvSpPr>
            <p:spPr>
              <a:xfrm>
                <a:off x="4314650" y="3534650"/>
                <a:ext cx="282000" cy="295375"/>
              </a:xfrm>
              <a:custGeom>
                <a:rect b="b" l="l" r="r" t="t"/>
                <a:pathLst>
                  <a:path extrusionOk="0" h="11815" w="11280">
                    <a:moveTo>
                      <a:pt x="0" y="0"/>
                    </a:moveTo>
                    <a:lnTo>
                      <a:pt x="0" y="3915"/>
                    </a:lnTo>
                    <a:lnTo>
                      <a:pt x="11280" y="11815"/>
                    </a:lnTo>
                    <a:lnTo>
                      <a:pt x="11280" y="7900"/>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5"/>
              <p:cNvSpPr/>
              <p:nvPr/>
            </p:nvSpPr>
            <p:spPr>
              <a:xfrm>
                <a:off x="4314650" y="3693050"/>
                <a:ext cx="282000" cy="295050"/>
              </a:xfrm>
              <a:custGeom>
                <a:rect b="b" l="l" r="r" t="t"/>
                <a:pathLst>
                  <a:path extrusionOk="0" h="11802" w="11280">
                    <a:moveTo>
                      <a:pt x="0" y="1"/>
                    </a:moveTo>
                    <a:lnTo>
                      <a:pt x="0" y="3902"/>
                    </a:lnTo>
                    <a:lnTo>
                      <a:pt x="11280" y="11801"/>
                    </a:lnTo>
                    <a:lnTo>
                      <a:pt x="11280" y="7901"/>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5"/>
              <p:cNvSpPr/>
              <p:nvPr/>
            </p:nvSpPr>
            <p:spPr>
              <a:xfrm>
                <a:off x="4314650" y="3851125"/>
                <a:ext cx="282000" cy="295400"/>
              </a:xfrm>
              <a:custGeom>
                <a:rect b="b" l="l" r="r" t="t"/>
                <a:pathLst>
                  <a:path extrusionOk="0" h="11816" w="11280">
                    <a:moveTo>
                      <a:pt x="0" y="1"/>
                    </a:moveTo>
                    <a:lnTo>
                      <a:pt x="0" y="3915"/>
                    </a:lnTo>
                    <a:lnTo>
                      <a:pt x="11280" y="11815"/>
                    </a:lnTo>
                    <a:lnTo>
                      <a:pt x="11280" y="7900"/>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a:off x="4314650" y="4009550"/>
                <a:ext cx="282000" cy="295025"/>
              </a:xfrm>
              <a:custGeom>
                <a:rect b="b" l="l" r="r" t="t"/>
                <a:pathLst>
                  <a:path extrusionOk="0" h="11801" w="11280">
                    <a:moveTo>
                      <a:pt x="0" y="0"/>
                    </a:moveTo>
                    <a:lnTo>
                      <a:pt x="0" y="3901"/>
                    </a:lnTo>
                    <a:lnTo>
                      <a:pt x="11280" y="11801"/>
                    </a:lnTo>
                    <a:lnTo>
                      <a:pt x="11280" y="7900"/>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p:nvPr/>
          </p:nvSpPr>
          <p:spPr>
            <a:xfrm>
              <a:off x="213488" y="1086300"/>
              <a:ext cx="462567" cy="462847"/>
            </a:xfrm>
            <a:custGeom>
              <a:rect b="b" l="l" r="r" t="t"/>
              <a:pathLst>
                <a:path extrusionOk="0" h="23180" w="23166">
                  <a:moveTo>
                    <a:pt x="5704" y="1"/>
                  </a:moveTo>
                  <a:lnTo>
                    <a:pt x="1" y="5704"/>
                  </a:lnTo>
                  <a:lnTo>
                    <a:pt x="5873" y="11590"/>
                  </a:lnTo>
                  <a:lnTo>
                    <a:pt x="1" y="17476"/>
                  </a:lnTo>
                  <a:lnTo>
                    <a:pt x="5704" y="23179"/>
                  </a:lnTo>
                  <a:lnTo>
                    <a:pt x="11576" y="17293"/>
                  </a:lnTo>
                  <a:lnTo>
                    <a:pt x="17462" y="23179"/>
                  </a:lnTo>
                  <a:lnTo>
                    <a:pt x="23165" y="17476"/>
                  </a:lnTo>
                  <a:lnTo>
                    <a:pt x="17279" y="11590"/>
                  </a:lnTo>
                  <a:lnTo>
                    <a:pt x="23165" y="5704"/>
                  </a:lnTo>
                  <a:lnTo>
                    <a:pt x="17462" y="1"/>
                  </a:lnTo>
                  <a:lnTo>
                    <a:pt x="11576" y="5887"/>
                  </a:lnTo>
                  <a:lnTo>
                    <a:pt x="570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6" name="Shape 96"/>
        <p:cNvGrpSpPr/>
        <p:nvPr/>
      </p:nvGrpSpPr>
      <p:grpSpPr>
        <a:xfrm>
          <a:off x="0" y="0"/>
          <a:ext cx="0" cy="0"/>
          <a:chOff x="0" y="0"/>
          <a:chExt cx="0" cy="0"/>
        </a:xfrm>
      </p:grpSpPr>
      <p:sp>
        <p:nvSpPr>
          <p:cNvPr id="97" name="Google Shape;97;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98" name="Google Shape;98;p6"/>
          <p:cNvGrpSpPr/>
          <p:nvPr/>
        </p:nvGrpSpPr>
        <p:grpSpPr>
          <a:xfrm>
            <a:off x="816250" y="4703275"/>
            <a:ext cx="7511400" cy="238200"/>
            <a:chOff x="816250" y="4703275"/>
            <a:chExt cx="7511400" cy="238200"/>
          </a:xfrm>
        </p:grpSpPr>
        <p:grpSp>
          <p:nvGrpSpPr>
            <p:cNvPr id="99" name="Google Shape;99;p6"/>
            <p:cNvGrpSpPr/>
            <p:nvPr/>
          </p:nvGrpSpPr>
          <p:grpSpPr>
            <a:xfrm>
              <a:off x="816250" y="4703275"/>
              <a:ext cx="7511400" cy="238200"/>
              <a:chOff x="816250" y="4630450"/>
              <a:chExt cx="7511400" cy="238200"/>
            </a:xfrm>
          </p:grpSpPr>
          <p:sp>
            <p:nvSpPr>
              <p:cNvPr id="100" name="Google Shape;100;p6"/>
              <p:cNvSpPr/>
              <p:nvPr/>
            </p:nvSpPr>
            <p:spPr>
              <a:xfrm>
                <a:off x="816250" y="4630450"/>
                <a:ext cx="7511400" cy="2382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6"/>
              <p:cNvSpPr/>
              <p:nvPr/>
            </p:nvSpPr>
            <p:spPr>
              <a:xfrm rot="5400000">
                <a:off x="8018000" y="4558475"/>
                <a:ext cx="237300" cy="3819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a:hlinkClick action="ppaction://hlinkshowjump?jump=previousslide"/>
              </p:cNvPr>
              <p:cNvSpPr/>
              <p:nvPr/>
            </p:nvSpPr>
            <p:spPr>
              <a:xfrm rot="-5400000">
                <a:off x="892550" y="4695100"/>
                <a:ext cx="125700" cy="108900"/>
              </a:xfrm>
              <a:prstGeom prst="triangl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6">
                <a:hlinkClick action="ppaction://hlinkshowjump?jump=nextslide"/>
              </p:cNvPr>
              <p:cNvSpPr/>
              <p:nvPr/>
            </p:nvSpPr>
            <p:spPr>
              <a:xfrm flipH="1" rot="5400000">
                <a:off x="1084525" y="4695100"/>
                <a:ext cx="125700" cy="108900"/>
              </a:xfrm>
              <a:prstGeom prst="triangl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4" name="Google Shape;104;p6"/>
            <p:cNvGrpSpPr/>
            <p:nvPr/>
          </p:nvGrpSpPr>
          <p:grpSpPr>
            <a:xfrm>
              <a:off x="8051978" y="4744266"/>
              <a:ext cx="158283" cy="156216"/>
              <a:chOff x="8058597" y="4744266"/>
              <a:chExt cx="158283" cy="156216"/>
            </a:xfrm>
          </p:grpSpPr>
          <p:sp>
            <p:nvSpPr>
              <p:cNvPr id="105" name="Google Shape;105;p6">
                <a:hlinkClick action="ppaction://hlinkshowjump?jump=firstslide"/>
              </p:cNvPr>
              <p:cNvSpPr/>
              <p:nvPr/>
            </p:nvSpPr>
            <p:spPr>
              <a:xfrm>
                <a:off x="8170770" y="4753449"/>
                <a:ext cx="26957" cy="25369"/>
              </a:xfrm>
              <a:custGeom>
                <a:rect b="b" l="l" r="r" t="t"/>
                <a:pathLst>
                  <a:path extrusionOk="0" h="3130" w="3326">
                    <a:moveTo>
                      <a:pt x="482" y="1"/>
                    </a:moveTo>
                    <a:cubicBezTo>
                      <a:pt x="280" y="1"/>
                      <a:pt x="95" y="114"/>
                      <a:pt x="1" y="293"/>
                    </a:cubicBezTo>
                    <a:lnTo>
                      <a:pt x="3322" y="3130"/>
                    </a:lnTo>
                    <a:lnTo>
                      <a:pt x="3322" y="564"/>
                    </a:lnTo>
                    <a:cubicBezTo>
                      <a:pt x="3325" y="253"/>
                      <a:pt x="3072" y="1"/>
                      <a:pt x="2761" y="1"/>
                    </a:cubicBezTo>
                    <a:cubicBezTo>
                      <a:pt x="2760" y="1"/>
                      <a:pt x="2758" y="1"/>
                      <a:pt x="2756" y="1"/>
                    </a:cubicBezTo>
                    <a:lnTo>
                      <a:pt x="497" y="1"/>
                    </a:lnTo>
                    <a:cubicBezTo>
                      <a:pt x="492" y="1"/>
                      <a:pt x="487" y="1"/>
                      <a:pt x="48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06" name="Google Shape;106;p6">
                <a:hlinkClick action="ppaction://hlinkshowjump?jump=firstslide"/>
              </p:cNvPr>
              <p:cNvSpPr/>
              <p:nvPr/>
            </p:nvSpPr>
            <p:spPr>
              <a:xfrm>
                <a:off x="8120106" y="4854105"/>
                <a:ext cx="36618" cy="46377"/>
              </a:xfrm>
              <a:custGeom>
                <a:rect b="b" l="l" r="r" t="t"/>
                <a:pathLst>
                  <a:path extrusionOk="0" h="5722" w="4518">
                    <a:moveTo>
                      <a:pt x="2822" y="1130"/>
                    </a:moveTo>
                    <a:cubicBezTo>
                      <a:pt x="3325" y="1130"/>
                      <a:pt x="3578" y="1738"/>
                      <a:pt x="3222" y="2093"/>
                    </a:cubicBezTo>
                    <a:cubicBezTo>
                      <a:pt x="3106" y="2209"/>
                      <a:pt x="2964" y="2260"/>
                      <a:pt x="2825" y="2260"/>
                    </a:cubicBezTo>
                    <a:cubicBezTo>
                      <a:pt x="2535" y="2260"/>
                      <a:pt x="2259" y="2036"/>
                      <a:pt x="2259" y="1696"/>
                    </a:cubicBezTo>
                    <a:cubicBezTo>
                      <a:pt x="2259" y="1383"/>
                      <a:pt x="2509" y="1130"/>
                      <a:pt x="2822" y="1130"/>
                    </a:cubicBezTo>
                    <a:close/>
                    <a:moveTo>
                      <a:pt x="0" y="1"/>
                    </a:moveTo>
                    <a:lnTo>
                      <a:pt x="0" y="5722"/>
                    </a:lnTo>
                    <a:lnTo>
                      <a:pt x="4517" y="5722"/>
                    </a:lnTo>
                    <a:lnTo>
                      <a:pt x="451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07" name="Google Shape;107;p6">
                <a:hlinkClick action="ppaction://hlinkshowjump?jump=firstslide"/>
              </p:cNvPr>
              <p:cNvSpPr/>
              <p:nvPr/>
            </p:nvSpPr>
            <p:spPr>
              <a:xfrm>
                <a:off x="8128941" y="4808344"/>
                <a:ext cx="18309" cy="18309"/>
              </a:xfrm>
              <a:custGeom>
                <a:rect b="b" l="l" r="r" t="t"/>
                <a:pathLst>
                  <a:path extrusionOk="0" h="2259" w="2259">
                    <a:moveTo>
                      <a:pt x="0" y="0"/>
                    </a:moveTo>
                    <a:lnTo>
                      <a:pt x="0" y="2259"/>
                    </a:lnTo>
                    <a:lnTo>
                      <a:pt x="2259" y="2259"/>
                    </a:lnTo>
                    <a:lnTo>
                      <a:pt x="225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08" name="Google Shape;108;p6">
                <a:hlinkClick action="ppaction://hlinkshowjump?jump=firstslide"/>
              </p:cNvPr>
              <p:cNvSpPr/>
              <p:nvPr/>
            </p:nvSpPr>
            <p:spPr>
              <a:xfrm>
                <a:off x="8058597" y="4744266"/>
                <a:ext cx="158283" cy="77103"/>
              </a:xfrm>
              <a:custGeom>
                <a:rect b="b" l="l" r="r" t="t"/>
                <a:pathLst>
                  <a:path extrusionOk="0" h="9513" w="19529">
                    <a:moveTo>
                      <a:pt x="9821" y="0"/>
                    </a:moveTo>
                    <a:cubicBezTo>
                      <a:pt x="9559" y="0"/>
                      <a:pt x="9297" y="92"/>
                      <a:pt x="9086" y="276"/>
                    </a:cubicBezTo>
                    <a:lnTo>
                      <a:pt x="531" y="7521"/>
                    </a:lnTo>
                    <a:cubicBezTo>
                      <a:pt x="61" y="7921"/>
                      <a:pt x="1" y="8626"/>
                      <a:pt x="395" y="9099"/>
                    </a:cubicBezTo>
                    <a:cubicBezTo>
                      <a:pt x="620" y="9369"/>
                      <a:pt x="942" y="9508"/>
                      <a:pt x="1266" y="9508"/>
                    </a:cubicBezTo>
                    <a:cubicBezTo>
                      <a:pt x="1525" y="9508"/>
                      <a:pt x="1785" y="9419"/>
                      <a:pt x="1997" y="9237"/>
                    </a:cubicBezTo>
                    <a:lnTo>
                      <a:pt x="9821" y="2622"/>
                    </a:lnTo>
                    <a:lnTo>
                      <a:pt x="17544" y="9240"/>
                    </a:lnTo>
                    <a:cubicBezTo>
                      <a:pt x="17759" y="9425"/>
                      <a:pt x="18019" y="9513"/>
                      <a:pt x="18278" y="9513"/>
                    </a:cubicBezTo>
                    <a:cubicBezTo>
                      <a:pt x="18661" y="9513"/>
                      <a:pt x="19039" y="9318"/>
                      <a:pt x="19252" y="8954"/>
                    </a:cubicBezTo>
                    <a:cubicBezTo>
                      <a:pt x="19529" y="8482"/>
                      <a:pt x="19430" y="7879"/>
                      <a:pt x="19014" y="7524"/>
                    </a:cubicBezTo>
                    <a:lnTo>
                      <a:pt x="10555" y="276"/>
                    </a:lnTo>
                    <a:cubicBezTo>
                      <a:pt x="10345" y="92"/>
                      <a:pt x="10083" y="0"/>
                      <a:pt x="982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09" name="Google Shape;109;p6">
                <a:hlinkClick action="ppaction://hlinkshowjump?jump=firstslide"/>
              </p:cNvPr>
              <p:cNvSpPr/>
              <p:nvPr/>
            </p:nvSpPr>
            <p:spPr>
              <a:xfrm>
                <a:off x="8077733" y="4777545"/>
                <a:ext cx="119889" cy="122937"/>
              </a:xfrm>
              <a:custGeom>
                <a:rect b="b" l="l" r="r" t="t"/>
                <a:pathLst>
                  <a:path extrusionOk="0" h="15168" w="14792">
                    <a:moveTo>
                      <a:pt x="9143" y="2671"/>
                    </a:moveTo>
                    <a:cubicBezTo>
                      <a:pt x="9453" y="2671"/>
                      <a:pt x="9706" y="2924"/>
                      <a:pt x="9706" y="3237"/>
                    </a:cubicBezTo>
                    <a:lnTo>
                      <a:pt x="9706" y="6625"/>
                    </a:lnTo>
                    <a:cubicBezTo>
                      <a:pt x="9706" y="6935"/>
                      <a:pt x="9453" y="7188"/>
                      <a:pt x="9143" y="7188"/>
                    </a:cubicBezTo>
                    <a:lnTo>
                      <a:pt x="5755" y="7188"/>
                    </a:lnTo>
                    <a:cubicBezTo>
                      <a:pt x="5442" y="7188"/>
                      <a:pt x="5189" y="6935"/>
                      <a:pt x="5189" y="6625"/>
                    </a:cubicBezTo>
                    <a:lnTo>
                      <a:pt x="5189" y="3237"/>
                    </a:lnTo>
                    <a:cubicBezTo>
                      <a:pt x="5189" y="2924"/>
                      <a:pt x="5442" y="2671"/>
                      <a:pt x="5755" y="2671"/>
                    </a:cubicBezTo>
                    <a:close/>
                    <a:moveTo>
                      <a:pt x="7448" y="0"/>
                    </a:moveTo>
                    <a:lnTo>
                      <a:pt x="4" y="6291"/>
                    </a:lnTo>
                    <a:lnTo>
                      <a:pt x="4" y="14605"/>
                    </a:lnTo>
                    <a:cubicBezTo>
                      <a:pt x="1" y="14913"/>
                      <a:pt x="254" y="15168"/>
                      <a:pt x="564" y="15168"/>
                    </a:cubicBezTo>
                    <a:cubicBezTo>
                      <a:pt x="566" y="15168"/>
                      <a:pt x="568" y="15168"/>
                      <a:pt x="570" y="15168"/>
                    </a:cubicBezTo>
                    <a:lnTo>
                      <a:pt x="4060" y="15168"/>
                    </a:lnTo>
                    <a:lnTo>
                      <a:pt x="4060" y="8883"/>
                    </a:lnTo>
                    <a:cubicBezTo>
                      <a:pt x="4060" y="8570"/>
                      <a:pt x="4313" y="8317"/>
                      <a:pt x="4626" y="8317"/>
                    </a:cubicBezTo>
                    <a:lnTo>
                      <a:pt x="10272" y="8317"/>
                    </a:lnTo>
                    <a:cubicBezTo>
                      <a:pt x="10582" y="8317"/>
                      <a:pt x="10835" y="8570"/>
                      <a:pt x="10835" y="8883"/>
                    </a:cubicBezTo>
                    <a:lnTo>
                      <a:pt x="10835" y="15168"/>
                    </a:lnTo>
                    <a:lnTo>
                      <a:pt x="14223" y="15168"/>
                    </a:lnTo>
                    <a:cubicBezTo>
                      <a:pt x="14225" y="15168"/>
                      <a:pt x="14227" y="15168"/>
                      <a:pt x="14228" y="15168"/>
                    </a:cubicBezTo>
                    <a:cubicBezTo>
                      <a:pt x="14539" y="15168"/>
                      <a:pt x="14792" y="14913"/>
                      <a:pt x="14789" y="14605"/>
                    </a:cubicBezTo>
                    <a:lnTo>
                      <a:pt x="14789" y="6291"/>
                    </a:lnTo>
                    <a:lnTo>
                      <a:pt x="744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10" name="Shape 110"/>
        <p:cNvGrpSpPr/>
        <p:nvPr/>
      </p:nvGrpSpPr>
      <p:grpSpPr>
        <a:xfrm>
          <a:off x="0" y="0"/>
          <a:ext cx="0" cy="0"/>
          <a:chOff x="0" y="0"/>
          <a:chExt cx="0" cy="0"/>
        </a:xfrm>
      </p:grpSpPr>
      <p:pic>
        <p:nvPicPr>
          <p:cNvPr id="111" name="Google Shape;111;p7"/>
          <p:cNvPicPr preferRelativeResize="0"/>
          <p:nvPr/>
        </p:nvPicPr>
        <p:blipFill>
          <a:blip r:embed="rId2">
            <a:alphaModFix/>
          </a:blip>
          <a:stretch>
            <a:fillRect/>
          </a:stretch>
        </p:blipFill>
        <p:spPr>
          <a:xfrm>
            <a:off x="7570413" y="-123300"/>
            <a:ext cx="2002724" cy="1823770"/>
          </a:xfrm>
          <a:prstGeom prst="rect">
            <a:avLst/>
          </a:prstGeom>
          <a:noFill/>
          <a:ln>
            <a:noFill/>
          </a:ln>
        </p:spPr>
      </p:pic>
      <p:sp>
        <p:nvSpPr>
          <p:cNvPr id="112" name="Google Shape;112;p7"/>
          <p:cNvSpPr txBox="1"/>
          <p:nvPr>
            <p:ph idx="1" type="subTitle"/>
          </p:nvPr>
        </p:nvSpPr>
        <p:spPr>
          <a:xfrm>
            <a:off x="1179850" y="1982600"/>
            <a:ext cx="3364200" cy="22950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13" name="Google Shape;113;p7"/>
          <p:cNvSpPr txBox="1"/>
          <p:nvPr>
            <p:ph type="title"/>
          </p:nvPr>
        </p:nvSpPr>
        <p:spPr>
          <a:xfrm>
            <a:off x="1179850" y="865800"/>
            <a:ext cx="3364200" cy="1116900"/>
          </a:xfrm>
          <a:prstGeom prst="rect">
            <a:avLst/>
          </a:prstGeom>
        </p:spPr>
        <p:txBody>
          <a:bodyPr anchorCtr="0" anchor="b" bIns="91425" lIns="91425" spcFirstLastPara="1" rIns="91425" wrap="square" tIns="91425">
            <a:noAutofit/>
          </a:bodyPr>
          <a:lstStyle>
            <a:lvl1pPr lvl="0" rtl="0" algn="l">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14" name="Google Shape;114;p7"/>
          <p:cNvSpPr/>
          <p:nvPr>
            <p:ph idx="2" type="pic"/>
          </p:nvPr>
        </p:nvSpPr>
        <p:spPr>
          <a:xfrm>
            <a:off x="5403050" y="704225"/>
            <a:ext cx="2561100" cy="3735000"/>
          </a:xfrm>
          <a:prstGeom prst="roundRect">
            <a:avLst>
              <a:gd fmla="val 16667" name="adj"/>
            </a:avLst>
          </a:prstGeom>
          <a:noFill/>
          <a:ln cap="flat" cmpd="sng" w="9525">
            <a:solidFill>
              <a:schemeClr val="dk1"/>
            </a:solidFill>
            <a:prstDash val="solid"/>
            <a:round/>
            <a:headEnd len="sm" w="sm" type="none"/>
            <a:tailEnd len="sm" w="sm" type="none"/>
          </a:ln>
        </p:spPr>
      </p:sp>
      <p:grpSp>
        <p:nvGrpSpPr>
          <p:cNvPr id="115" name="Google Shape;115;p7"/>
          <p:cNvGrpSpPr/>
          <p:nvPr/>
        </p:nvGrpSpPr>
        <p:grpSpPr>
          <a:xfrm>
            <a:off x="816250" y="4703275"/>
            <a:ext cx="7511400" cy="238200"/>
            <a:chOff x="816250" y="4703275"/>
            <a:chExt cx="7511400" cy="238200"/>
          </a:xfrm>
        </p:grpSpPr>
        <p:grpSp>
          <p:nvGrpSpPr>
            <p:cNvPr id="116" name="Google Shape;116;p7"/>
            <p:cNvGrpSpPr/>
            <p:nvPr/>
          </p:nvGrpSpPr>
          <p:grpSpPr>
            <a:xfrm>
              <a:off x="816250" y="4703275"/>
              <a:ext cx="7511400" cy="238200"/>
              <a:chOff x="816250" y="4630450"/>
              <a:chExt cx="7511400" cy="238200"/>
            </a:xfrm>
          </p:grpSpPr>
          <p:sp>
            <p:nvSpPr>
              <p:cNvPr id="117" name="Google Shape;117;p7"/>
              <p:cNvSpPr/>
              <p:nvPr/>
            </p:nvSpPr>
            <p:spPr>
              <a:xfrm>
                <a:off x="816250" y="4630450"/>
                <a:ext cx="7511400" cy="2382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7"/>
              <p:cNvSpPr/>
              <p:nvPr/>
            </p:nvSpPr>
            <p:spPr>
              <a:xfrm rot="5400000">
                <a:off x="8018000" y="4558475"/>
                <a:ext cx="237300" cy="3819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7">
                <a:hlinkClick action="ppaction://hlinkshowjump?jump=previousslide"/>
              </p:cNvPr>
              <p:cNvSpPr/>
              <p:nvPr/>
            </p:nvSpPr>
            <p:spPr>
              <a:xfrm rot="-5400000">
                <a:off x="892550" y="4695100"/>
                <a:ext cx="125700" cy="108900"/>
              </a:xfrm>
              <a:prstGeom prst="triangl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7">
                <a:hlinkClick action="ppaction://hlinkshowjump?jump=nextslide"/>
              </p:cNvPr>
              <p:cNvSpPr/>
              <p:nvPr/>
            </p:nvSpPr>
            <p:spPr>
              <a:xfrm flipH="1" rot="5400000">
                <a:off x="1084525" y="4695100"/>
                <a:ext cx="125700" cy="108900"/>
              </a:xfrm>
              <a:prstGeom prst="triangl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1" name="Google Shape;121;p7"/>
            <p:cNvGrpSpPr/>
            <p:nvPr/>
          </p:nvGrpSpPr>
          <p:grpSpPr>
            <a:xfrm>
              <a:off x="8051978" y="4744266"/>
              <a:ext cx="158283" cy="156216"/>
              <a:chOff x="8058597" y="4744266"/>
              <a:chExt cx="158283" cy="156216"/>
            </a:xfrm>
          </p:grpSpPr>
          <p:sp>
            <p:nvSpPr>
              <p:cNvPr id="122" name="Google Shape;122;p7">
                <a:hlinkClick action="ppaction://hlinkshowjump?jump=firstslide"/>
              </p:cNvPr>
              <p:cNvSpPr/>
              <p:nvPr/>
            </p:nvSpPr>
            <p:spPr>
              <a:xfrm>
                <a:off x="8170770" y="4753449"/>
                <a:ext cx="26957" cy="25369"/>
              </a:xfrm>
              <a:custGeom>
                <a:rect b="b" l="l" r="r" t="t"/>
                <a:pathLst>
                  <a:path extrusionOk="0" h="3130" w="3326">
                    <a:moveTo>
                      <a:pt x="482" y="1"/>
                    </a:moveTo>
                    <a:cubicBezTo>
                      <a:pt x="280" y="1"/>
                      <a:pt x="95" y="114"/>
                      <a:pt x="1" y="293"/>
                    </a:cubicBezTo>
                    <a:lnTo>
                      <a:pt x="3322" y="3130"/>
                    </a:lnTo>
                    <a:lnTo>
                      <a:pt x="3322" y="564"/>
                    </a:lnTo>
                    <a:cubicBezTo>
                      <a:pt x="3325" y="253"/>
                      <a:pt x="3072" y="1"/>
                      <a:pt x="2761" y="1"/>
                    </a:cubicBezTo>
                    <a:cubicBezTo>
                      <a:pt x="2760" y="1"/>
                      <a:pt x="2758" y="1"/>
                      <a:pt x="2756" y="1"/>
                    </a:cubicBezTo>
                    <a:lnTo>
                      <a:pt x="497" y="1"/>
                    </a:lnTo>
                    <a:cubicBezTo>
                      <a:pt x="492" y="1"/>
                      <a:pt x="487" y="1"/>
                      <a:pt x="48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23" name="Google Shape;123;p7">
                <a:hlinkClick action="ppaction://hlinkshowjump?jump=firstslide"/>
              </p:cNvPr>
              <p:cNvSpPr/>
              <p:nvPr/>
            </p:nvSpPr>
            <p:spPr>
              <a:xfrm>
                <a:off x="8120106" y="4854105"/>
                <a:ext cx="36618" cy="46377"/>
              </a:xfrm>
              <a:custGeom>
                <a:rect b="b" l="l" r="r" t="t"/>
                <a:pathLst>
                  <a:path extrusionOk="0" h="5722" w="4518">
                    <a:moveTo>
                      <a:pt x="2822" y="1130"/>
                    </a:moveTo>
                    <a:cubicBezTo>
                      <a:pt x="3325" y="1130"/>
                      <a:pt x="3578" y="1738"/>
                      <a:pt x="3222" y="2093"/>
                    </a:cubicBezTo>
                    <a:cubicBezTo>
                      <a:pt x="3106" y="2209"/>
                      <a:pt x="2964" y="2260"/>
                      <a:pt x="2825" y="2260"/>
                    </a:cubicBezTo>
                    <a:cubicBezTo>
                      <a:pt x="2535" y="2260"/>
                      <a:pt x="2259" y="2036"/>
                      <a:pt x="2259" y="1696"/>
                    </a:cubicBezTo>
                    <a:cubicBezTo>
                      <a:pt x="2259" y="1383"/>
                      <a:pt x="2509" y="1130"/>
                      <a:pt x="2822" y="1130"/>
                    </a:cubicBezTo>
                    <a:close/>
                    <a:moveTo>
                      <a:pt x="0" y="1"/>
                    </a:moveTo>
                    <a:lnTo>
                      <a:pt x="0" y="5722"/>
                    </a:lnTo>
                    <a:lnTo>
                      <a:pt x="4517" y="5722"/>
                    </a:lnTo>
                    <a:lnTo>
                      <a:pt x="451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24" name="Google Shape;124;p7">
                <a:hlinkClick action="ppaction://hlinkshowjump?jump=firstslide"/>
              </p:cNvPr>
              <p:cNvSpPr/>
              <p:nvPr/>
            </p:nvSpPr>
            <p:spPr>
              <a:xfrm>
                <a:off x="8128941" y="4808344"/>
                <a:ext cx="18309" cy="18309"/>
              </a:xfrm>
              <a:custGeom>
                <a:rect b="b" l="l" r="r" t="t"/>
                <a:pathLst>
                  <a:path extrusionOk="0" h="2259" w="2259">
                    <a:moveTo>
                      <a:pt x="0" y="0"/>
                    </a:moveTo>
                    <a:lnTo>
                      <a:pt x="0" y="2259"/>
                    </a:lnTo>
                    <a:lnTo>
                      <a:pt x="2259" y="2259"/>
                    </a:lnTo>
                    <a:lnTo>
                      <a:pt x="225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25" name="Google Shape;125;p7">
                <a:hlinkClick action="ppaction://hlinkshowjump?jump=firstslide"/>
              </p:cNvPr>
              <p:cNvSpPr/>
              <p:nvPr/>
            </p:nvSpPr>
            <p:spPr>
              <a:xfrm>
                <a:off x="8058597" y="4744266"/>
                <a:ext cx="158283" cy="77103"/>
              </a:xfrm>
              <a:custGeom>
                <a:rect b="b" l="l" r="r" t="t"/>
                <a:pathLst>
                  <a:path extrusionOk="0" h="9513" w="19529">
                    <a:moveTo>
                      <a:pt x="9821" y="0"/>
                    </a:moveTo>
                    <a:cubicBezTo>
                      <a:pt x="9559" y="0"/>
                      <a:pt x="9297" y="92"/>
                      <a:pt x="9086" y="276"/>
                    </a:cubicBezTo>
                    <a:lnTo>
                      <a:pt x="531" y="7521"/>
                    </a:lnTo>
                    <a:cubicBezTo>
                      <a:pt x="61" y="7921"/>
                      <a:pt x="1" y="8626"/>
                      <a:pt x="395" y="9099"/>
                    </a:cubicBezTo>
                    <a:cubicBezTo>
                      <a:pt x="620" y="9369"/>
                      <a:pt x="942" y="9508"/>
                      <a:pt x="1266" y="9508"/>
                    </a:cubicBezTo>
                    <a:cubicBezTo>
                      <a:pt x="1525" y="9508"/>
                      <a:pt x="1785" y="9419"/>
                      <a:pt x="1997" y="9237"/>
                    </a:cubicBezTo>
                    <a:lnTo>
                      <a:pt x="9821" y="2622"/>
                    </a:lnTo>
                    <a:lnTo>
                      <a:pt x="17544" y="9240"/>
                    </a:lnTo>
                    <a:cubicBezTo>
                      <a:pt x="17759" y="9425"/>
                      <a:pt x="18019" y="9513"/>
                      <a:pt x="18278" y="9513"/>
                    </a:cubicBezTo>
                    <a:cubicBezTo>
                      <a:pt x="18661" y="9513"/>
                      <a:pt x="19039" y="9318"/>
                      <a:pt x="19252" y="8954"/>
                    </a:cubicBezTo>
                    <a:cubicBezTo>
                      <a:pt x="19529" y="8482"/>
                      <a:pt x="19430" y="7879"/>
                      <a:pt x="19014" y="7524"/>
                    </a:cubicBezTo>
                    <a:lnTo>
                      <a:pt x="10555" y="276"/>
                    </a:lnTo>
                    <a:cubicBezTo>
                      <a:pt x="10345" y="92"/>
                      <a:pt x="10083" y="0"/>
                      <a:pt x="982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26" name="Google Shape;126;p7">
                <a:hlinkClick action="ppaction://hlinkshowjump?jump=firstslide"/>
              </p:cNvPr>
              <p:cNvSpPr/>
              <p:nvPr/>
            </p:nvSpPr>
            <p:spPr>
              <a:xfrm>
                <a:off x="8077733" y="4777545"/>
                <a:ext cx="119889" cy="122937"/>
              </a:xfrm>
              <a:custGeom>
                <a:rect b="b" l="l" r="r" t="t"/>
                <a:pathLst>
                  <a:path extrusionOk="0" h="15168" w="14792">
                    <a:moveTo>
                      <a:pt x="9143" y="2671"/>
                    </a:moveTo>
                    <a:cubicBezTo>
                      <a:pt x="9453" y="2671"/>
                      <a:pt x="9706" y="2924"/>
                      <a:pt x="9706" y="3237"/>
                    </a:cubicBezTo>
                    <a:lnTo>
                      <a:pt x="9706" y="6625"/>
                    </a:lnTo>
                    <a:cubicBezTo>
                      <a:pt x="9706" y="6935"/>
                      <a:pt x="9453" y="7188"/>
                      <a:pt x="9143" y="7188"/>
                    </a:cubicBezTo>
                    <a:lnTo>
                      <a:pt x="5755" y="7188"/>
                    </a:lnTo>
                    <a:cubicBezTo>
                      <a:pt x="5442" y="7188"/>
                      <a:pt x="5189" y="6935"/>
                      <a:pt x="5189" y="6625"/>
                    </a:cubicBezTo>
                    <a:lnTo>
                      <a:pt x="5189" y="3237"/>
                    </a:lnTo>
                    <a:cubicBezTo>
                      <a:pt x="5189" y="2924"/>
                      <a:pt x="5442" y="2671"/>
                      <a:pt x="5755" y="2671"/>
                    </a:cubicBezTo>
                    <a:close/>
                    <a:moveTo>
                      <a:pt x="7448" y="0"/>
                    </a:moveTo>
                    <a:lnTo>
                      <a:pt x="4" y="6291"/>
                    </a:lnTo>
                    <a:lnTo>
                      <a:pt x="4" y="14605"/>
                    </a:lnTo>
                    <a:cubicBezTo>
                      <a:pt x="1" y="14913"/>
                      <a:pt x="254" y="15168"/>
                      <a:pt x="564" y="15168"/>
                    </a:cubicBezTo>
                    <a:cubicBezTo>
                      <a:pt x="566" y="15168"/>
                      <a:pt x="568" y="15168"/>
                      <a:pt x="570" y="15168"/>
                    </a:cubicBezTo>
                    <a:lnTo>
                      <a:pt x="4060" y="15168"/>
                    </a:lnTo>
                    <a:lnTo>
                      <a:pt x="4060" y="8883"/>
                    </a:lnTo>
                    <a:cubicBezTo>
                      <a:pt x="4060" y="8570"/>
                      <a:pt x="4313" y="8317"/>
                      <a:pt x="4626" y="8317"/>
                    </a:cubicBezTo>
                    <a:lnTo>
                      <a:pt x="10272" y="8317"/>
                    </a:lnTo>
                    <a:cubicBezTo>
                      <a:pt x="10582" y="8317"/>
                      <a:pt x="10835" y="8570"/>
                      <a:pt x="10835" y="8883"/>
                    </a:cubicBezTo>
                    <a:lnTo>
                      <a:pt x="10835" y="15168"/>
                    </a:lnTo>
                    <a:lnTo>
                      <a:pt x="14223" y="15168"/>
                    </a:lnTo>
                    <a:cubicBezTo>
                      <a:pt x="14225" y="15168"/>
                      <a:pt x="14227" y="15168"/>
                      <a:pt x="14228" y="15168"/>
                    </a:cubicBezTo>
                    <a:cubicBezTo>
                      <a:pt x="14539" y="15168"/>
                      <a:pt x="14792" y="14913"/>
                      <a:pt x="14789" y="14605"/>
                    </a:cubicBezTo>
                    <a:lnTo>
                      <a:pt x="14789" y="6291"/>
                    </a:lnTo>
                    <a:lnTo>
                      <a:pt x="744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grpSp>
        <p:nvGrpSpPr>
          <p:cNvPr id="127" name="Google Shape;127;p7"/>
          <p:cNvGrpSpPr/>
          <p:nvPr/>
        </p:nvGrpSpPr>
        <p:grpSpPr>
          <a:xfrm flipH="1">
            <a:off x="8430775" y="2919400"/>
            <a:ext cx="282000" cy="1270550"/>
            <a:chOff x="4314650" y="3034025"/>
            <a:chExt cx="282000" cy="1270550"/>
          </a:xfrm>
        </p:grpSpPr>
        <p:sp>
          <p:nvSpPr>
            <p:cNvPr id="128" name="Google Shape;128;p7"/>
            <p:cNvSpPr/>
            <p:nvPr/>
          </p:nvSpPr>
          <p:spPr>
            <a:xfrm>
              <a:off x="4314650" y="3034025"/>
              <a:ext cx="282000" cy="479525"/>
            </a:xfrm>
            <a:custGeom>
              <a:rect b="b" l="l" r="r" t="t"/>
              <a:pathLst>
                <a:path extrusionOk="0" h="19181" w="11280">
                  <a:moveTo>
                    <a:pt x="0" y="1"/>
                  </a:moveTo>
                  <a:lnTo>
                    <a:pt x="0" y="11280"/>
                  </a:lnTo>
                  <a:lnTo>
                    <a:pt x="11280" y="19180"/>
                  </a:lnTo>
                  <a:lnTo>
                    <a:pt x="11280" y="7901"/>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7"/>
            <p:cNvSpPr/>
            <p:nvPr/>
          </p:nvSpPr>
          <p:spPr>
            <a:xfrm>
              <a:off x="4314650" y="3376575"/>
              <a:ext cx="282000" cy="295025"/>
            </a:xfrm>
            <a:custGeom>
              <a:rect b="b" l="l" r="r" t="t"/>
              <a:pathLst>
                <a:path extrusionOk="0" h="11801" w="11280">
                  <a:moveTo>
                    <a:pt x="0" y="0"/>
                  </a:moveTo>
                  <a:lnTo>
                    <a:pt x="0" y="3901"/>
                  </a:lnTo>
                  <a:lnTo>
                    <a:pt x="11280" y="11801"/>
                  </a:lnTo>
                  <a:lnTo>
                    <a:pt x="11280" y="7900"/>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7"/>
            <p:cNvSpPr/>
            <p:nvPr/>
          </p:nvSpPr>
          <p:spPr>
            <a:xfrm>
              <a:off x="4314650" y="3534650"/>
              <a:ext cx="282000" cy="295375"/>
            </a:xfrm>
            <a:custGeom>
              <a:rect b="b" l="l" r="r" t="t"/>
              <a:pathLst>
                <a:path extrusionOk="0" h="11815" w="11280">
                  <a:moveTo>
                    <a:pt x="0" y="0"/>
                  </a:moveTo>
                  <a:lnTo>
                    <a:pt x="0" y="3915"/>
                  </a:lnTo>
                  <a:lnTo>
                    <a:pt x="11280" y="11815"/>
                  </a:lnTo>
                  <a:lnTo>
                    <a:pt x="11280" y="7900"/>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7"/>
            <p:cNvSpPr/>
            <p:nvPr/>
          </p:nvSpPr>
          <p:spPr>
            <a:xfrm>
              <a:off x="4314650" y="3693050"/>
              <a:ext cx="282000" cy="295050"/>
            </a:xfrm>
            <a:custGeom>
              <a:rect b="b" l="l" r="r" t="t"/>
              <a:pathLst>
                <a:path extrusionOk="0" h="11802" w="11280">
                  <a:moveTo>
                    <a:pt x="0" y="1"/>
                  </a:moveTo>
                  <a:lnTo>
                    <a:pt x="0" y="3902"/>
                  </a:lnTo>
                  <a:lnTo>
                    <a:pt x="11280" y="11801"/>
                  </a:lnTo>
                  <a:lnTo>
                    <a:pt x="11280" y="7901"/>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7"/>
            <p:cNvSpPr/>
            <p:nvPr/>
          </p:nvSpPr>
          <p:spPr>
            <a:xfrm>
              <a:off x="4314650" y="3851125"/>
              <a:ext cx="282000" cy="295400"/>
            </a:xfrm>
            <a:custGeom>
              <a:rect b="b" l="l" r="r" t="t"/>
              <a:pathLst>
                <a:path extrusionOk="0" h="11816" w="11280">
                  <a:moveTo>
                    <a:pt x="0" y="1"/>
                  </a:moveTo>
                  <a:lnTo>
                    <a:pt x="0" y="3915"/>
                  </a:lnTo>
                  <a:lnTo>
                    <a:pt x="11280" y="11815"/>
                  </a:lnTo>
                  <a:lnTo>
                    <a:pt x="11280" y="7900"/>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7"/>
            <p:cNvSpPr/>
            <p:nvPr/>
          </p:nvSpPr>
          <p:spPr>
            <a:xfrm>
              <a:off x="4314650" y="4009550"/>
              <a:ext cx="282000" cy="295025"/>
            </a:xfrm>
            <a:custGeom>
              <a:rect b="b" l="l" r="r" t="t"/>
              <a:pathLst>
                <a:path extrusionOk="0" h="11801" w="11280">
                  <a:moveTo>
                    <a:pt x="0" y="0"/>
                  </a:moveTo>
                  <a:lnTo>
                    <a:pt x="0" y="3901"/>
                  </a:lnTo>
                  <a:lnTo>
                    <a:pt x="11280" y="11801"/>
                  </a:lnTo>
                  <a:lnTo>
                    <a:pt x="11280" y="7900"/>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34" name="Shape 134"/>
        <p:cNvGrpSpPr/>
        <p:nvPr/>
      </p:nvGrpSpPr>
      <p:grpSpPr>
        <a:xfrm>
          <a:off x="0" y="0"/>
          <a:ext cx="0" cy="0"/>
          <a:chOff x="0" y="0"/>
          <a:chExt cx="0" cy="0"/>
        </a:xfrm>
      </p:grpSpPr>
      <p:sp>
        <p:nvSpPr>
          <p:cNvPr id="135" name="Google Shape;135;p8"/>
          <p:cNvSpPr txBox="1"/>
          <p:nvPr>
            <p:ph type="title"/>
          </p:nvPr>
        </p:nvSpPr>
        <p:spPr>
          <a:xfrm>
            <a:off x="2317950" y="1307100"/>
            <a:ext cx="4508100" cy="25293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500"/>
              <a:buNone/>
              <a:defRPr sz="45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136" name="Google Shape;136;p8"/>
          <p:cNvGrpSpPr/>
          <p:nvPr/>
        </p:nvGrpSpPr>
        <p:grpSpPr>
          <a:xfrm>
            <a:off x="816250" y="4703275"/>
            <a:ext cx="7511400" cy="238200"/>
            <a:chOff x="816250" y="4703275"/>
            <a:chExt cx="7511400" cy="238200"/>
          </a:xfrm>
        </p:grpSpPr>
        <p:grpSp>
          <p:nvGrpSpPr>
            <p:cNvPr id="137" name="Google Shape;137;p8"/>
            <p:cNvGrpSpPr/>
            <p:nvPr/>
          </p:nvGrpSpPr>
          <p:grpSpPr>
            <a:xfrm>
              <a:off x="816250" y="4703275"/>
              <a:ext cx="7511400" cy="238200"/>
              <a:chOff x="816250" y="4630450"/>
              <a:chExt cx="7511400" cy="238200"/>
            </a:xfrm>
          </p:grpSpPr>
          <p:sp>
            <p:nvSpPr>
              <p:cNvPr id="138" name="Google Shape;138;p8"/>
              <p:cNvSpPr/>
              <p:nvPr/>
            </p:nvSpPr>
            <p:spPr>
              <a:xfrm>
                <a:off x="816250" y="4630450"/>
                <a:ext cx="7511400" cy="2382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8"/>
              <p:cNvSpPr/>
              <p:nvPr/>
            </p:nvSpPr>
            <p:spPr>
              <a:xfrm rot="5400000">
                <a:off x="8018000" y="4558475"/>
                <a:ext cx="237300" cy="3819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8">
                <a:hlinkClick action="ppaction://hlinkshowjump?jump=previousslide"/>
              </p:cNvPr>
              <p:cNvSpPr/>
              <p:nvPr/>
            </p:nvSpPr>
            <p:spPr>
              <a:xfrm rot="-5400000">
                <a:off x="892550" y="4695100"/>
                <a:ext cx="125700" cy="108900"/>
              </a:xfrm>
              <a:prstGeom prst="triangl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8">
                <a:hlinkClick action="ppaction://hlinkshowjump?jump=nextslide"/>
              </p:cNvPr>
              <p:cNvSpPr/>
              <p:nvPr/>
            </p:nvSpPr>
            <p:spPr>
              <a:xfrm flipH="1" rot="5400000">
                <a:off x="1084525" y="4695100"/>
                <a:ext cx="125700" cy="108900"/>
              </a:xfrm>
              <a:prstGeom prst="triangl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2" name="Google Shape;142;p8"/>
            <p:cNvGrpSpPr/>
            <p:nvPr/>
          </p:nvGrpSpPr>
          <p:grpSpPr>
            <a:xfrm>
              <a:off x="8051978" y="4744266"/>
              <a:ext cx="158283" cy="156216"/>
              <a:chOff x="8058597" y="4744266"/>
              <a:chExt cx="158283" cy="156216"/>
            </a:xfrm>
          </p:grpSpPr>
          <p:sp>
            <p:nvSpPr>
              <p:cNvPr id="143" name="Google Shape;143;p8">
                <a:hlinkClick action="ppaction://hlinkshowjump?jump=firstslide"/>
              </p:cNvPr>
              <p:cNvSpPr/>
              <p:nvPr/>
            </p:nvSpPr>
            <p:spPr>
              <a:xfrm>
                <a:off x="8170770" y="4753449"/>
                <a:ext cx="26957" cy="25369"/>
              </a:xfrm>
              <a:custGeom>
                <a:rect b="b" l="l" r="r" t="t"/>
                <a:pathLst>
                  <a:path extrusionOk="0" h="3130" w="3326">
                    <a:moveTo>
                      <a:pt x="482" y="1"/>
                    </a:moveTo>
                    <a:cubicBezTo>
                      <a:pt x="280" y="1"/>
                      <a:pt x="95" y="114"/>
                      <a:pt x="1" y="293"/>
                    </a:cubicBezTo>
                    <a:lnTo>
                      <a:pt x="3322" y="3130"/>
                    </a:lnTo>
                    <a:lnTo>
                      <a:pt x="3322" y="564"/>
                    </a:lnTo>
                    <a:cubicBezTo>
                      <a:pt x="3325" y="253"/>
                      <a:pt x="3072" y="1"/>
                      <a:pt x="2761" y="1"/>
                    </a:cubicBezTo>
                    <a:cubicBezTo>
                      <a:pt x="2760" y="1"/>
                      <a:pt x="2758" y="1"/>
                      <a:pt x="2756" y="1"/>
                    </a:cubicBezTo>
                    <a:lnTo>
                      <a:pt x="497" y="1"/>
                    </a:lnTo>
                    <a:cubicBezTo>
                      <a:pt x="492" y="1"/>
                      <a:pt x="487" y="1"/>
                      <a:pt x="48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44" name="Google Shape;144;p8">
                <a:hlinkClick action="ppaction://hlinkshowjump?jump=firstslide"/>
              </p:cNvPr>
              <p:cNvSpPr/>
              <p:nvPr/>
            </p:nvSpPr>
            <p:spPr>
              <a:xfrm>
                <a:off x="8120106" y="4854105"/>
                <a:ext cx="36618" cy="46377"/>
              </a:xfrm>
              <a:custGeom>
                <a:rect b="b" l="l" r="r" t="t"/>
                <a:pathLst>
                  <a:path extrusionOk="0" h="5722" w="4518">
                    <a:moveTo>
                      <a:pt x="2822" y="1130"/>
                    </a:moveTo>
                    <a:cubicBezTo>
                      <a:pt x="3325" y="1130"/>
                      <a:pt x="3578" y="1738"/>
                      <a:pt x="3222" y="2093"/>
                    </a:cubicBezTo>
                    <a:cubicBezTo>
                      <a:pt x="3106" y="2209"/>
                      <a:pt x="2964" y="2260"/>
                      <a:pt x="2825" y="2260"/>
                    </a:cubicBezTo>
                    <a:cubicBezTo>
                      <a:pt x="2535" y="2260"/>
                      <a:pt x="2259" y="2036"/>
                      <a:pt x="2259" y="1696"/>
                    </a:cubicBezTo>
                    <a:cubicBezTo>
                      <a:pt x="2259" y="1383"/>
                      <a:pt x="2509" y="1130"/>
                      <a:pt x="2822" y="1130"/>
                    </a:cubicBezTo>
                    <a:close/>
                    <a:moveTo>
                      <a:pt x="0" y="1"/>
                    </a:moveTo>
                    <a:lnTo>
                      <a:pt x="0" y="5722"/>
                    </a:lnTo>
                    <a:lnTo>
                      <a:pt x="4517" y="5722"/>
                    </a:lnTo>
                    <a:lnTo>
                      <a:pt x="451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45" name="Google Shape;145;p8">
                <a:hlinkClick action="ppaction://hlinkshowjump?jump=firstslide"/>
              </p:cNvPr>
              <p:cNvSpPr/>
              <p:nvPr/>
            </p:nvSpPr>
            <p:spPr>
              <a:xfrm>
                <a:off x="8128941" y="4808344"/>
                <a:ext cx="18309" cy="18309"/>
              </a:xfrm>
              <a:custGeom>
                <a:rect b="b" l="l" r="r" t="t"/>
                <a:pathLst>
                  <a:path extrusionOk="0" h="2259" w="2259">
                    <a:moveTo>
                      <a:pt x="0" y="0"/>
                    </a:moveTo>
                    <a:lnTo>
                      <a:pt x="0" y="2259"/>
                    </a:lnTo>
                    <a:lnTo>
                      <a:pt x="2259" y="2259"/>
                    </a:lnTo>
                    <a:lnTo>
                      <a:pt x="225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46" name="Google Shape;146;p8">
                <a:hlinkClick action="ppaction://hlinkshowjump?jump=firstslide"/>
              </p:cNvPr>
              <p:cNvSpPr/>
              <p:nvPr/>
            </p:nvSpPr>
            <p:spPr>
              <a:xfrm>
                <a:off x="8058597" y="4744266"/>
                <a:ext cx="158283" cy="77103"/>
              </a:xfrm>
              <a:custGeom>
                <a:rect b="b" l="l" r="r" t="t"/>
                <a:pathLst>
                  <a:path extrusionOk="0" h="9513" w="19529">
                    <a:moveTo>
                      <a:pt x="9821" y="0"/>
                    </a:moveTo>
                    <a:cubicBezTo>
                      <a:pt x="9559" y="0"/>
                      <a:pt x="9297" y="92"/>
                      <a:pt x="9086" y="276"/>
                    </a:cubicBezTo>
                    <a:lnTo>
                      <a:pt x="531" y="7521"/>
                    </a:lnTo>
                    <a:cubicBezTo>
                      <a:pt x="61" y="7921"/>
                      <a:pt x="1" y="8626"/>
                      <a:pt x="395" y="9099"/>
                    </a:cubicBezTo>
                    <a:cubicBezTo>
                      <a:pt x="620" y="9369"/>
                      <a:pt x="942" y="9508"/>
                      <a:pt x="1266" y="9508"/>
                    </a:cubicBezTo>
                    <a:cubicBezTo>
                      <a:pt x="1525" y="9508"/>
                      <a:pt x="1785" y="9419"/>
                      <a:pt x="1997" y="9237"/>
                    </a:cubicBezTo>
                    <a:lnTo>
                      <a:pt x="9821" y="2622"/>
                    </a:lnTo>
                    <a:lnTo>
                      <a:pt x="17544" y="9240"/>
                    </a:lnTo>
                    <a:cubicBezTo>
                      <a:pt x="17759" y="9425"/>
                      <a:pt x="18019" y="9513"/>
                      <a:pt x="18278" y="9513"/>
                    </a:cubicBezTo>
                    <a:cubicBezTo>
                      <a:pt x="18661" y="9513"/>
                      <a:pt x="19039" y="9318"/>
                      <a:pt x="19252" y="8954"/>
                    </a:cubicBezTo>
                    <a:cubicBezTo>
                      <a:pt x="19529" y="8482"/>
                      <a:pt x="19430" y="7879"/>
                      <a:pt x="19014" y="7524"/>
                    </a:cubicBezTo>
                    <a:lnTo>
                      <a:pt x="10555" y="276"/>
                    </a:lnTo>
                    <a:cubicBezTo>
                      <a:pt x="10345" y="92"/>
                      <a:pt x="10083" y="0"/>
                      <a:pt x="982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47" name="Google Shape;147;p8">
                <a:hlinkClick action="ppaction://hlinkshowjump?jump=firstslide"/>
              </p:cNvPr>
              <p:cNvSpPr/>
              <p:nvPr/>
            </p:nvSpPr>
            <p:spPr>
              <a:xfrm>
                <a:off x="8077733" y="4777545"/>
                <a:ext cx="119889" cy="122937"/>
              </a:xfrm>
              <a:custGeom>
                <a:rect b="b" l="l" r="r" t="t"/>
                <a:pathLst>
                  <a:path extrusionOk="0" h="15168" w="14792">
                    <a:moveTo>
                      <a:pt x="9143" y="2671"/>
                    </a:moveTo>
                    <a:cubicBezTo>
                      <a:pt x="9453" y="2671"/>
                      <a:pt x="9706" y="2924"/>
                      <a:pt x="9706" y="3237"/>
                    </a:cubicBezTo>
                    <a:lnTo>
                      <a:pt x="9706" y="6625"/>
                    </a:lnTo>
                    <a:cubicBezTo>
                      <a:pt x="9706" y="6935"/>
                      <a:pt x="9453" y="7188"/>
                      <a:pt x="9143" y="7188"/>
                    </a:cubicBezTo>
                    <a:lnTo>
                      <a:pt x="5755" y="7188"/>
                    </a:lnTo>
                    <a:cubicBezTo>
                      <a:pt x="5442" y="7188"/>
                      <a:pt x="5189" y="6935"/>
                      <a:pt x="5189" y="6625"/>
                    </a:cubicBezTo>
                    <a:lnTo>
                      <a:pt x="5189" y="3237"/>
                    </a:lnTo>
                    <a:cubicBezTo>
                      <a:pt x="5189" y="2924"/>
                      <a:pt x="5442" y="2671"/>
                      <a:pt x="5755" y="2671"/>
                    </a:cubicBezTo>
                    <a:close/>
                    <a:moveTo>
                      <a:pt x="7448" y="0"/>
                    </a:moveTo>
                    <a:lnTo>
                      <a:pt x="4" y="6291"/>
                    </a:lnTo>
                    <a:lnTo>
                      <a:pt x="4" y="14605"/>
                    </a:lnTo>
                    <a:cubicBezTo>
                      <a:pt x="1" y="14913"/>
                      <a:pt x="254" y="15168"/>
                      <a:pt x="564" y="15168"/>
                    </a:cubicBezTo>
                    <a:cubicBezTo>
                      <a:pt x="566" y="15168"/>
                      <a:pt x="568" y="15168"/>
                      <a:pt x="570" y="15168"/>
                    </a:cubicBezTo>
                    <a:lnTo>
                      <a:pt x="4060" y="15168"/>
                    </a:lnTo>
                    <a:lnTo>
                      <a:pt x="4060" y="8883"/>
                    </a:lnTo>
                    <a:cubicBezTo>
                      <a:pt x="4060" y="8570"/>
                      <a:pt x="4313" y="8317"/>
                      <a:pt x="4626" y="8317"/>
                    </a:cubicBezTo>
                    <a:lnTo>
                      <a:pt x="10272" y="8317"/>
                    </a:lnTo>
                    <a:cubicBezTo>
                      <a:pt x="10582" y="8317"/>
                      <a:pt x="10835" y="8570"/>
                      <a:pt x="10835" y="8883"/>
                    </a:cubicBezTo>
                    <a:lnTo>
                      <a:pt x="10835" y="15168"/>
                    </a:lnTo>
                    <a:lnTo>
                      <a:pt x="14223" y="15168"/>
                    </a:lnTo>
                    <a:cubicBezTo>
                      <a:pt x="14225" y="15168"/>
                      <a:pt x="14227" y="15168"/>
                      <a:pt x="14228" y="15168"/>
                    </a:cubicBezTo>
                    <a:cubicBezTo>
                      <a:pt x="14539" y="15168"/>
                      <a:pt x="14792" y="14913"/>
                      <a:pt x="14789" y="14605"/>
                    </a:cubicBezTo>
                    <a:lnTo>
                      <a:pt x="14789" y="6291"/>
                    </a:lnTo>
                    <a:lnTo>
                      <a:pt x="744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pic>
        <p:nvPicPr>
          <p:cNvPr id="148" name="Google Shape;148;p8"/>
          <p:cNvPicPr preferRelativeResize="0"/>
          <p:nvPr/>
        </p:nvPicPr>
        <p:blipFill>
          <a:blip r:embed="rId2">
            <a:alphaModFix/>
          </a:blip>
          <a:stretch>
            <a:fillRect/>
          </a:stretch>
        </p:blipFill>
        <p:spPr>
          <a:xfrm>
            <a:off x="7946150" y="-178825"/>
            <a:ext cx="1621173" cy="1780124"/>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49" name="Shape 149"/>
        <p:cNvGrpSpPr/>
        <p:nvPr/>
      </p:nvGrpSpPr>
      <p:grpSpPr>
        <a:xfrm>
          <a:off x="0" y="0"/>
          <a:ext cx="0" cy="0"/>
          <a:chOff x="0" y="0"/>
          <a:chExt cx="0" cy="0"/>
        </a:xfrm>
      </p:grpSpPr>
      <p:sp>
        <p:nvSpPr>
          <p:cNvPr id="150" name="Google Shape;150;p9"/>
          <p:cNvSpPr txBox="1"/>
          <p:nvPr>
            <p:ph type="title"/>
          </p:nvPr>
        </p:nvSpPr>
        <p:spPr>
          <a:xfrm>
            <a:off x="2135550" y="1189100"/>
            <a:ext cx="4872900" cy="1964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5000"/>
              <a:buNone/>
              <a:defRPr sz="50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151" name="Google Shape;151;p9"/>
          <p:cNvSpPr txBox="1"/>
          <p:nvPr>
            <p:ph idx="1" type="subTitle"/>
          </p:nvPr>
        </p:nvSpPr>
        <p:spPr>
          <a:xfrm>
            <a:off x="2135550" y="3153500"/>
            <a:ext cx="4872900" cy="67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6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grpSp>
        <p:nvGrpSpPr>
          <p:cNvPr id="152" name="Google Shape;152;p9"/>
          <p:cNvGrpSpPr/>
          <p:nvPr/>
        </p:nvGrpSpPr>
        <p:grpSpPr>
          <a:xfrm>
            <a:off x="816250" y="4703275"/>
            <a:ext cx="7511400" cy="238200"/>
            <a:chOff x="816250" y="4703275"/>
            <a:chExt cx="7511400" cy="238200"/>
          </a:xfrm>
        </p:grpSpPr>
        <p:grpSp>
          <p:nvGrpSpPr>
            <p:cNvPr id="153" name="Google Shape;153;p9"/>
            <p:cNvGrpSpPr/>
            <p:nvPr/>
          </p:nvGrpSpPr>
          <p:grpSpPr>
            <a:xfrm>
              <a:off x="816250" y="4703275"/>
              <a:ext cx="7511400" cy="238200"/>
              <a:chOff x="816250" y="4630450"/>
              <a:chExt cx="7511400" cy="238200"/>
            </a:xfrm>
          </p:grpSpPr>
          <p:sp>
            <p:nvSpPr>
              <p:cNvPr id="154" name="Google Shape;154;p9"/>
              <p:cNvSpPr/>
              <p:nvPr/>
            </p:nvSpPr>
            <p:spPr>
              <a:xfrm>
                <a:off x="816250" y="4630450"/>
                <a:ext cx="7511400" cy="2382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9"/>
              <p:cNvSpPr/>
              <p:nvPr/>
            </p:nvSpPr>
            <p:spPr>
              <a:xfrm rot="5400000">
                <a:off x="8018000" y="4558475"/>
                <a:ext cx="237300" cy="3819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9">
                <a:hlinkClick action="ppaction://hlinkshowjump?jump=previousslide"/>
              </p:cNvPr>
              <p:cNvSpPr/>
              <p:nvPr/>
            </p:nvSpPr>
            <p:spPr>
              <a:xfrm rot="-5400000">
                <a:off x="892550" y="4695100"/>
                <a:ext cx="125700" cy="108900"/>
              </a:xfrm>
              <a:prstGeom prst="triangl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9">
                <a:hlinkClick action="ppaction://hlinkshowjump?jump=nextslide"/>
              </p:cNvPr>
              <p:cNvSpPr/>
              <p:nvPr/>
            </p:nvSpPr>
            <p:spPr>
              <a:xfrm flipH="1" rot="5400000">
                <a:off x="1084525" y="4695100"/>
                <a:ext cx="125700" cy="108900"/>
              </a:xfrm>
              <a:prstGeom prst="triangl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8" name="Google Shape;158;p9"/>
            <p:cNvGrpSpPr/>
            <p:nvPr/>
          </p:nvGrpSpPr>
          <p:grpSpPr>
            <a:xfrm>
              <a:off x="8051978" y="4744266"/>
              <a:ext cx="158283" cy="156216"/>
              <a:chOff x="8058597" y="4744266"/>
              <a:chExt cx="158283" cy="156216"/>
            </a:xfrm>
          </p:grpSpPr>
          <p:sp>
            <p:nvSpPr>
              <p:cNvPr id="159" name="Google Shape;159;p9">
                <a:hlinkClick action="ppaction://hlinkshowjump?jump=firstslide"/>
              </p:cNvPr>
              <p:cNvSpPr/>
              <p:nvPr/>
            </p:nvSpPr>
            <p:spPr>
              <a:xfrm>
                <a:off x="8170770" y="4753449"/>
                <a:ext cx="26957" cy="25369"/>
              </a:xfrm>
              <a:custGeom>
                <a:rect b="b" l="l" r="r" t="t"/>
                <a:pathLst>
                  <a:path extrusionOk="0" h="3130" w="3326">
                    <a:moveTo>
                      <a:pt x="482" y="1"/>
                    </a:moveTo>
                    <a:cubicBezTo>
                      <a:pt x="280" y="1"/>
                      <a:pt x="95" y="114"/>
                      <a:pt x="1" y="293"/>
                    </a:cubicBezTo>
                    <a:lnTo>
                      <a:pt x="3322" y="3130"/>
                    </a:lnTo>
                    <a:lnTo>
                      <a:pt x="3322" y="564"/>
                    </a:lnTo>
                    <a:cubicBezTo>
                      <a:pt x="3325" y="253"/>
                      <a:pt x="3072" y="1"/>
                      <a:pt x="2761" y="1"/>
                    </a:cubicBezTo>
                    <a:cubicBezTo>
                      <a:pt x="2760" y="1"/>
                      <a:pt x="2758" y="1"/>
                      <a:pt x="2756" y="1"/>
                    </a:cubicBezTo>
                    <a:lnTo>
                      <a:pt x="497" y="1"/>
                    </a:lnTo>
                    <a:cubicBezTo>
                      <a:pt x="492" y="1"/>
                      <a:pt x="487" y="1"/>
                      <a:pt x="48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60" name="Google Shape;160;p9">
                <a:hlinkClick action="ppaction://hlinkshowjump?jump=firstslide"/>
              </p:cNvPr>
              <p:cNvSpPr/>
              <p:nvPr/>
            </p:nvSpPr>
            <p:spPr>
              <a:xfrm>
                <a:off x="8120106" y="4854105"/>
                <a:ext cx="36618" cy="46377"/>
              </a:xfrm>
              <a:custGeom>
                <a:rect b="b" l="l" r="r" t="t"/>
                <a:pathLst>
                  <a:path extrusionOk="0" h="5722" w="4518">
                    <a:moveTo>
                      <a:pt x="2822" y="1130"/>
                    </a:moveTo>
                    <a:cubicBezTo>
                      <a:pt x="3325" y="1130"/>
                      <a:pt x="3578" y="1738"/>
                      <a:pt x="3222" y="2093"/>
                    </a:cubicBezTo>
                    <a:cubicBezTo>
                      <a:pt x="3106" y="2209"/>
                      <a:pt x="2964" y="2260"/>
                      <a:pt x="2825" y="2260"/>
                    </a:cubicBezTo>
                    <a:cubicBezTo>
                      <a:pt x="2535" y="2260"/>
                      <a:pt x="2259" y="2036"/>
                      <a:pt x="2259" y="1696"/>
                    </a:cubicBezTo>
                    <a:cubicBezTo>
                      <a:pt x="2259" y="1383"/>
                      <a:pt x="2509" y="1130"/>
                      <a:pt x="2822" y="1130"/>
                    </a:cubicBezTo>
                    <a:close/>
                    <a:moveTo>
                      <a:pt x="0" y="1"/>
                    </a:moveTo>
                    <a:lnTo>
                      <a:pt x="0" y="5722"/>
                    </a:lnTo>
                    <a:lnTo>
                      <a:pt x="4517" y="5722"/>
                    </a:lnTo>
                    <a:lnTo>
                      <a:pt x="451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61" name="Google Shape;161;p9">
                <a:hlinkClick action="ppaction://hlinkshowjump?jump=firstslide"/>
              </p:cNvPr>
              <p:cNvSpPr/>
              <p:nvPr/>
            </p:nvSpPr>
            <p:spPr>
              <a:xfrm>
                <a:off x="8128941" y="4808344"/>
                <a:ext cx="18309" cy="18309"/>
              </a:xfrm>
              <a:custGeom>
                <a:rect b="b" l="l" r="r" t="t"/>
                <a:pathLst>
                  <a:path extrusionOk="0" h="2259" w="2259">
                    <a:moveTo>
                      <a:pt x="0" y="0"/>
                    </a:moveTo>
                    <a:lnTo>
                      <a:pt x="0" y="2259"/>
                    </a:lnTo>
                    <a:lnTo>
                      <a:pt x="2259" y="2259"/>
                    </a:lnTo>
                    <a:lnTo>
                      <a:pt x="225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62" name="Google Shape;162;p9">
                <a:hlinkClick action="ppaction://hlinkshowjump?jump=firstslide"/>
              </p:cNvPr>
              <p:cNvSpPr/>
              <p:nvPr/>
            </p:nvSpPr>
            <p:spPr>
              <a:xfrm>
                <a:off x="8058597" y="4744266"/>
                <a:ext cx="158283" cy="77103"/>
              </a:xfrm>
              <a:custGeom>
                <a:rect b="b" l="l" r="r" t="t"/>
                <a:pathLst>
                  <a:path extrusionOk="0" h="9513" w="19529">
                    <a:moveTo>
                      <a:pt x="9821" y="0"/>
                    </a:moveTo>
                    <a:cubicBezTo>
                      <a:pt x="9559" y="0"/>
                      <a:pt x="9297" y="92"/>
                      <a:pt x="9086" y="276"/>
                    </a:cubicBezTo>
                    <a:lnTo>
                      <a:pt x="531" y="7521"/>
                    </a:lnTo>
                    <a:cubicBezTo>
                      <a:pt x="61" y="7921"/>
                      <a:pt x="1" y="8626"/>
                      <a:pt x="395" y="9099"/>
                    </a:cubicBezTo>
                    <a:cubicBezTo>
                      <a:pt x="620" y="9369"/>
                      <a:pt x="942" y="9508"/>
                      <a:pt x="1266" y="9508"/>
                    </a:cubicBezTo>
                    <a:cubicBezTo>
                      <a:pt x="1525" y="9508"/>
                      <a:pt x="1785" y="9419"/>
                      <a:pt x="1997" y="9237"/>
                    </a:cubicBezTo>
                    <a:lnTo>
                      <a:pt x="9821" y="2622"/>
                    </a:lnTo>
                    <a:lnTo>
                      <a:pt x="17544" y="9240"/>
                    </a:lnTo>
                    <a:cubicBezTo>
                      <a:pt x="17759" y="9425"/>
                      <a:pt x="18019" y="9513"/>
                      <a:pt x="18278" y="9513"/>
                    </a:cubicBezTo>
                    <a:cubicBezTo>
                      <a:pt x="18661" y="9513"/>
                      <a:pt x="19039" y="9318"/>
                      <a:pt x="19252" y="8954"/>
                    </a:cubicBezTo>
                    <a:cubicBezTo>
                      <a:pt x="19529" y="8482"/>
                      <a:pt x="19430" y="7879"/>
                      <a:pt x="19014" y="7524"/>
                    </a:cubicBezTo>
                    <a:lnTo>
                      <a:pt x="10555" y="276"/>
                    </a:lnTo>
                    <a:cubicBezTo>
                      <a:pt x="10345" y="92"/>
                      <a:pt x="10083" y="0"/>
                      <a:pt x="982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63" name="Google Shape;163;p9">
                <a:hlinkClick action="ppaction://hlinkshowjump?jump=firstslide"/>
              </p:cNvPr>
              <p:cNvSpPr/>
              <p:nvPr/>
            </p:nvSpPr>
            <p:spPr>
              <a:xfrm>
                <a:off x="8077733" y="4777545"/>
                <a:ext cx="119889" cy="122937"/>
              </a:xfrm>
              <a:custGeom>
                <a:rect b="b" l="l" r="r" t="t"/>
                <a:pathLst>
                  <a:path extrusionOk="0" h="15168" w="14792">
                    <a:moveTo>
                      <a:pt x="9143" y="2671"/>
                    </a:moveTo>
                    <a:cubicBezTo>
                      <a:pt x="9453" y="2671"/>
                      <a:pt x="9706" y="2924"/>
                      <a:pt x="9706" y="3237"/>
                    </a:cubicBezTo>
                    <a:lnTo>
                      <a:pt x="9706" y="6625"/>
                    </a:lnTo>
                    <a:cubicBezTo>
                      <a:pt x="9706" y="6935"/>
                      <a:pt x="9453" y="7188"/>
                      <a:pt x="9143" y="7188"/>
                    </a:cubicBezTo>
                    <a:lnTo>
                      <a:pt x="5755" y="7188"/>
                    </a:lnTo>
                    <a:cubicBezTo>
                      <a:pt x="5442" y="7188"/>
                      <a:pt x="5189" y="6935"/>
                      <a:pt x="5189" y="6625"/>
                    </a:cubicBezTo>
                    <a:lnTo>
                      <a:pt x="5189" y="3237"/>
                    </a:lnTo>
                    <a:cubicBezTo>
                      <a:pt x="5189" y="2924"/>
                      <a:pt x="5442" y="2671"/>
                      <a:pt x="5755" y="2671"/>
                    </a:cubicBezTo>
                    <a:close/>
                    <a:moveTo>
                      <a:pt x="7448" y="0"/>
                    </a:moveTo>
                    <a:lnTo>
                      <a:pt x="4" y="6291"/>
                    </a:lnTo>
                    <a:lnTo>
                      <a:pt x="4" y="14605"/>
                    </a:lnTo>
                    <a:cubicBezTo>
                      <a:pt x="1" y="14913"/>
                      <a:pt x="254" y="15168"/>
                      <a:pt x="564" y="15168"/>
                    </a:cubicBezTo>
                    <a:cubicBezTo>
                      <a:pt x="566" y="15168"/>
                      <a:pt x="568" y="15168"/>
                      <a:pt x="570" y="15168"/>
                    </a:cubicBezTo>
                    <a:lnTo>
                      <a:pt x="4060" y="15168"/>
                    </a:lnTo>
                    <a:lnTo>
                      <a:pt x="4060" y="8883"/>
                    </a:lnTo>
                    <a:cubicBezTo>
                      <a:pt x="4060" y="8570"/>
                      <a:pt x="4313" y="8317"/>
                      <a:pt x="4626" y="8317"/>
                    </a:cubicBezTo>
                    <a:lnTo>
                      <a:pt x="10272" y="8317"/>
                    </a:lnTo>
                    <a:cubicBezTo>
                      <a:pt x="10582" y="8317"/>
                      <a:pt x="10835" y="8570"/>
                      <a:pt x="10835" y="8883"/>
                    </a:cubicBezTo>
                    <a:lnTo>
                      <a:pt x="10835" y="15168"/>
                    </a:lnTo>
                    <a:lnTo>
                      <a:pt x="14223" y="15168"/>
                    </a:lnTo>
                    <a:cubicBezTo>
                      <a:pt x="14225" y="15168"/>
                      <a:pt x="14227" y="15168"/>
                      <a:pt x="14228" y="15168"/>
                    </a:cubicBezTo>
                    <a:cubicBezTo>
                      <a:pt x="14539" y="15168"/>
                      <a:pt x="14792" y="14913"/>
                      <a:pt x="14789" y="14605"/>
                    </a:cubicBezTo>
                    <a:lnTo>
                      <a:pt x="14789" y="6291"/>
                    </a:lnTo>
                    <a:lnTo>
                      <a:pt x="744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pic>
        <p:nvPicPr>
          <p:cNvPr id="164" name="Google Shape;164;p9"/>
          <p:cNvPicPr preferRelativeResize="0"/>
          <p:nvPr/>
        </p:nvPicPr>
        <p:blipFill>
          <a:blip r:embed="rId2">
            <a:alphaModFix/>
          </a:blip>
          <a:stretch>
            <a:fillRect/>
          </a:stretch>
        </p:blipFill>
        <p:spPr>
          <a:xfrm flipH="1">
            <a:off x="-814937" y="602400"/>
            <a:ext cx="2002724" cy="182377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65" name="Shape 165"/>
        <p:cNvGrpSpPr/>
        <p:nvPr/>
      </p:nvGrpSpPr>
      <p:grpSpPr>
        <a:xfrm>
          <a:off x="0" y="0"/>
          <a:ext cx="0" cy="0"/>
          <a:chOff x="0" y="0"/>
          <a:chExt cx="0" cy="0"/>
        </a:xfrm>
      </p:grpSpPr>
      <p:sp>
        <p:nvSpPr>
          <p:cNvPr id="166" name="Google Shape;166;p10"/>
          <p:cNvSpPr/>
          <p:nvPr>
            <p:ph idx="2" type="pic"/>
          </p:nvPr>
        </p:nvSpPr>
        <p:spPr>
          <a:xfrm>
            <a:off x="0" y="0"/>
            <a:ext cx="9144000" cy="5143500"/>
          </a:xfrm>
          <a:prstGeom prst="rect">
            <a:avLst/>
          </a:prstGeom>
          <a:noFill/>
          <a:ln>
            <a:noFill/>
          </a:ln>
        </p:spPr>
      </p:sp>
      <p:sp>
        <p:nvSpPr>
          <p:cNvPr id="167" name="Google Shape;167;p10"/>
          <p:cNvSpPr txBox="1"/>
          <p:nvPr>
            <p:ph type="title"/>
          </p:nvPr>
        </p:nvSpPr>
        <p:spPr>
          <a:xfrm>
            <a:off x="720000" y="4014450"/>
            <a:ext cx="7704000" cy="572700"/>
          </a:xfrm>
          <a:prstGeom prst="rect">
            <a:avLst/>
          </a:prstGeom>
          <a:solidFill>
            <a:schemeClr val="lt1"/>
          </a:solidFill>
        </p:spPr>
        <p:txBody>
          <a:bodyPr anchorCtr="0" anchor="ctr"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68" name="Shape 168"/>
        <p:cNvGrpSpPr/>
        <p:nvPr/>
      </p:nvGrpSpPr>
      <p:grpSpPr>
        <a:xfrm>
          <a:off x="0" y="0"/>
          <a:ext cx="0" cy="0"/>
          <a:chOff x="0" y="0"/>
          <a:chExt cx="0" cy="0"/>
        </a:xfrm>
      </p:grpSpPr>
      <p:sp>
        <p:nvSpPr>
          <p:cNvPr id="169" name="Google Shape;169;p11"/>
          <p:cNvSpPr txBox="1"/>
          <p:nvPr>
            <p:ph hasCustomPrompt="1" type="title"/>
          </p:nvPr>
        </p:nvSpPr>
        <p:spPr>
          <a:xfrm>
            <a:off x="1284000" y="1688025"/>
            <a:ext cx="6576000" cy="10542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6000">
                <a:solidFill>
                  <a:schemeClr val="dk2"/>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70" name="Google Shape;170;p11"/>
          <p:cNvSpPr txBox="1"/>
          <p:nvPr>
            <p:ph idx="1" type="subTitle"/>
          </p:nvPr>
        </p:nvSpPr>
        <p:spPr>
          <a:xfrm>
            <a:off x="1284000" y="3043275"/>
            <a:ext cx="6576000" cy="412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4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grpSp>
        <p:nvGrpSpPr>
          <p:cNvPr id="171" name="Google Shape;171;p11"/>
          <p:cNvGrpSpPr/>
          <p:nvPr/>
        </p:nvGrpSpPr>
        <p:grpSpPr>
          <a:xfrm>
            <a:off x="816250" y="4703275"/>
            <a:ext cx="7511400" cy="238200"/>
            <a:chOff x="816250" y="4703275"/>
            <a:chExt cx="7511400" cy="238200"/>
          </a:xfrm>
        </p:grpSpPr>
        <p:grpSp>
          <p:nvGrpSpPr>
            <p:cNvPr id="172" name="Google Shape;172;p11"/>
            <p:cNvGrpSpPr/>
            <p:nvPr/>
          </p:nvGrpSpPr>
          <p:grpSpPr>
            <a:xfrm>
              <a:off x="816250" y="4703275"/>
              <a:ext cx="7511400" cy="238200"/>
              <a:chOff x="816250" y="4630450"/>
              <a:chExt cx="7511400" cy="238200"/>
            </a:xfrm>
          </p:grpSpPr>
          <p:sp>
            <p:nvSpPr>
              <p:cNvPr id="173" name="Google Shape;173;p11"/>
              <p:cNvSpPr/>
              <p:nvPr/>
            </p:nvSpPr>
            <p:spPr>
              <a:xfrm>
                <a:off x="816250" y="4630450"/>
                <a:ext cx="7511400" cy="2382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1"/>
              <p:cNvSpPr/>
              <p:nvPr/>
            </p:nvSpPr>
            <p:spPr>
              <a:xfrm rot="5400000">
                <a:off x="8018000" y="4558475"/>
                <a:ext cx="237300" cy="3819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1">
                <a:hlinkClick action="ppaction://hlinkshowjump?jump=previousslide"/>
              </p:cNvPr>
              <p:cNvSpPr/>
              <p:nvPr/>
            </p:nvSpPr>
            <p:spPr>
              <a:xfrm rot="-5400000">
                <a:off x="892550" y="4695100"/>
                <a:ext cx="125700" cy="108900"/>
              </a:xfrm>
              <a:prstGeom prst="triangl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a:hlinkClick action="ppaction://hlinkshowjump?jump=nextslide"/>
              </p:cNvPr>
              <p:cNvSpPr/>
              <p:nvPr/>
            </p:nvSpPr>
            <p:spPr>
              <a:xfrm flipH="1" rot="5400000">
                <a:off x="1084525" y="4695100"/>
                <a:ext cx="125700" cy="108900"/>
              </a:xfrm>
              <a:prstGeom prst="triangl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7" name="Google Shape;177;p11"/>
            <p:cNvGrpSpPr/>
            <p:nvPr/>
          </p:nvGrpSpPr>
          <p:grpSpPr>
            <a:xfrm>
              <a:off x="8051978" y="4744266"/>
              <a:ext cx="158283" cy="156216"/>
              <a:chOff x="8058597" y="4744266"/>
              <a:chExt cx="158283" cy="156216"/>
            </a:xfrm>
          </p:grpSpPr>
          <p:sp>
            <p:nvSpPr>
              <p:cNvPr id="178" name="Google Shape;178;p11">
                <a:hlinkClick action="ppaction://hlinkshowjump?jump=firstslide"/>
              </p:cNvPr>
              <p:cNvSpPr/>
              <p:nvPr/>
            </p:nvSpPr>
            <p:spPr>
              <a:xfrm>
                <a:off x="8170770" y="4753449"/>
                <a:ext cx="26957" cy="25369"/>
              </a:xfrm>
              <a:custGeom>
                <a:rect b="b" l="l" r="r" t="t"/>
                <a:pathLst>
                  <a:path extrusionOk="0" h="3130" w="3326">
                    <a:moveTo>
                      <a:pt x="482" y="1"/>
                    </a:moveTo>
                    <a:cubicBezTo>
                      <a:pt x="280" y="1"/>
                      <a:pt x="95" y="114"/>
                      <a:pt x="1" y="293"/>
                    </a:cubicBezTo>
                    <a:lnTo>
                      <a:pt x="3322" y="3130"/>
                    </a:lnTo>
                    <a:lnTo>
                      <a:pt x="3322" y="564"/>
                    </a:lnTo>
                    <a:cubicBezTo>
                      <a:pt x="3325" y="253"/>
                      <a:pt x="3072" y="1"/>
                      <a:pt x="2761" y="1"/>
                    </a:cubicBezTo>
                    <a:cubicBezTo>
                      <a:pt x="2760" y="1"/>
                      <a:pt x="2758" y="1"/>
                      <a:pt x="2756" y="1"/>
                    </a:cubicBezTo>
                    <a:lnTo>
                      <a:pt x="497" y="1"/>
                    </a:lnTo>
                    <a:cubicBezTo>
                      <a:pt x="492" y="1"/>
                      <a:pt x="487" y="1"/>
                      <a:pt x="48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79" name="Google Shape;179;p11">
                <a:hlinkClick action="ppaction://hlinkshowjump?jump=firstslide"/>
              </p:cNvPr>
              <p:cNvSpPr/>
              <p:nvPr/>
            </p:nvSpPr>
            <p:spPr>
              <a:xfrm>
                <a:off x="8120106" y="4854105"/>
                <a:ext cx="36618" cy="46377"/>
              </a:xfrm>
              <a:custGeom>
                <a:rect b="b" l="l" r="r" t="t"/>
                <a:pathLst>
                  <a:path extrusionOk="0" h="5722" w="4518">
                    <a:moveTo>
                      <a:pt x="2822" y="1130"/>
                    </a:moveTo>
                    <a:cubicBezTo>
                      <a:pt x="3325" y="1130"/>
                      <a:pt x="3578" y="1738"/>
                      <a:pt x="3222" y="2093"/>
                    </a:cubicBezTo>
                    <a:cubicBezTo>
                      <a:pt x="3106" y="2209"/>
                      <a:pt x="2964" y="2260"/>
                      <a:pt x="2825" y="2260"/>
                    </a:cubicBezTo>
                    <a:cubicBezTo>
                      <a:pt x="2535" y="2260"/>
                      <a:pt x="2259" y="2036"/>
                      <a:pt x="2259" y="1696"/>
                    </a:cubicBezTo>
                    <a:cubicBezTo>
                      <a:pt x="2259" y="1383"/>
                      <a:pt x="2509" y="1130"/>
                      <a:pt x="2822" y="1130"/>
                    </a:cubicBezTo>
                    <a:close/>
                    <a:moveTo>
                      <a:pt x="0" y="1"/>
                    </a:moveTo>
                    <a:lnTo>
                      <a:pt x="0" y="5722"/>
                    </a:lnTo>
                    <a:lnTo>
                      <a:pt x="4517" y="5722"/>
                    </a:lnTo>
                    <a:lnTo>
                      <a:pt x="451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80" name="Google Shape;180;p11">
                <a:hlinkClick action="ppaction://hlinkshowjump?jump=firstslide"/>
              </p:cNvPr>
              <p:cNvSpPr/>
              <p:nvPr/>
            </p:nvSpPr>
            <p:spPr>
              <a:xfrm>
                <a:off x="8128941" y="4808344"/>
                <a:ext cx="18309" cy="18309"/>
              </a:xfrm>
              <a:custGeom>
                <a:rect b="b" l="l" r="r" t="t"/>
                <a:pathLst>
                  <a:path extrusionOk="0" h="2259" w="2259">
                    <a:moveTo>
                      <a:pt x="0" y="0"/>
                    </a:moveTo>
                    <a:lnTo>
                      <a:pt x="0" y="2259"/>
                    </a:lnTo>
                    <a:lnTo>
                      <a:pt x="2259" y="2259"/>
                    </a:lnTo>
                    <a:lnTo>
                      <a:pt x="225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81" name="Google Shape;181;p11">
                <a:hlinkClick action="ppaction://hlinkshowjump?jump=firstslide"/>
              </p:cNvPr>
              <p:cNvSpPr/>
              <p:nvPr/>
            </p:nvSpPr>
            <p:spPr>
              <a:xfrm>
                <a:off x="8058597" y="4744266"/>
                <a:ext cx="158283" cy="77103"/>
              </a:xfrm>
              <a:custGeom>
                <a:rect b="b" l="l" r="r" t="t"/>
                <a:pathLst>
                  <a:path extrusionOk="0" h="9513" w="19529">
                    <a:moveTo>
                      <a:pt x="9821" y="0"/>
                    </a:moveTo>
                    <a:cubicBezTo>
                      <a:pt x="9559" y="0"/>
                      <a:pt x="9297" y="92"/>
                      <a:pt x="9086" y="276"/>
                    </a:cubicBezTo>
                    <a:lnTo>
                      <a:pt x="531" y="7521"/>
                    </a:lnTo>
                    <a:cubicBezTo>
                      <a:pt x="61" y="7921"/>
                      <a:pt x="1" y="8626"/>
                      <a:pt x="395" y="9099"/>
                    </a:cubicBezTo>
                    <a:cubicBezTo>
                      <a:pt x="620" y="9369"/>
                      <a:pt x="942" y="9508"/>
                      <a:pt x="1266" y="9508"/>
                    </a:cubicBezTo>
                    <a:cubicBezTo>
                      <a:pt x="1525" y="9508"/>
                      <a:pt x="1785" y="9419"/>
                      <a:pt x="1997" y="9237"/>
                    </a:cubicBezTo>
                    <a:lnTo>
                      <a:pt x="9821" y="2622"/>
                    </a:lnTo>
                    <a:lnTo>
                      <a:pt x="17544" y="9240"/>
                    </a:lnTo>
                    <a:cubicBezTo>
                      <a:pt x="17759" y="9425"/>
                      <a:pt x="18019" y="9513"/>
                      <a:pt x="18278" y="9513"/>
                    </a:cubicBezTo>
                    <a:cubicBezTo>
                      <a:pt x="18661" y="9513"/>
                      <a:pt x="19039" y="9318"/>
                      <a:pt x="19252" y="8954"/>
                    </a:cubicBezTo>
                    <a:cubicBezTo>
                      <a:pt x="19529" y="8482"/>
                      <a:pt x="19430" y="7879"/>
                      <a:pt x="19014" y="7524"/>
                    </a:cubicBezTo>
                    <a:lnTo>
                      <a:pt x="10555" y="276"/>
                    </a:lnTo>
                    <a:cubicBezTo>
                      <a:pt x="10345" y="92"/>
                      <a:pt x="10083" y="0"/>
                      <a:pt x="982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82" name="Google Shape;182;p11">
                <a:hlinkClick action="ppaction://hlinkshowjump?jump=firstslide"/>
              </p:cNvPr>
              <p:cNvSpPr/>
              <p:nvPr/>
            </p:nvSpPr>
            <p:spPr>
              <a:xfrm>
                <a:off x="8077733" y="4777545"/>
                <a:ext cx="119889" cy="122937"/>
              </a:xfrm>
              <a:custGeom>
                <a:rect b="b" l="l" r="r" t="t"/>
                <a:pathLst>
                  <a:path extrusionOk="0" h="15168" w="14792">
                    <a:moveTo>
                      <a:pt x="9143" y="2671"/>
                    </a:moveTo>
                    <a:cubicBezTo>
                      <a:pt x="9453" y="2671"/>
                      <a:pt x="9706" y="2924"/>
                      <a:pt x="9706" y="3237"/>
                    </a:cubicBezTo>
                    <a:lnTo>
                      <a:pt x="9706" y="6625"/>
                    </a:lnTo>
                    <a:cubicBezTo>
                      <a:pt x="9706" y="6935"/>
                      <a:pt x="9453" y="7188"/>
                      <a:pt x="9143" y="7188"/>
                    </a:cubicBezTo>
                    <a:lnTo>
                      <a:pt x="5755" y="7188"/>
                    </a:lnTo>
                    <a:cubicBezTo>
                      <a:pt x="5442" y="7188"/>
                      <a:pt x="5189" y="6935"/>
                      <a:pt x="5189" y="6625"/>
                    </a:cubicBezTo>
                    <a:lnTo>
                      <a:pt x="5189" y="3237"/>
                    </a:lnTo>
                    <a:cubicBezTo>
                      <a:pt x="5189" y="2924"/>
                      <a:pt x="5442" y="2671"/>
                      <a:pt x="5755" y="2671"/>
                    </a:cubicBezTo>
                    <a:close/>
                    <a:moveTo>
                      <a:pt x="7448" y="0"/>
                    </a:moveTo>
                    <a:lnTo>
                      <a:pt x="4" y="6291"/>
                    </a:lnTo>
                    <a:lnTo>
                      <a:pt x="4" y="14605"/>
                    </a:lnTo>
                    <a:cubicBezTo>
                      <a:pt x="1" y="14913"/>
                      <a:pt x="254" y="15168"/>
                      <a:pt x="564" y="15168"/>
                    </a:cubicBezTo>
                    <a:cubicBezTo>
                      <a:pt x="566" y="15168"/>
                      <a:pt x="568" y="15168"/>
                      <a:pt x="570" y="15168"/>
                    </a:cubicBezTo>
                    <a:lnTo>
                      <a:pt x="4060" y="15168"/>
                    </a:lnTo>
                    <a:lnTo>
                      <a:pt x="4060" y="8883"/>
                    </a:lnTo>
                    <a:cubicBezTo>
                      <a:pt x="4060" y="8570"/>
                      <a:pt x="4313" y="8317"/>
                      <a:pt x="4626" y="8317"/>
                    </a:cubicBezTo>
                    <a:lnTo>
                      <a:pt x="10272" y="8317"/>
                    </a:lnTo>
                    <a:cubicBezTo>
                      <a:pt x="10582" y="8317"/>
                      <a:pt x="10835" y="8570"/>
                      <a:pt x="10835" y="8883"/>
                    </a:cubicBezTo>
                    <a:lnTo>
                      <a:pt x="10835" y="15168"/>
                    </a:lnTo>
                    <a:lnTo>
                      <a:pt x="14223" y="15168"/>
                    </a:lnTo>
                    <a:cubicBezTo>
                      <a:pt x="14225" y="15168"/>
                      <a:pt x="14227" y="15168"/>
                      <a:pt x="14228" y="15168"/>
                    </a:cubicBezTo>
                    <a:cubicBezTo>
                      <a:pt x="14539" y="15168"/>
                      <a:pt x="14792" y="14913"/>
                      <a:pt x="14789" y="14605"/>
                    </a:cubicBezTo>
                    <a:lnTo>
                      <a:pt x="14789" y="6291"/>
                    </a:lnTo>
                    <a:lnTo>
                      <a:pt x="744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grpSp>
        <p:nvGrpSpPr>
          <p:cNvPr id="183" name="Google Shape;183;p11"/>
          <p:cNvGrpSpPr/>
          <p:nvPr/>
        </p:nvGrpSpPr>
        <p:grpSpPr>
          <a:xfrm>
            <a:off x="6356390" y="539490"/>
            <a:ext cx="2074385" cy="3734685"/>
            <a:chOff x="6356390" y="539490"/>
            <a:chExt cx="2074385" cy="3734685"/>
          </a:xfrm>
        </p:grpSpPr>
        <p:sp>
          <p:nvSpPr>
            <p:cNvPr id="184" name="Google Shape;184;p11"/>
            <p:cNvSpPr/>
            <p:nvPr/>
          </p:nvSpPr>
          <p:spPr>
            <a:xfrm rot="10800000">
              <a:off x="7982600" y="3826000"/>
              <a:ext cx="448175" cy="448175"/>
            </a:xfrm>
            <a:custGeom>
              <a:rect b="b" l="l" r="r" t="t"/>
              <a:pathLst>
                <a:path extrusionOk="0" h="17927" w="17927">
                  <a:moveTo>
                    <a:pt x="1" y="0"/>
                  </a:moveTo>
                  <a:lnTo>
                    <a:pt x="1" y="5985"/>
                  </a:lnTo>
                  <a:lnTo>
                    <a:pt x="1" y="17926"/>
                  </a:lnTo>
                  <a:lnTo>
                    <a:pt x="5986" y="17926"/>
                  </a:lnTo>
                  <a:lnTo>
                    <a:pt x="5986" y="5985"/>
                  </a:lnTo>
                  <a:lnTo>
                    <a:pt x="17927" y="5985"/>
                  </a:lnTo>
                  <a:lnTo>
                    <a:pt x="1792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5" name="Google Shape;185;p11"/>
            <p:cNvGrpSpPr/>
            <p:nvPr/>
          </p:nvGrpSpPr>
          <p:grpSpPr>
            <a:xfrm>
              <a:off x="6356390" y="539490"/>
              <a:ext cx="1073107" cy="238198"/>
              <a:chOff x="3527475" y="1620225"/>
              <a:chExt cx="1270550" cy="282025"/>
            </a:xfrm>
          </p:grpSpPr>
          <p:sp>
            <p:nvSpPr>
              <p:cNvPr id="186" name="Google Shape;186;p11"/>
              <p:cNvSpPr/>
              <p:nvPr/>
            </p:nvSpPr>
            <p:spPr>
              <a:xfrm>
                <a:off x="4318525" y="1620225"/>
                <a:ext cx="479500" cy="282025"/>
              </a:xfrm>
              <a:custGeom>
                <a:rect b="b" l="l" r="r" t="t"/>
                <a:pathLst>
                  <a:path extrusionOk="0" h="11281" w="19180">
                    <a:moveTo>
                      <a:pt x="7900" y="1"/>
                    </a:moveTo>
                    <a:lnTo>
                      <a:pt x="0" y="11280"/>
                    </a:lnTo>
                    <a:lnTo>
                      <a:pt x="11279" y="11280"/>
                    </a:lnTo>
                    <a:lnTo>
                      <a:pt x="1917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a:off x="4160450" y="1620225"/>
                <a:ext cx="295025" cy="282025"/>
              </a:xfrm>
              <a:custGeom>
                <a:rect b="b" l="l" r="r" t="t"/>
                <a:pathLst>
                  <a:path extrusionOk="0" h="11281" w="11801">
                    <a:moveTo>
                      <a:pt x="7900" y="1"/>
                    </a:moveTo>
                    <a:lnTo>
                      <a:pt x="0" y="11280"/>
                    </a:lnTo>
                    <a:lnTo>
                      <a:pt x="3901" y="11280"/>
                    </a:lnTo>
                    <a:lnTo>
                      <a:pt x="1180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a:off x="4002025" y="1620225"/>
                <a:ext cx="295400" cy="282025"/>
              </a:xfrm>
              <a:custGeom>
                <a:rect b="b" l="l" r="r" t="t"/>
                <a:pathLst>
                  <a:path extrusionOk="0" h="11281" w="11816">
                    <a:moveTo>
                      <a:pt x="7900" y="1"/>
                    </a:moveTo>
                    <a:lnTo>
                      <a:pt x="1" y="11280"/>
                    </a:lnTo>
                    <a:lnTo>
                      <a:pt x="3915" y="11280"/>
                    </a:lnTo>
                    <a:lnTo>
                      <a:pt x="118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1"/>
              <p:cNvSpPr/>
              <p:nvPr/>
            </p:nvSpPr>
            <p:spPr>
              <a:xfrm>
                <a:off x="3843950" y="1620225"/>
                <a:ext cx="295050" cy="282025"/>
              </a:xfrm>
              <a:custGeom>
                <a:rect b="b" l="l" r="r" t="t"/>
                <a:pathLst>
                  <a:path extrusionOk="0" h="11281" w="11802">
                    <a:moveTo>
                      <a:pt x="7901" y="1"/>
                    </a:moveTo>
                    <a:lnTo>
                      <a:pt x="1" y="11280"/>
                    </a:lnTo>
                    <a:lnTo>
                      <a:pt x="3902" y="11280"/>
                    </a:lnTo>
                    <a:lnTo>
                      <a:pt x="1180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1"/>
              <p:cNvSpPr/>
              <p:nvPr/>
            </p:nvSpPr>
            <p:spPr>
              <a:xfrm>
                <a:off x="3685550" y="1620225"/>
                <a:ext cx="295375" cy="282025"/>
              </a:xfrm>
              <a:custGeom>
                <a:rect b="b" l="l" r="r" t="t"/>
                <a:pathLst>
                  <a:path extrusionOk="0" h="11281" w="11815">
                    <a:moveTo>
                      <a:pt x="7900" y="1"/>
                    </a:moveTo>
                    <a:lnTo>
                      <a:pt x="0" y="11280"/>
                    </a:lnTo>
                    <a:lnTo>
                      <a:pt x="3915" y="11280"/>
                    </a:lnTo>
                    <a:lnTo>
                      <a:pt x="1181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a:off x="3527475" y="1620225"/>
                <a:ext cx="295025" cy="282025"/>
              </a:xfrm>
              <a:custGeom>
                <a:rect b="b" l="l" r="r" t="t"/>
                <a:pathLst>
                  <a:path extrusionOk="0" h="11281" w="11801">
                    <a:moveTo>
                      <a:pt x="7900" y="1"/>
                    </a:moveTo>
                    <a:lnTo>
                      <a:pt x="0" y="11280"/>
                    </a:lnTo>
                    <a:lnTo>
                      <a:pt x="3901" y="11280"/>
                    </a:lnTo>
                    <a:lnTo>
                      <a:pt x="1180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id="192" name="Google Shape;192;p11"/>
          <p:cNvPicPr preferRelativeResize="0"/>
          <p:nvPr/>
        </p:nvPicPr>
        <p:blipFill>
          <a:blip r:embed="rId2">
            <a:alphaModFix/>
          </a:blip>
          <a:stretch>
            <a:fillRect/>
          </a:stretch>
        </p:blipFill>
        <p:spPr>
          <a:xfrm>
            <a:off x="-759250" y="2961475"/>
            <a:ext cx="2002724" cy="182377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193" name="Shape 193"/>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94" name="Shape 194"/>
        <p:cNvGrpSpPr/>
        <p:nvPr/>
      </p:nvGrpSpPr>
      <p:grpSpPr>
        <a:xfrm>
          <a:off x="0" y="0"/>
          <a:ext cx="0" cy="0"/>
          <a:chOff x="0" y="0"/>
          <a:chExt cx="0" cy="0"/>
        </a:xfrm>
      </p:grpSpPr>
      <p:pic>
        <p:nvPicPr>
          <p:cNvPr id="195" name="Google Shape;195;p13"/>
          <p:cNvPicPr preferRelativeResize="0"/>
          <p:nvPr/>
        </p:nvPicPr>
        <p:blipFill>
          <a:blip r:embed="rId2">
            <a:alphaModFix/>
          </a:blip>
          <a:stretch>
            <a:fillRect/>
          </a:stretch>
        </p:blipFill>
        <p:spPr>
          <a:xfrm>
            <a:off x="8146876" y="1782725"/>
            <a:ext cx="2383774" cy="2617499"/>
          </a:xfrm>
          <a:prstGeom prst="rect">
            <a:avLst/>
          </a:prstGeom>
          <a:noFill/>
          <a:ln>
            <a:noFill/>
          </a:ln>
        </p:spPr>
      </p:pic>
      <p:sp>
        <p:nvSpPr>
          <p:cNvPr id="196" name="Google Shape;196;p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97" name="Google Shape;197;p13"/>
          <p:cNvSpPr txBox="1"/>
          <p:nvPr>
            <p:ph hasCustomPrompt="1" idx="2" type="title"/>
          </p:nvPr>
        </p:nvSpPr>
        <p:spPr>
          <a:xfrm>
            <a:off x="1836663" y="1480883"/>
            <a:ext cx="734700" cy="4476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98" name="Google Shape;198;p13"/>
          <p:cNvSpPr txBox="1"/>
          <p:nvPr>
            <p:ph hasCustomPrompt="1" idx="3" type="title"/>
          </p:nvPr>
        </p:nvSpPr>
        <p:spPr>
          <a:xfrm>
            <a:off x="1836663" y="2914291"/>
            <a:ext cx="734700" cy="4476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99" name="Google Shape;199;p13"/>
          <p:cNvSpPr txBox="1"/>
          <p:nvPr>
            <p:ph hasCustomPrompt="1" idx="4" type="title"/>
          </p:nvPr>
        </p:nvSpPr>
        <p:spPr>
          <a:xfrm>
            <a:off x="4204550" y="1480883"/>
            <a:ext cx="734700" cy="4476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00" name="Google Shape;200;p13"/>
          <p:cNvSpPr txBox="1"/>
          <p:nvPr>
            <p:ph hasCustomPrompt="1" idx="5" type="title"/>
          </p:nvPr>
        </p:nvSpPr>
        <p:spPr>
          <a:xfrm>
            <a:off x="4204550" y="2914291"/>
            <a:ext cx="734700" cy="4476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01" name="Google Shape;201;p13"/>
          <p:cNvSpPr txBox="1"/>
          <p:nvPr>
            <p:ph hasCustomPrompt="1" idx="6" type="title"/>
          </p:nvPr>
        </p:nvSpPr>
        <p:spPr>
          <a:xfrm>
            <a:off x="6572513" y="1480883"/>
            <a:ext cx="734700" cy="4476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02" name="Google Shape;202;p13"/>
          <p:cNvSpPr txBox="1"/>
          <p:nvPr>
            <p:ph hasCustomPrompt="1" idx="7" type="title"/>
          </p:nvPr>
        </p:nvSpPr>
        <p:spPr>
          <a:xfrm>
            <a:off x="6572513" y="2914291"/>
            <a:ext cx="734700" cy="4476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03" name="Google Shape;203;p13"/>
          <p:cNvSpPr txBox="1"/>
          <p:nvPr>
            <p:ph idx="1" type="subTitle"/>
          </p:nvPr>
        </p:nvSpPr>
        <p:spPr>
          <a:xfrm>
            <a:off x="1103613" y="1928475"/>
            <a:ext cx="2200800" cy="735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Raleway"/>
              <a:buNone/>
              <a:defRPr b="1" sz="1800">
                <a:solidFill>
                  <a:schemeClr val="dk1"/>
                </a:solidFill>
                <a:latin typeface="Montserrat"/>
                <a:ea typeface="Montserrat"/>
                <a:cs typeface="Montserrat"/>
                <a:sym typeface="Montserrat"/>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04" name="Google Shape;204;p13"/>
          <p:cNvSpPr txBox="1"/>
          <p:nvPr>
            <p:ph idx="8" type="subTitle"/>
          </p:nvPr>
        </p:nvSpPr>
        <p:spPr>
          <a:xfrm>
            <a:off x="3471550" y="1928475"/>
            <a:ext cx="2200800" cy="735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Raleway"/>
              <a:buNone/>
              <a:defRPr b="1" sz="1800">
                <a:solidFill>
                  <a:schemeClr val="dk1"/>
                </a:solidFill>
                <a:latin typeface="Montserrat"/>
                <a:ea typeface="Montserrat"/>
                <a:cs typeface="Montserrat"/>
                <a:sym typeface="Montserrat"/>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05" name="Google Shape;205;p13"/>
          <p:cNvSpPr txBox="1"/>
          <p:nvPr>
            <p:ph idx="9" type="subTitle"/>
          </p:nvPr>
        </p:nvSpPr>
        <p:spPr>
          <a:xfrm>
            <a:off x="5839463" y="1928475"/>
            <a:ext cx="2200800" cy="735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Raleway"/>
              <a:buNone/>
              <a:defRPr b="1" sz="1800">
                <a:solidFill>
                  <a:schemeClr val="dk1"/>
                </a:solidFill>
                <a:latin typeface="Montserrat"/>
                <a:ea typeface="Montserrat"/>
                <a:cs typeface="Montserrat"/>
                <a:sym typeface="Montserrat"/>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06" name="Google Shape;206;p13"/>
          <p:cNvSpPr txBox="1"/>
          <p:nvPr>
            <p:ph idx="13" type="subTitle"/>
          </p:nvPr>
        </p:nvSpPr>
        <p:spPr>
          <a:xfrm>
            <a:off x="1103613" y="3361850"/>
            <a:ext cx="2200800" cy="735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Raleway"/>
              <a:buNone/>
              <a:defRPr b="1" sz="1800">
                <a:solidFill>
                  <a:schemeClr val="dk1"/>
                </a:solidFill>
                <a:latin typeface="Montserrat"/>
                <a:ea typeface="Montserrat"/>
                <a:cs typeface="Montserrat"/>
                <a:sym typeface="Montserrat"/>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07" name="Google Shape;207;p13"/>
          <p:cNvSpPr txBox="1"/>
          <p:nvPr>
            <p:ph idx="14" type="subTitle"/>
          </p:nvPr>
        </p:nvSpPr>
        <p:spPr>
          <a:xfrm>
            <a:off x="3471550" y="3361850"/>
            <a:ext cx="2200800" cy="735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Raleway"/>
              <a:buNone/>
              <a:defRPr b="1" sz="1800">
                <a:solidFill>
                  <a:schemeClr val="dk1"/>
                </a:solidFill>
                <a:latin typeface="Montserrat"/>
                <a:ea typeface="Montserrat"/>
                <a:cs typeface="Montserrat"/>
                <a:sym typeface="Montserrat"/>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08" name="Google Shape;208;p13"/>
          <p:cNvSpPr txBox="1"/>
          <p:nvPr>
            <p:ph idx="15" type="subTitle"/>
          </p:nvPr>
        </p:nvSpPr>
        <p:spPr>
          <a:xfrm>
            <a:off x="5839463" y="3361850"/>
            <a:ext cx="2200800" cy="735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Raleway"/>
              <a:buNone/>
              <a:defRPr b="1" sz="1800">
                <a:solidFill>
                  <a:schemeClr val="dk1"/>
                </a:solidFill>
                <a:latin typeface="Montserrat"/>
                <a:ea typeface="Montserrat"/>
                <a:cs typeface="Montserrat"/>
                <a:sym typeface="Montserrat"/>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209" name="Google Shape;209;p13"/>
          <p:cNvGrpSpPr/>
          <p:nvPr/>
        </p:nvGrpSpPr>
        <p:grpSpPr>
          <a:xfrm>
            <a:off x="816250" y="4703275"/>
            <a:ext cx="7511400" cy="238200"/>
            <a:chOff x="816250" y="4703275"/>
            <a:chExt cx="7511400" cy="238200"/>
          </a:xfrm>
        </p:grpSpPr>
        <p:grpSp>
          <p:nvGrpSpPr>
            <p:cNvPr id="210" name="Google Shape;210;p13"/>
            <p:cNvGrpSpPr/>
            <p:nvPr/>
          </p:nvGrpSpPr>
          <p:grpSpPr>
            <a:xfrm>
              <a:off x="816250" y="4703275"/>
              <a:ext cx="7511400" cy="238200"/>
              <a:chOff x="816250" y="4630450"/>
              <a:chExt cx="7511400" cy="238200"/>
            </a:xfrm>
          </p:grpSpPr>
          <p:sp>
            <p:nvSpPr>
              <p:cNvPr id="211" name="Google Shape;211;p13"/>
              <p:cNvSpPr/>
              <p:nvPr/>
            </p:nvSpPr>
            <p:spPr>
              <a:xfrm>
                <a:off x="816250" y="4630450"/>
                <a:ext cx="7511400" cy="2382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3"/>
              <p:cNvSpPr/>
              <p:nvPr/>
            </p:nvSpPr>
            <p:spPr>
              <a:xfrm rot="5400000">
                <a:off x="8018000" y="4558475"/>
                <a:ext cx="237300" cy="3819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3">
                <a:hlinkClick action="ppaction://hlinkshowjump?jump=previousslide"/>
              </p:cNvPr>
              <p:cNvSpPr/>
              <p:nvPr/>
            </p:nvSpPr>
            <p:spPr>
              <a:xfrm rot="-5400000">
                <a:off x="892550" y="4695100"/>
                <a:ext cx="125700" cy="108900"/>
              </a:xfrm>
              <a:prstGeom prst="triangl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3">
                <a:hlinkClick action="ppaction://hlinkshowjump?jump=nextslide"/>
              </p:cNvPr>
              <p:cNvSpPr/>
              <p:nvPr/>
            </p:nvSpPr>
            <p:spPr>
              <a:xfrm flipH="1" rot="5400000">
                <a:off x="1084525" y="4695100"/>
                <a:ext cx="125700" cy="108900"/>
              </a:xfrm>
              <a:prstGeom prst="triangl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5" name="Google Shape;215;p13"/>
            <p:cNvGrpSpPr/>
            <p:nvPr/>
          </p:nvGrpSpPr>
          <p:grpSpPr>
            <a:xfrm>
              <a:off x="8051978" y="4744266"/>
              <a:ext cx="158283" cy="156216"/>
              <a:chOff x="8058597" y="4744266"/>
              <a:chExt cx="158283" cy="156216"/>
            </a:xfrm>
          </p:grpSpPr>
          <p:sp>
            <p:nvSpPr>
              <p:cNvPr id="216" name="Google Shape;216;p13">
                <a:hlinkClick action="ppaction://hlinkshowjump?jump=firstslide"/>
              </p:cNvPr>
              <p:cNvSpPr/>
              <p:nvPr/>
            </p:nvSpPr>
            <p:spPr>
              <a:xfrm>
                <a:off x="8058597" y="4744266"/>
                <a:ext cx="158283" cy="77103"/>
              </a:xfrm>
              <a:custGeom>
                <a:rect b="b" l="l" r="r" t="t"/>
                <a:pathLst>
                  <a:path extrusionOk="0" h="9513" w="19529">
                    <a:moveTo>
                      <a:pt x="9821" y="0"/>
                    </a:moveTo>
                    <a:cubicBezTo>
                      <a:pt x="9559" y="0"/>
                      <a:pt x="9297" y="92"/>
                      <a:pt x="9086" y="276"/>
                    </a:cubicBezTo>
                    <a:lnTo>
                      <a:pt x="531" y="7521"/>
                    </a:lnTo>
                    <a:cubicBezTo>
                      <a:pt x="61" y="7921"/>
                      <a:pt x="1" y="8626"/>
                      <a:pt x="395" y="9099"/>
                    </a:cubicBezTo>
                    <a:cubicBezTo>
                      <a:pt x="620" y="9369"/>
                      <a:pt x="942" y="9508"/>
                      <a:pt x="1266" y="9508"/>
                    </a:cubicBezTo>
                    <a:cubicBezTo>
                      <a:pt x="1525" y="9508"/>
                      <a:pt x="1785" y="9419"/>
                      <a:pt x="1997" y="9237"/>
                    </a:cubicBezTo>
                    <a:lnTo>
                      <a:pt x="9821" y="2622"/>
                    </a:lnTo>
                    <a:lnTo>
                      <a:pt x="17544" y="9240"/>
                    </a:lnTo>
                    <a:cubicBezTo>
                      <a:pt x="17759" y="9425"/>
                      <a:pt x="18019" y="9513"/>
                      <a:pt x="18278" y="9513"/>
                    </a:cubicBezTo>
                    <a:cubicBezTo>
                      <a:pt x="18661" y="9513"/>
                      <a:pt x="19039" y="9318"/>
                      <a:pt x="19252" y="8954"/>
                    </a:cubicBezTo>
                    <a:cubicBezTo>
                      <a:pt x="19529" y="8482"/>
                      <a:pt x="19430" y="7879"/>
                      <a:pt x="19014" y="7524"/>
                    </a:cubicBezTo>
                    <a:lnTo>
                      <a:pt x="10555" y="276"/>
                    </a:lnTo>
                    <a:cubicBezTo>
                      <a:pt x="10345" y="92"/>
                      <a:pt x="10083" y="0"/>
                      <a:pt x="982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17" name="Google Shape;217;p13">
                <a:hlinkClick action="ppaction://hlinkshowjump?jump=firstslide"/>
              </p:cNvPr>
              <p:cNvSpPr/>
              <p:nvPr/>
            </p:nvSpPr>
            <p:spPr>
              <a:xfrm>
                <a:off x="8170770" y="4753449"/>
                <a:ext cx="26957" cy="25369"/>
              </a:xfrm>
              <a:custGeom>
                <a:rect b="b" l="l" r="r" t="t"/>
                <a:pathLst>
                  <a:path extrusionOk="0" h="3130" w="3326">
                    <a:moveTo>
                      <a:pt x="482" y="1"/>
                    </a:moveTo>
                    <a:cubicBezTo>
                      <a:pt x="280" y="1"/>
                      <a:pt x="95" y="114"/>
                      <a:pt x="1" y="293"/>
                    </a:cubicBezTo>
                    <a:lnTo>
                      <a:pt x="3322" y="3130"/>
                    </a:lnTo>
                    <a:lnTo>
                      <a:pt x="3322" y="564"/>
                    </a:lnTo>
                    <a:cubicBezTo>
                      <a:pt x="3325" y="253"/>
                      <a:pt x="3072" y="1"/>
                      <a:pt x="2761" y="1"/>
                    </a:cubicBezTo>
                    <a:cubicBezTo>
                      <a:pt x="2760" y="1"/>
                      <a:pt x="2758" y="1"/>
                      <a:pt x="2756" y="1"/>
                    </a:cubicBezTo>
                    <a:lnTo>
                      <a:pt x="497" y="1"/>
                    </a:lnTo>
                    <a:cubicBezTo>
                      <a:pt x="492" y="1"/>
                      <a:pt x="487" y="1"/>
                      <a:pt x="48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18" name="Google Shape;218;p13">
                <a:hlinkClick action="ppaction://hlinkshowjump?jump=firstslide"/>
              </p:cNvPr>
              <p:cNvSpPr/>
              <p:nvPr/>
            </p:nvSpPr>
            <p:spPr>
              <a:xfrm>
                <a:off x="8077733" y="4777545"/>
                <a:ext cx="119889" cy="122937"/>
              </a:xfrm>
              <a:custGeom>
                <a:rect b="b" l="l" r="r" t="t"/>
                <a:pathLst>
                  <a:path extrusionOk="0" h="15168" w="14792">
                    <a:moveTo>
                      <a:pt x="9143" y="2671"/>
                    </a:moveTo>
                    <a:cubicBezTo>
                      <a:pt x="9453" y="2671"/>
                      <a:pt x="9706" y="2924"/>
                      <a:pt x="9706" y="3237"/>
                    </a:cubicBezTo>
                    <a:lnTo>
                      <a:pt x="9706" y="6625"/>
                    </a:lnTo>
                    <a:cubicBezTo>
                      <a:pt x="9706" y="6935"/>
                      <a:pt x="9453" y="7188"/>
                      <a:pt x="9143" y="7188"/>
                    </a:cubicBezTo>
                    <a:lnTo>
                      <a:pt x="5755" y="7188"/>
                    </a:lnTo>
                    <a:cubicBezTo>
                      <a:pt x="5442" y="7188"/>
                      <a:pt x="5189" y="6935"/>
                      <a:pt x="5189" y="6625"/>
                    </a:cubicBezTo>
                    <a:lnTo>
                      <a:pt x="5189" y="3237"/>
                    </a:lnTo>
                    <a:cubicBezTo>
                      <a:pt x="5189" y="2924"/>
                      <a:pt x="5442" y="2671"/>
                      <a:pt x="5755" y="2671"/>
                    </a:cubicBezTo>
                    <a:close/>
                    <a:moveTo>
                      <a:pt x="7448" y="0"/>
                    </a:moveTo>
                    <a:lnTo>
                      <a:pt x="4" y="6291"/>
                    </a:lnTo>
                    <a:lnTo>
                      <a:pt x="4" y="14605"/>
                    </a:lnTo>
                    <a:cubicBezTo>
                      <a:pt x="1" y="14913"/>
                      <a:pt x="254" y="15168"/>
                      <a:pt x="564" y="15168"/>
                    </a:cubicBezTo>
                    <a:cubicBezTo>
                      <a:pt x="566" y="15168"/>
                      <a:pt x="568" y="15168"/>
                      <a:pt x="570" y="15168"/>
                    </a:cubicBezTo>
                    <a:lnTo>
                      <a:pt x="4060" y="15168"/>
                    </a:lnTo>
                    <a:lnTo>
                      <a:pt x="4060" y="8883"/>
                    </a:lnTo>
                    <a:cubicBezTo>
                      <a:pt x="4060" y="8570"/>
                      <a:pt x="4313" y="8317"/>
                      <a:pt x="4626" y="8317"/>
                    </a:cubicBezTo>
                    <a:lnTo>
                      <a:pt x="10272" y="8317"/>
                    </a:lnTo>
                    <a:cubicBezTo>
                      <a:pt x="10582" y="8317"/>
                      <a:pt x="10835" y="8570"/>
                      <a:pt x="10835" y="8883"/>
                    </a:cubicBezTo>
                    <a:lnTo>
                      <a:pt x="10835" y="15168"/>
                    </a:lnTo>
                    <a:lnTo>
                      <a:pt x="14223" y="15168"/>
                    </a:lnTo>
                    <a:cubicBezTo>
                      <a:pt x="14225" y="15168"/>
                      <a:pt x="14227" y="15168"/>
                      <a:pt x="14228" y="15168"/>
                    </a:cubicBezTo>
                    <a:cubicBezTo>
                      <a:pt x="14539" y="15168"/>
                      <a:pt x="14792" y="14913"/>
                      <a:pt x="14789" y="14605"/>
                    </a:cubicBezTo>
                    <a:lnTo>
                      <a:pt x="14789" y="6291"/>
                    </a:lnTo>
                    <a:lnTo>
                      <a:pt x="744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19" name="Google Shape;219;p13">
                <a:hlinkClick action="ppaction://hlinkshowjump?jump=firstslide"/>
              </p:cNvPr>
              <p:cNvSpPr/>
              <p:nvPr/>
            </p:nvSpPr>
            <p:spPr>
              <a:xfrm>
                <a:off x="8128941" y="4808344"/>
                <a:ext cx="18309" cy="18309"/>
              </a:xfrm>
              <a:custGeom>
                <a:rect b="b" l="l" r="r" t="t"/>
                <a:pathLst>
                  <a:path extrusionOk="0" h="2259" w="2259">
                    <a:moveTo>
                      <a:pt x="0" y="0"/>
                    </a:moveTo>
                    <a:lnTo>
                      <a:pt x="0" y="2259"/>
                    </a:lnTo>
                    <a:lnTo>
                      <a:pt x="2259" y="2259"/>
                    </a:lnTo>
                    <a:lnTo>
                      <a:pt x="225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20" name="Google Shape;220;p13">
                <a:hlinkClick action="ppaction://hlinkshowjump?jump=firstslide"/>
              </p:cNvPr>
              <p:cNvSpPr/>
              <p:nvPr/>
            </p:nvSpPr>
            <p:spPr>
              <a:xfrm>
                <a:off x="8120106" y="4854105"/>
                <a:ext cx="36618" cy="46377"/>
              </a:xfrm>
              <a:custGeom>
                <a:rect b="b" l="l" r="r" t="t"/>
                <a:pathLst>
                  <a:path extrusionOk="0" h="5722" w="4518">
                    <a:moveTo>
                      <a:pt x="2822" y="1130"/>
                    </a:moveTo>
                    <a:cubicBezTo>
                      <a:pt x="3325" y="1130"/>
                      <a:pt x="3578" y="1738"/>
                      <a:pt x="3222" y="2093"/>
                    </a:cubicBezTo>
                    <a:cubicBezTo>
                      <a:pt x="3106" y="2209"/>
                      <a:pt x="2964" y="2260"/>
                      <a:pt x="2825" y="2260"/>
                    </a:cubicBezTo>
                    <a:cubicBezTo>
                      <a:pt x="2535" y="2260"/>
                      <a:pt x="2259" y="2036"/>
                      <a:pt x="2259" y="1696"/>
                    </a:cubicBezTo>
                    <a:cubicBezTo>
                      <a:pt x="2259" y="1383"/>
                      <a:pt x="2509" y="1130"/>
                      <a:pt x="2822" y="1130"/>
                    </a:cubicBezTo>
                    <a:close/>
                    <a:moveTo>
                      <a:pt x="0" y="1"/>
                    </a:moveTo>
                    <a:lnTo>
                      <a:pt x="0" y="5722"/>
                    </a:lnTo>
                    <a:lnTo>
                      <a:pt x="4517" y="5722"/>
                    </a:lnTo>
                    <a:lnTo>
                      <a:pt x="451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grpSp>
        <p:nvGrpSpPr>
          <p:cNvPr id="221" name="Google Shape;221;p13"/>
          <p:cNvGrpSpPr/>
          <p:nvPr/>
        </p:nvGrpSpPr>
        <p:grpSpPr>
          <a:xfrm>
            <a:off x="431225" y="973200"/>
            <a:ext cx="8759925" cy="2382050"/>
            <a:chOff x="431225" y="973200"/>
            <a:chExt cx="8759925" cy="2382050"/>
          </a:xfrm>
        </p:grpSpPr>
        <p:grpSp>
          <p:nvGrpSpPr>
            <p:cNvPr id="222" name="Google Shape;222;p13"/>
            <p:cNvGrpSpPr/>
            <p:nvPr/>
          </p:nvGrpSpPr>
          <p:grpSpPr>
            <a:xfrm>
              <a:off x="431225" y="973200"/>
              <a:ext cx="282000" cy="1270550"/>
              <a:chOff x="4314650" y="3034025"/>
              <a:chExt cx="282000" cy="1270550"/>
            </a:xfrm>
          </p:grpSpPr>
          <p:sp>
            <p:nvSpPr>
              <p:cNvPr id="223" name="Google Shape;223;p13"/>
              <p:cNvSpPr/>
              <p:nvPr/>
            </p:nvSpPr>
            <p:spPr>
              <a:xfrm>
                <a:off x="4314650" y="3034025"/>
                <a:ext cx="282000" cy="479525"/>
              </a:xfrm>
              <a:custGeom>
                <a:rect b="b" l="l" r="r" t="t"/>
                <a:pathLst>
                  <a:path extrusionOk="0" h="19181" w="11280">
                    <a:moveTo>
                      <a:pt x="0" y="1"/>
                    </a:moveTo>
                    <a:lnTo>
                      <a:pt x="0" y="11280"/>
                    </a:lnTo>
                    <a:lnTo>
                      <a:pt x="11280" y="19180"/>
                    </a:lnTo>
                    <a:lnTo>
                      <a:pt x="11280" y="7901"/>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3"/>
              <p:cNvSpPr/>
              <p:nvPr/>
            </p:nvSpPr>
            <p:spPr>
              <a:xfrm>
                <a:off x="4314650" y="3376575"/>
                <a:ext cx="282000" cy="295025"/>
              </a:xfrm>
              <a:custGeom>
                <a:rect b="b" l="l" r="r" t="t"/>
                <a:pathLst>
                  <a:path extrusionOk="0" h="11801" w="11280">
                    <a:moveTo>
                      <a:pt x="0" y="0"/>
                    </a:moveTo>
                    <a:lnTo>
                      <a:pt x="0" y="3901"/>
                    </a:lnTo>
                    <a:lnTo>
                      <a:pt x="11280" y="11801"/>
                    </a:lnTo>
                    <a:lnTo>
                      <a:pt x="11280" y="7900"/>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3"/>
              <p:cNvSpPr/>
              <p:nvPr/>
            </p:nvSpPr>
            <p:spPr>
              <a:xfrm>
                <a:off x="4314650" y="3534650"/>
                <a:ext cx="282000" cy="295375"/>
              </a:xfrm>
              <a:custGeom>
                <a:rect b="b" l="l" r="r" t="t"/>
                <a:pathLst>
                  <a:path extrusionOk="0" h="11815" w="11280">
                    <a:moveTo>
                      <a:pt x="0" y="0"/>
                    </a:moveTo>
                    <a:lnTo>
                      <a:pt x="0" y="3915"/>
                    </a:lnTo>
                    <a:lnTo>
                      <a:pt x="11280" y="11815"/>
                    </a:lnTo>
                    <a:lnTo>
                      <a:pt x="11280" y="7900"/>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3"/>
              <p:cNvSpPr/>
              <p:nvPr/>
            </p:nvSpPr>
            <p:spPr>
              <a:xfrm>
                <a:off x="4314650" y="3693050"/>
                <a:ext cx="282000" cy="295050"/>
              </a:xfrm>
              <a:custGeom>
                <a:rect b="b" l="l" r="r" t="t"/>
                <a:pathLst>
                  <a:path extrusionOk="0" h="11802" w="11280">
                    <a:moveTo>
                      <a:pt x="0" y="1"/>
                    </a:moveTo>
                    <a:lnTo>
                      <a:pt x="0" y="3902"/>
                    </a:lnTo>
                    <a:lnTo>
                      <a:pt x="11280" y="11801"/>
                    </a:lnTo>
                    <a:lnTo>
                      <a:pt x="11280" y="7901"/>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3"/>
              <p:cNvSpPr/>
              <p:nvPr/>
            </p:nvSpPr>
            <p:spPr>
              <a:xfrm>
                <a:off x="4314650" y="3851125"/>
                <a:ext cx="282000" cy="295400"/>
              </a:xfrm>
              <a:custGeom>
                <a:rect b="b" l="l" r="r" t="t"/>
                <a:pathLst>
                  <a:path extrusionOk="0" h="11816" w="11280">
                    <a:moveTo>
                      <a:pt x="0" y="1"/>
                    </a:moveTo>
                    <a:lnTo>
                      <a:pt x="0" y="3915"/>
                    </a:lnTo>
                    <a:lnTo>
                      <a:pt x="11280" y="11815"/>
                    </a:lnTo>
                    <a:lnTo>
                      <a:pt x="11280" y="7900"/>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3"/>
              <p:cNvSpPr/>
              <p:nvPr/>
            </p:nvSpPr>
            <p:spPr>
              <a:xfrm>
                <a:off x="4314650" y="4009550"/>
                <a:ext cx="282000" cy="295025"/>
              </a:xfrm>
              <a:custGeom>
                <a:rect b="b" l="l" r="r" t="t"/>
                <a:pathLst>
                  <a:path extrusionOk="0" h="11801" w="11280">
                    <a:moveTo>
                      <a:pt x="0" y="0"/>
                    </a:moveTo>
                    <a:lnTo>
                      <a:pt x="0" y="3901"/>
                    </a:lnTo>
                    <a:lnTo>
                      <a:pt x="11280" y="11801"/>
                    </a:lnTo>
                    <a:lnTo>
                      <a:pt x="11280" y="7900"/>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9" name="Google Shape;229;p13"/>
            <p:cNvGrpSpPr/>
            <p:nvPr/>
          </p:nvGrpSpPr>
          <p:grpSpPr>
            <a:xfrm>
              <a:off x="8499375" y="2663475"/>
              <a:ext cx="691775" cy="691775"/>
              <a:chOff x="1323700" y="2294750"/>
              <a:chExt cx="691775" cy="691775"/>
            </a:xfrm>
          </p:grpSpPr>
          <p:sp>
            <p:nvSpPr>
              <p:cNvPr id="230" name="Google Shape;230;p13"/>
              <p:cNvSpPr/>
              <p:nvPr/>
            </p:nvSpPr>
            <p:spPr>
              <a:xfrm>
                <a:off x="1375450" y="2304250"/>
                <a:ext cx="630525" cy="630525"/>
              </a:xfrm>
              <a:custGeom>
                <a:rect b="b" l="l" r="r" t="t"/>
                <a:pathLst>
                  <a:path extrusionOk="0" h="25221" w="25221">
                    <a:moveTo>
                      <a:pt x="4056" y="1"/>
                    </a:moveTo>
                    <a:lnTo>
                      <a:pt x="0" y="4056"/>
                    </a:lnTo>
                    <a:lnTo>
                      <a:pt x="8548" y="12618"/>
                    </a:lnTo>
                    <a:lnTo>
                      <a:pt x="0" y="21165"/>
                    </a:lnTo>
                    <a:lnTo>
                      <a:pt x="4056" y="25221"/>
                    </a:lnTo>
                    <a:lnTo>
                      <a:pt x="12603" y="16673"/>
                    </a:lnTo>
                    <a:lnTo>
                      <a:pt x="21165" y="25221"/>
                    </a:lnTo>
                    <a:lnTo>
                      <a:pt x="25220" y="21165"/>
                    </a:lnTo>
                    <a:lnTo>
                      <a:pt x="16673" y="12618"/>
                    </a:lnTo>
                    <a:lnTo>
                      <a:pt x="25220" y="4056"/>
                    </a:lnTo>
                    <a:lnTo>
                      <a:pt x="21165" y="1"/>
                    </a:lnTo>
                    <a:lnTo>
                      <a:pt x="12603" y="8548"/>
                    </a:lnTo>
                    <a:lnTo>
                      <a:pt x="405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3"/>
              <p:cNvSpPr/>
              <p:nvPr/>
            </p:nvSpPr>
            <p:spPr>
              <a:xfrm>
                <a:off x="1365925" y="2294750"/>
                <a:ext cx="649550" cy="649550"/>
              </a:xfrm>
              <a:custGeom>
                <a:rect b="b" l="l" r="r" t="t"/>
                <a:pathLst>
                  <a:path extrusionOk="0" h="25982" w="25982">
                    <a:moveTo>
                      <a:pt x="21546" y="747"/>
                    </a:moveTo>
                    <a:lnTo>
                      <a:pt x="25249" y="4436"/>
                    </a:lnTo>
                    <a:lnTo>
                      <a:pt x="16688" y="12984"/>
                    </a:lnTo>
                    <a:lnTo>
                      <a:pt x="25249" y="21531"/>
                    </a:lnTo>
                    <a:lnTo>
                      <a:pt x="21546" y="25235"/>
                    </a:lnTo>
                    <a:lnTo>
                      <a:pt x="12984" y="16673"/>
                    </a:lnTo>
                    <a:lnTo>
                      <a:pt x="4451" y="25235"/>
                    </a:lnTo>
                    <a:lnTo>
                      <a:pt x="747" y="21545"/>
                    </a:lnTo>
                    <a:lnTo>
                      <a:pt x="9295" y="12998"/>
                    </a:lnTo>
                    <a:lnTo>
                      <a:pt x="747" y="4436"/>
                    </a:lnTo>
                    <a:lnTo>
                      <a:pt x="4437" y="747"/>
                    </a:lnTo>
                    <a:lnTo>
                      <a:pt x="12984" y="9308"/>
                    </a:lnTo>
                    <a:lnTo>
                      <a:pt x="21546" y="747"/>
                    </a:lnTo>
                    <a:close/>
                    <a:moveTo>
                      <a:pt x="4437" y="0"/>
                    </a:moveTo>
                    <a:lnTo>
                      <a:pt x="1" y="4436"/>
                    </a:lnTo>
                    <a:lnTo>
                      <a:pt x="8562" y="12998"/>
                    </a:lnTo>
                    <a:lnTo>
                      <a:pt x="1" y="21545"/>
                    </a:lnTo>
                    <a:lnTo>
                      <a:pt x="4437" y="25981"/>
                    </a:lnTo>
                    <a:lnTo>
                      <a:pt x="12984" y="17419"/>
                    </a:lnTo>
                    <a:lnTo>
                      <a:pt x="21546" y="25981"/>
                    </a:lnTo>
                    <a:lnTo>
                      <a:pt x="25982" y="21545"/>
                    </a:lnTo>
                    <a:lnTo>
                      <a:pt x="17434" y="12998"/>
                    </a:lnTo>
                    <a:lnTo>
                      <a:pt x="25982" y="4436"/>
                    </a:lnTo>
                    <a:lnTo>
                      <a:pt x="21546" y="0"/>
                    </a:lnTo>
                    <a:lnTo>
                      <a:pt x="12984" y="8562"/>
                    </a:lnTo>
                    <a:lnTo>
                      <a:pt x="443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3"/>
              <p:cNvSpPr/>
              <p:nvPr/>
            </p:nvSpPr>
            <p:spPr>
              <a:xfrm>
                <a:off x="1333200" y="2346500"/>
                <a:ext cx="630525" cy="630525"/>
              </a:xfrm>
              <a:custGeom>
                <a:rect b="b" l="l" r="r" t="t"/>
                <a:pathLst>
                  <a:path extrusionOk="0" h="25221" w="25221">
                    <a:moveTo>
                      <a:pt x="4056" y="0"/>
                    </a:moveTo>
                    <a:lnTo>
                      <a:pt x="0" y="4056"/>
                    </a:lnTo>
                    <a:lnTo>
                      <a:pt x="8548" y="12618"/>
                    </a:lnTo>
                    <a:lnTo>
                      <a:pt x="0" y="21165"/>
                    </a:lnTo>
                    <a:lnTo>
                      <a:pt x="4056" y="25221"/>
                    </a:lnTo>
                    <a:lnTo>
                      <a:pt x="12603" y="16673"/>
                    </a:lnTo>
                    <a:lnTo>
                      <a:pt x="21165" y="25221"/>
                    </a:lnTo>
                    <a:lnTo>
                      <a:pt x="25221" y="21165"/>
                    </a:lnTo>
                    <a:lnTo>
                      <a:pt x="16673" y="12618"/>
                    </a:lnTo>
                    <a:lnTo>
                      <a:pt x="25221" y="4056"/>
                    </a:lnTo>
                    <a:lnTo>
                      <a:pt x="21165" y="0"/>
                    </a:lnTo>
                    <a:lnTo>
                      <a:pt x="12603" y="8548"/>
                    </a:lnTo>
                    <a:lnTo>
                      <a:pt x="405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3"/>
              <p:cNvSpPr/>
              <p:nvPr/>
            </p:nvSpPr>
            <p:spPr>
              <a:xfrm>
                <a:off x="1323700" y="2337350"/>
                <a:ext cx="649525" cy="649175"/>
              </a:xfrm>
              <a:custGeom>
                <a:rect b="b" l="l" r="r" t="t"/>
                <a:pathLst>
                  <a:path extrusionOk="0" h="25967" w="25981">
                    <a:moveTo>
                      <a:pt x="21531" y="733"/>
                    </a:moveTo>
                    <a:lnTo>
                      <a:pt x="25220" y="4422"/>
                    </a:lnTo>
                    <a:lnTo>
                      <a:pt x="16673" y="12984"/>
                    </a:lnTo>
                    <a:lnTo>
                      <a:pt x="25234" y="21531"/>
                    </a:lnTo>
                    <a:lnTo>
                      <a:pt x="21545" y="25221"/>
                    </a:lnTo>
                    <a:lnTo>
                      <a:pt x="12983" y="16673"/>
                    </a:lnTo>
                    <a:lnTo>
                      <a:pt x="4450" y="25221"/>
                    </a:lnTo>
                    <a:lnTo>
                      <a:pt x="746" y="21531"/>
                    </a:lnTo>
                    <a:lnTo>
                      <a:pt x="9294" y="12984"/>
                    </a:lnTo>
                    <a:lnTo>
                      <a:pt x="732" y="4422"/>
                    </a:lnTo>
                    <a:lnTo>
                      <a:pt x="4436" y="747"/>
                    </a:lnTo>
                    <a:lnTo>
                      <a:pt x="12983" y="9294"/>
                    </a:lnTo>
                    <a:lnTo>
                      <a:pt x="21531" y="733"/>
                    </a:lnTo>
                    <a:close/>
                    <a:moveTo>
                      <a:pt x="4436" y="0"/>
                    </a:moveTo>
                    <a:lnTo>
                      <a:pt x="0" y="4422"/>
                    </a:lnTo>
                    <a:lnTo>
                      <a:pt x="8548" y="12984"/>
                    </a:lnTo>
                    <a:lnTo>
                      <a:pt x="0" y="21531"/>
                    </a:lnTo>
                    <a:lnTo>
                      <a:pt x="4436" y="25967"/>
                    </a:lnTo>
                    <a:lnTo>
                      <a:pt x="12983" y="17419"/>
                    </a:lnTo>
                    <a:lnTo>
                      <a:pt x="21545" y="25967"/>
                    </a:lnTo>
                    <a:lnTo>
                      <a:pt x="25981" y="21531"/>
                    </a:lnTo>
                    <a:lnTo>
                      <a:pt x="17433" y="12984"/>
                    </a:lnTo>
                    <a:lnTo>
                      <a:pt x="25967" y="4422"/>
                    </a:lnTo>
                    <a:lnTo>
                      <a:pt x="21545" y="0"/>
                    </a:lnTo>
                    <a:lnTo>
                      <a:pt x="12983" y="8548"/>
                    </a:lnTo>
                    <a:lnTo>
                      <a:pt x="443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234" name="Shape 234"/>
        <p:cNvGrpSpPr/>
        <p:nvPr/>
      </p:nvGrpSpPr>
      <p:grpSpPr>
        <a:xfrm>
          <a:off x="0" y="0"/>
          <a:ext cx="0" cy="0"/>
          <a:chOff x="0" y="0"/>
          <a:chExt cx="0" cy="0"/>
        </a:xfrm>
      </p:grpSpPr>
      <p:sp>
        <p:nvSpPr>
          <p:cNvPr id="235" name="Google Shape;235;p14"/>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atin typeface="Inter"/>
                <a:ea typeface="Inter"/>
                <a:cs typeface="Inter"/>
                <a:sym typeface="Inter"/>
              </a:defRPr>
            </a:lvl2pPr>
            <a:lvl3pPr lvl="2">
              <a:spcBef>
                <a:spcPts val="0"/>
              </a:spcBef>
              <a:spcAft>
                <a:spcPts val="0"/>
              </a:spcAft>
              <a:buSzPts val="3000"/>
              <a:buNone/>
              <a:defRPr>
                <a:latin typeface="Inter"/>
                <a:ea typeface="Inter"/>
                <a:cs typeface="Inter"/>
                <a:sym typeface="Inter"/>
              </a:defRPr>
            </a:lvl3pPr>
            <a:lvl4pPr lvl="3">
              <a:spcBef>
                <a:spcPts val="0"/>
              </a:spcBef>
              <a:spcAft>
                <a:spcPts val="0"/>
              </a:spcAft>
              <a:buSzPts val="3000"/>
              <a:buNone/>
              <a:defRPr>
                <a:latin typeface="Inter"/>
                <a:ea typeface="Inter"/>
                <a:cs typeface="Inter"/>
                <a:sym typeface="Inter"/>
              </a:defRPr>
            </a:lvl4pPr>
            <a:lvl5pPr lvl="4">
              <a:spcBef>
                <a:spcPts val="0"/>
              </a:spcBef>
              <a:spcAft>
                <a:spcPts val="0"/>
              </a:spcAft>
              <a:buSzPts val="3000"/>
              <a:buNone/>
              <a:defRPr>
                <a:latin typeface="Inter"/>
                <a:ea typeface="Inter"/>
                <a:cs typeface="Inter"/>
                <a:sym typeface="Inter"/>
              </a:defRPr>
            </a:lvl5pPr>
            <a:lvl6pPr lvl="5">
              <a:spcBef>
                <a:spcPts val="0"/>
              </a:spcBef>
              <a:spcAft>
                <a:spcPts val="0"/>
              </a:spcAft>
              <a:buSzPts val="3000"/>
              <a:buNone/>
              <a:defRPr>
                <a:latin typeface="Inter"/>
                <a:ea typeface="Inter"/>
                <a:cs typeface="Inter"/>
                <a:sym typeface="Inter"/>
              </a:defRPr>
            </a:lvl6pPr>
            <a:lvl7pPr lvl="6">
              <a:spcBef>
                <a:spcPts val="0"/>
              </a:spcBef>
              <a:spcAft>
                <a:spcPts val="0"/>
              </a:spcAft>
              <a:buSzPts val="3000"/>
              <a:buNone/>
              <a:defRPr>
                <a:latin typeface="Inter"/>
                <a:ea typeface="Inter"/>
                <a:cs typeface="Inter"/>
                <a:sym typeface="Inter"/>
              </a:defRPr>
            </a:lvl7pPr>
            <a:lvl8pPr lvl="7">
              <a:spcBef>
                <a:spcPts val="0"/>
              </a:spcBef>
              <a:spcAft>
                <a:spcPts val="0"/>
              </a:spcAft>
              <a:buSzPts val="3000"/>
              <a:buNone/>
              <a:defRPr>
                <a:latin typeface="Inter"/>
                <a:ea typeface="Inter"/>
                <a:cs typeface="Inter"/>
                <a:sym typeface="Inter"/>
              </a:defRPr>
            </a:lvl8pPr>
            <a:lvl9pPr lvl="8">
              <a:spcBef>
                <a:spcPts val="0"/>
              </a:spcBef>
              <a:spcAft>
                <a:spcPts val="0"/>
              </a:spcAft>
              <a:buSzPts val="3000"/>
              <a:buNone/>
              <a:defRPr>
                <a:latin typeface="Inter"/>
                <a:ea typeface="Inter"/>
                <a:cs typeface="Inter"/>
                <a:sym typeface="Inter"/>
              </a:defRPr>
            </a:lvl9pPr>
          </a:lstStyle>
          <a:p/>
        </p:txBody>
      </p:sp>
      <p:grpSp>
        <p:nvGrpSpPr>
          <p:cNvPr id="236" name="Google Shape;236;p14"/>
          <p:cNvGrpSpPr/>
          <p:nvPr/>
        </p:nvGrpSpPr>
        <p:grpSpPr>
          <a:xfrm rot="10800000">
            <a:off x="268675" y="1318850"/>
            <a:ext cx="282000" cy="1270550"/>
            <a:chOff x="4314650" y="3034025"/>
            <a:chExt cx="282000" cy="1270550"/>
          </a:xfrm>
        </p:grpSpPr>
        <p:sp>
          <p:nvSpPr>
            <p:cNvPr id="237" name="Google Shape;237;p14"/>
            <p:cNvSpPr/>
            <p:nvPr/>
          </p:nvSpPr>
          <p:spPr>
            <a:xfrm>
              <a:off x="4314650" y="3034025"/>
              <a:ext cx="282000" cy="479525"/>
            </a:xfrm>
            <a:custGeom>
              <a:rect b="b" l="l" r="r" t="t"/>
              <a:pathLst>
                <a:path extrusionOk="0" h="19181" w="11280">
                  <a:moveTo>
                    <a:pt x="0" y="1"/>
                  </a:moveTo>
                  <a:lnTo>
                    <a:pt x="0" y="11280"/>
                  </a:lnTo>
                  <a:lnTo>
                    <a:pt x="11280" y="19180"/>
                  </a:lnTo>
                  <a:lnTo>
                    <a:pt x="11280" y="7901"/>
                  </a:ln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4"/>
            <p:cNvSpPr/>
            <p:nvPr/>
          </p:nvSpPr>
          <p:spPr>
            <a:xfrm>
              <a:off x="4314650" y="3376575"/>
              <a:ext cx="282000" cy="295025"/>
            </a:xfrm>
            <a:custGeom>
              <a:rect b="b" l="l" r="r" t="t"/>
              <a:pathLst>
                <a:path extrusionOk="0" h="11801" w="11280">
                  <a:moveTo>
                    <a:pt x="0" y="0"/>
                  </a:moveTo>
                  <a:lnTo>
                    <a:pt x="0" y="3901"/>
                  </a:lnTo>
                  <a:lnTo>
                    <a:pt x="11280" y="11801"/>
                  </a:lnTo>
                  <a:lnTo>
                    <a:pt x="11280" y="7900"/>
                  </a:lnTo>
                  <a:lnTo>
                    <a:pt x="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4"/>
            <p:cNvSpPr/>
            <p:nvPr/>
          </p:nvSpPr>
          <p:spPr>
            <a:xfrm>
              <a:off x="4314650" y="3534650"/>
              <a:ext cx="282000" cy="295375"/>
            </a:xfrm>
            <a:custGeom>
              <a:rect b="b" l="l" r="r" t="t"/>
              <a:pathLst>
                <a:path extrusionOk="0" h="11815" w="11280">
                  <a:moveTo>
                    <a:pt x="0" y="0"/>
                  </a:moveTo>
                  <a:lnTo>
                    <a:pt x="0" y="3915"/>
                  </a:lnTo>
                  <a:lnTo>
                    <a:pt x="11280" y="11815"/>
                  </a:lnTo>
                  <a:lnTo>
                    <a:pt x="11280" y="7900"/>
                  </a:lnTo>
                  <a:lnTo>
                    <a:pt x="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4"/>
            <p:cNvSpPr/>
            <p:nvPr/>
          </p:nvSpPr>
          <p:spPr>
            <a:xfrm>
              <a:off x="4314650" y="3693050"/>
              <a:ext cx="282000" cy="295050"/>
            </a:xfrm>
            <a:custGeom>
              <a:rect b="b" l="l" r="r" t="t"/>
              <a:pathLst>
                <a:path extrusionOk="0" h="11802" w="11280">
                  <a:moveTo>
                    <a:pt x="0" y="1"/>
                  </a:moveTo>
                  <a:lnTo>
                    <a:pt x="0" y="3902"/>
                  </a:lnTo>
                  <a:lnTo>
                    <a:pt x="11280" y="11801"/>
                  </a:lnTo>
                  <a:lnTo>
                    <a:pt x="11280" y="7901"/>
                  </a:ln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4"/>
            <p:cNvSpPr/>
            <p:nvPr/>
          </p:nvSpPr>
          <p:spPr>
            <a:xfrm>
              <a:off x="4314650" y="3851125"/>
              <a:ext cx="282000" cy="295400"/>
            </a:xfrm>
            <a:custGeom>
              <a:rect b="b" l="l" r="r" t="t"/>
              <a:pathLst>
                <a:path extrusionOk="0" h="11816" w="11280">
                  <a:moveTo>
                    <a:pt x="0" y="1"/>
                  </a:moveTo>
                  <a:lnTo>
                    <a:pt x="0" y="3915"/>
                  </a:lnTo>
                  <a:lnTo>
                    <a:pt x="11280" y="11815"/>
                  </a:lnTo>
                  <a:lnTo>
                    <a:pt x="11280" y="7900"/>
                  </a:ln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4"/>
            <p:cNvSpPr/>
            <p:nvPr/>
          </p:nvSpPr>
          <p:spPr>
            <a:xfrm>
              <a:off x="4314650" y="4009550"/>
              <a:ext cx="282000" cy="295025"/>
            </a:xfrm>
            <a:custGeom>
              <a:rect b="b" l="l" r="r" t="t"/>
              <a:pathLst>
                <a:path extrusionOk="0" h="11801" w="11280">
                  <a:moveTo>
                    <a:pt x="0" y="0"/>
                  </a:moveTo>
                  <a:lnTo>
                    <a:pt x="0" y="3901"/>
                  </a:lnTo>
                  <a:lnTo>
                    <a:pt x="11280" y="11801"/>
                  </a:lnTo>
                  <a:lnTo>
                    <a:pt x="11280" y="7900"/>
                  </a:lnTo>
                  <a:lnTo>
                    <a:pt x="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4"/>
          <p:cNvGrpSpPr/>
          <p:nvPr/>
        </p:nvGrpSpPr>
        <p:grpSpPr>
          <a:xfrm>
            <a:off x="816250" y="4703275"/>
            <a:ext cx="7511400" cy="238200"/>
            <a:chOff x="816250" y="4703275"/>
            <a:chExt cx="7511400" cy="238200"/>
          </a:xfrm>
        </p:grpSpPr>
        <p:grpSp>
          <p:nvGrpSpPr>
            <p:cNvPr id="244" name="Google Shape;244;p14"/>
            <p:cNvGrpSpPr/>
            <p:nvPr/>
          </p:nvGrpSpPr>
          <p:grpSpPr>
            <a:xfrm>
              <a:off x="816250" y="4703275"/>
              <a:ext cx="7511400" cy="238200"/>
              <a:chOff x="816250" y="4630450"/>
              <a:chExt cx="7511400" cy="238200"/>
            </a:xfrm>
          </p:grpSpPr>
          <p:sp>
            <p:nvSpPr>
              <p:cNvPr id="245" name="Google Shape;245;p14"/>
              <p:cNvSpPr/>
              <p:nvPr/>
            </p:nvSpPr>
            <p:spPr>
              <a:xfrm>
                <a:off x="816250" y="4630450"/>
                <a:ext cx="7511400" cy="2382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4"/>
              <p:cNvSpPr/>
              <p:nvPr/>
            </p:nvSpPr>
            <p:spPr>
              <a:xfrm rot="5400000">
                <a:off x="8018000" y="4558475"/>
                <a:ext cx="237300" cy="3819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4">
                <a:hlinkClick action="ppaction://hlinkshowjump?jump=previousslide"/>
              </p:cNvPr>
              <p:cNvSpPr/>
              <p:nvPr/>
            </p:nvSpPr>
            <p:spPr>
              <a:xfrm rot="-5400000">
                <a:off x="892550" y="4695100"/>
                <a:ext cx="125700" cy="108900"/>
              </a:xfrm>
              <a:prstGeom prst="triangl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4">
                <a:hlinkClick action="ppaction://hlinkshowjump?jump=nextslide"/>
              </p:cNvPr>
              <p:cNvSpPr/>
              <p:nvPr/>
            </p:nvSpPr>
            <p:spPr>
              <a:xfrm flipH="1" rot="5400000">
                <a:off x="1084525" y="4695100"/>
                <a:ext cx="125700" cy="108900"/>
              </a:xfrm>
              <a:prstGeom prst="triangl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4"/>
            <p:cNvGrpSpPr/>
            <p:nvPr/>
          </p:nvGrpSpPr>
          <p:grpSpPr>
            <a:xfrm>
              <a:off x="8051978" y="4744266"/>
              <a:ext cx="158283" cy="156216"/>
              <a:chOff x="8058597" y="4744266"/>
              <a:chExt cx="158283" cy="156216"/>
            </a:xfrm>
          </p:grpSpPr>
          <p:sp>
            <p:nvSpPr>
              <p:cNvPr id="250" name="Google Shape;250;p14">
                <a:hlinkClick action="ppaction://hlinkshowjump?jump=firstslide"/>
              </p:cNvPr>
              <p:cNvSpPr/>
              <p:nvPr/>
            </p:nvSpPr>
            <p:spPr>
              <a:xfrm>
                <a:off x="8170770" y="4753449"/>
                <a:ext cx="26957" cy="25369"/>
              </a:xfrm>
              <a:custGeom>
                <a:rect b="b" l="l" r="r" t="t"/>
                <a:pathLst>
                  <a:path extrusionOk="0" h="3130" w="3326">
                    <a:moveTo>
                      <a:pt x="482" y="1"/>
                    </a:moveTo>
                    <a:cubicBezTo>
                      <a:pt x="280" y="1"/>
                      <a:pt x="95" y="114"/>
                      <a:pt x="1" y="293"/>
                    </a:cubicBezTo>
                    <a:lnTo>
                      <a:pt x="3322" y="3130"/>
                    </a:lnTo>
                    <a:lnTo>
                      <a:pt x="3322" y="564"/>
                    </a:lnTo>
                    <a:cubicBezTo>
                      <a:pt x="3325" y="253"/>
                      <a:pt x="3072" y="1"/>
                      <a:pt x="2761" y="1"/>
                    </a:cubicBezTo>
                    <a:cubicBezTo>
                      <a:pt x="2760" y="1"/>
                      <a:pt x="2758" y="1"/>
                      <a:pt x="2756" y="1"/>
                    </a:cubicBezTo>
                    <a:lnTo>
                      <a:pt x="497" y="1"/>
                    </a:lnTo>
                    <a:cubicBezTo>
                      <a:pt x="492" y="1"/>
                      <a:pt x="487" y="1"/>
                      <a:pt x="48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51" name="Google Shape;251;p14">
                <a:hlinkClick action="ppaction://hlinkshowjump?jump=firstslide"/>
              </p:cNvPr>
              <p:cNvSpPr/>
              <p:nvPr/>
            </p:nvSpPr>
            <p:spPr>
              <a:xfrm>
                <a:off x="8120106" y="4854105"/>
                <a:ext cx="36618" cy="46377"/>
              </a:xfrm>
              <a:custGeom>
                <a:rect b="b" l="l" r="r" t="t"/>
                <a:pathLst>
                  <a:path extrusionOk="0" h="5722" w="4518">
                    <a:moveTo>
                      <a:pt x="2822" y="1130"/>
                    </a:moveTo>
                    <a:cubicBezTo>
                      <a:pt x="3325" y="1130"/>
                      <a:pt x="3578" y="1738"/>
                      <a:pt x="3222" y="2093"/>
                    </a:cubicBezTo>
                    <a:cubicBezTo>
                      <a:pt x="3106" y="2209"/>
                      <a:pt x="2964" y="2260"/>
                      <a:pt x="2825" y="2260"/>
                    </a:cubicBezTo>
                    <a:cubicBezTo>
                      <a:pt x="2535" y="2260"/>
                      <a:pt x="2259" y="2036"/>
                      <a:pt x="2259" y="1696"/>
                    </a:cubicBezTo>
                    <a:cubicBezTo>
                      <a:pt x="2259" y="1383"/>
                      <a:pt x="2509" y="1130"/>
                      <a:pt x="2822" y="1130"/>
                    </a:cubicBezTo>
                    <a:close/>
                    <a:moveTo>
                      <a:pt x="0" y="1"/>
                    </a:moveTo>
                    <a:lnTo>
                      <a:pt x="0" y="5722"/>
                    </a:lnTo>
                    <a:lnTo>
                      <a:pt x="4517" y="5722"/>
                    </a:lnTo>
                    <a:lnTo>
                      <a:pt x="451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52" name="Google Shape;252;p14">
                <a:hlinkClick action="ppaction://hlinkshowjump?jump=firstslide"/>
              </p:cNvPr>
              <p:cNvSpPr/>
              <p:nvPr/>
            </p:nvSpPr>
            <p:spPr>
              <a:xfrm>
                <a:off x="8128941" y="4808344"/>
                <a:ext cx="18309" cy="18309"/>
              </a:xfrm>
              <a:custGeom>
                <a:rect b="b" l="l" r="r" t="t"/>
                <a:pathLst>
                  <a:path extrusionOk="0" h="2259" w="2259">
                    <a:moveTo>
                      <a:pt x="0" y="0"/>
                    </a:moveTo>
                    <a:lnTo>
                      <a:pt x="0" y="2259"/>
                    </a:lnTo>
                    <a:lnTo>
                      <a:pt x="2259" y="2259"/>
                    </a:lnTo>
                    <a:lnTo>
                      <a:pt x="225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53" name="Google Shape;253;p14">
                <a:hlinkClick action="ppaction://hlinkshowjump?jump=firstslide"/>
              </p:cNvPr>
              <p:cNvSpPr/>
              <p:nvPr/>
            </p:nvSpPr>
            <p:spPr>
              <a:xfrm>
                <a:off x="8058597" y="4744266"/>
                <a:ext cx="158283" cy="77103"/>
              </a:xfrm>
              <a:custGeom>
                <a:rect b="b" l="l" r="r" t="t"/>
                <a:pathLst>
                  <a:path extrusionOk="0" h="9513" w="19529">
                    <a:moveTo>
                      <a:pt x="9821" y="0"/>
                    </a:moveTo>
                    <a:cubicBezTo>
                      <a:pt x="9559" y="0"/>
                      <a:pt x="9297" y="92"/>
                      <a:pt x="9086" y="276"/>
                    </a:cubicBezTo>
                    <a:lnTo>
                      <a:pt x="531" y="7521"/>
                    </a:lnTo>
                    <a:cubicBezTo>
                      <a:pt x="61" y="7921"/>
                      <a:pt x="1" y="8626"/>
                      <a:pt x="395" y="9099"/>
                    </a:cubicBezTo>
                    <a:cubicBezTo>
                      <a:pt x="620" y="9369"/>
                      <a:pt x="942" y="9508"/>
                      <a:pt x="1266" y="9508"/>
                    </a:cubicBezTo>
                    <a:cubicBezTo>
                      <a:pt x="1525" y="9508"/>
                      <a:pt x="1785" y="9419"/>
                      <a:pt x="1997" y="9237"/>
                    </a:cubicBezTo>
                    <a:lnTo>
                      <a:pt x="9821" y="2622"/>
                    </a:lnTo>
                    <a:lnTo>
                      <a:pt x="17544" y="9240"/>
                    </a:lnTo>
                    <a:cubicBezTo>
                      <a:pt x="17759" y="9425"/>
                      <a:pt x="18019" y="9513"/>
                      <a:pt x="18278" y="9513"/>
                    </a:cubicBezTo>
                    <a:cubicBezTo>
                      <a:pt x="18661" y="9513"/>
                      <a:pt x="19039" y="9318"/>
                      <a:pt x="19252" y="8954"/>
                    </a:cubicBezTo>
                    <a:cubicBezTo>
                      <a:pt x="19529" y="8482"/>
                      <a:pt x="19430" y="7879"/>
                      <a:pt x="19014" y="7524"/>
                    </a:cubicBezTo>
                    <a:lnTo>
                      <a:pt x="10555" y="276"/>
                    </a:lnTo>
                    <a:cubicBezTo>
                      <a:pt x="10345" y="92"/>
                      <a:pt x="10083" y="0"/>
                      <a:pt x="982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54" name="Google Shape;254;p14">
                <a:hlinkClick action="ppaction://hlinkshowjump?jump=firstslide"/>
              </p:cNvPr>
              <p:cNvSpPr/>
              <p:nvPr/>
            </p:nvSpPr>
            <p:spPr>
              <a:xfrm>
                <a:off x="8077733" y="4777545"/>
                <a:ext cx="119889" cy="122937"/>
              </a:xfrm>
              <a:custGeom>
                <a:rect b="b" l="l" r="r" t="t"/>
                <a:pathLst>
                  <a:path extrusionOk="0" h="15168" w="14792">
                    <a:moveTo>
                      <a:pt x="9143" y="2671"/>
                    </a:moveTo>
                    <a:cubicBezTo>
                      <a:pt x="9453" y="2671"/>
                      <a:pt x="9706" y="2924"/>
                      <a:pt x="9706" y="3237"/>
                    </a:cubicBezTo>
                    <a:lnTo>
                      <a:pt x="9706" y="6625"/>
                    </a:lnTo>
                    <a:cubicBezTo>
                      <a:pt x="9706" y="6935"/>
                      <a:pt x="9453" y="7188"/>
                      <a:pt x="9143" y="7188"/>
                    </a:cubicBezTo>
                    <a:lnTo>
                      <a:pt x="5755" y="7188"/>
                    </a:lnTo>
                    <a:cubicBezTo>
                      <a:pt x="5442" y="7188"/>
                      <a:pt x="5189" y="6935"/>
                      <a:pt x="5189" y="6625"/>
                    </a:cubicBezTo>
                    <a:lnTo>
                      <a:pt x="5189" y="3237"/>
                    </a:lnTo>
                    <a:cubicBezTo>
                      <a:pt x="5189" y="2924"/>
                      <a:pt x="5442" y="2671"/>
                      <a:pt x="5755" y="2671"/>
                    </a:cubicBezTo>
                    <a:close/>
                    <a:moveTo>
                      <a:pt x="7448" y="0"/>
                    </a:moveTo>
                    <a:lnTo>
                      <a:pt x="4" y="6291"/>
                    </a:lnTo>
                    <a:lnTo>
                      <a:pt x="4" y="14605"/>
                    </a:lnTo>
                    <a:cubicBezTo>
                      <a:pt x="1" y="14913"/>
                      <a:pt x="254" y="15168"/>
                      <a:pt x="564" y="15168"/>
                    </a:cubicBezTo>
                    <a:cubicBezTo>
                      <a:pt x="566" y="15168"/>
                      <a:pt x="568" y="15168"/>
                      <a:pt x="570" y="15168"/>
                    </a:cubicBezTo>
                    <a:lnTo>
                      <a:pt x="4060" y="15168"/>
                    </a:lnTo>
                    <a:lnTo>
                      <a:pt x="4060" y="8883"/>
                    </a:lnTo>
                    <a:cubicBezTo>
                      <a:pt x="4060" y="8570"/>
                      <a:pt x="4313" y="8317"/>
                      <a:pt x="4626" y="8317"/>
                    </a:cubicBezTo>
                    <a:lnTo>
                      <a:pt x="10272" y="8317"/>
                    </a:lnTo>
                    <a:cubicBezTo>
                      <a:pt x="10582" y="8317"/>
                      <a:pt x="10835" y="8570"/>
                      <a:pt x="10835" y="8883"/>
                    </a:cubicBezTo>
                    <a:lnTo>
                      <a:pt x="10835" y="15168"/>
                    </a:lnTo>
                    <a:lnTo>
                      <a:pt x="14223" y="15168"/>
                    </a:lnTo>
                    <a:cubicBezTo>
                      <a:pt x="14225" y="15168"/>
                      <a:pt x="14227" y="15168"/>
                      <a:pt x="14228" y="15168"/>
                    </a:cubicBezTo>
                    <a:cubicBezTo>
                      <a:pt x="14539" y="15168"/>
                      <a:pt x="14792" y="14913"/>
                      <a:pt x="14789" y="14605"/>
                    </a:cubicBezTo>
                    <a:lnTo>
                      <a:pt x="14789" y="6291"/>
                    </a:lnTo>
                    <a:lnTo>
                      <a:pt x="744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
    <p:spTree>
      <p:nvGrpSpPr>
        <p:cNvPr id="255" name="Shape 255"/>
        <p:cNvGrpSpPr/>
        <p:nvPr/>
      </p:nvGrpSpPr>
      <p:grpSpPr>
        <a:xfrm>
          <a:off x="0" y="0"/>
          <a:ext cx="0" cy="0"/>
          <a:chOff x="0" y="0"/>
          <a:chExt cx="0" cy="0"/>
        </a:xfrm>
      </p:grpSpPr>
      <p:sp>
        <p:nvSpPr>
          <p:cNvPr id="256" name="Google Shape;256;p1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257" name="Google Shape;257;p15"/>
          <p:cNvGrpSpPr/>
          <p:nvPr/>
        </p:nvGrpSpPr>
        <p:grpSpPr>
          <a:xfrm>
            <a:off x="816250" y="4703275"/>
            <a:ext cx="7511400" cy="238200"/>
            <a:chOff x="816250" y="4703275"/>
            <a:chExt cx="7511400" cy="238200"/>
          </a:xfrm>
        </p:grpSpPr>
        <p:grpSp>
          <p:nvGrpSpPr>
            <p:cNvPr id="258" name="Google Shape;258;p15"/>
            <p:cNvGrpSpPr/>
            <p:nvPr/>
          </p:nvGrpSpPr>
          <p:grpSpPr>
            <a:xfrm>
              <a:off x="816250" y="4703275"/>
              <a:ext cx="7511400" cy="238200"/>
              <a:chOff x="816250" y="4630450"/>
              <a:chExt cx="7511400" cy="238200"/>
            </a:xfrm>
          </p:grpSpPr>
          <p:sp>
            <p:nvSpPr>
              <p:cNvPr id="259" name="Google Shape;259;p15"/>
              <p:cNvSpPr/>
              <p:nvPr/>
            </p:nvSpPr>
            <p:spPr>
              <a:xfrm>
                <a:off x="816250" y="4630450"/>
                <a:ext cx="7511400" cy="2382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5"/>
              <p:cNvSpPr/>
              <p:nvPr/>
            </p:nvSpPr>
            <p:spPr>
              <a:xfrm rot="5400000">
                <a:off x="8018000" y="4558475"/>
                <a:ext cx="237300" cy="3819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5">
                <a:hlinkClick action="ppaction://hlinkshowjump?jump=previousslide"/>
              </p:cNvPr>
              <p:cNvSpPr/>
              <p:nvPr/>
            </p:nvSpPr>
            <p:spPr>
              <a:xfrm rot="-5400000">
                <a:off x="892550" y="4695100"/>
                <a:ext cx="125700" cy="108900"/>
              </a:xfrm>
              <a:prstGeom prst="triangl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5">
                <a:hlinkClick action="ppaction://hlinkshowjump?jump=nextslide"/>
              </p:cNvPr>
              <p:cNvSpPr/>
              <p:nvPr/>
            </p:nvSpPr>
            <p:spPr>
              <a:xfrm flipH="1" rot="5400000">
                <a:off x="1084525" y="4695100"/>
                <a:ext cx="125700" cy="108900"/>
              </a:xfrm>
              <a:prstGeom prst="triangl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5"/>
            <p:cNvGrpSpPr/>
            <p:nvPr/>
          </p:nvGrpSpPr>
          <p:grpSpPr>
            <a:xfrm>
              <a:off x="8051978" y="4744266"/>
              <a:ext cx="158283" cy="156216"/>
              <a:chOff x="8058597" y="4744266"/>
              <a:chExt cx="158283" cy="156216"/>
            </a:xfrm>
          </p:grpSpPr>
          <p:sp>
            <p:nvSpPr>
              <p:cNvPr id="264" name="Google Shape;264;p15">
                <a:hlinkClick action="ppaction://hlinkshowjump?jump=firstslide"/>
              </p:cNvPr>
              <p:cNvSpPr/>
              <p:nvPr/>
            </p:nvSpPr>
            <p:spPr>
              <a:xfrm>
                <a:off x="8170770" y="4753449"/>
                <a:ext cx="26957" cy="25369"/>
              </a:xfrm>
              <a:custGeom>
                <a:rect b="b" l="l" r="r" t="t"/>
                <a:pathLst>
                  <a:path extrusionOk="0" h="3130" w="3326">
                    <a:moveTo>
                      <a:pt x="482" y="1"/>
                    </a:moveTo>
                    <a:cubicBezTo>
                      <a:pt x="280" y="1"/>
                      <a:pt x="95" y="114"/>
                      <a:pt x="1" y="293"/>
                    </a:cubicBezTo>
                    <a:lnTo>
                      <a:pt x="3322" y="3130"/>
                    </a:lnTo>
                    <a:lnTo>
                      <a:pt x="3322" y="564"/>
                    </a:lnTo>
                    <a:cubicBezTo>
                      <a:pt x="3325" y="253"/>
                      <a:pt x="3072" y="1"/>
                      <a:pt x="2761" y="1"/>
                    </a:cubicBezTo>
                    <a:cubicBezTo>
                      <a:pt x="2760" y="1"/>
                      <a:pt x="2758" y="1"/>
                      <a:pt x="2756" y="1"/>
                    </a:cubicBezTo>
                    <a:lnTo>
                      <a:pt x="497" y="1"/>
                    </a:lnTo>
                    <a:cubicBezTo>
                      <a:pt x="492" y="1"/>
                      <a:pt x="487" y="1"/>
                      <a:pt x="48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65" name="Google Shape;265;p15">
                <a:hlinkClick action="ppaction://hlinkshowjump?jump=firstslide"/>
              </p:cNvPr>
              <p:cNvSpPr/>
              <p:nvPr/>
            </p:nvSpPr>
            <p:spPr>
              <a:xfrm>
                <a:off x="8120106" y="4854105"/>
                <a:ext cx="36618" cy="46377"/>
              </a:xfrm>
              <a:custGeom>
                <a:rect b="b" l="l" r="r" t="t"/>
                <a:pathLst>
                  <a:path extrusionOk="0" h="5722" w="4518">
                    <a:moveTo>
                      <a:pt x="2822" y="1130"/>
                    </a:moveTo>
                    <a:cubicBezTo>
                      <a:pt x="3325" y="1130"/>
                      <a:pt x="3578" y="1738"/>
                      <a:pt x="3222" y="2093"/>
                    </a:cubicBezTo>
                    <a:cubicBezTo>
                      <a:pt x="3106" y="2209"/>
                      <a:pt x="2964" y="2260"/>
                      <a:pt x="2825" y="2260"/>
                    </a:cubicBezTo>
                    <a:cubicBezTo>
                      <a:pt x="2535" y="2260"/>
                      <a:pt x="2259" y="2036"/>
                      <a:pt x="2259" y="1696"/>
                    </a:cubicBezTo>
                    <a:cubicBezTo>
                      <a:pt x="2259" y="1383"/>
                      <a:pt x="2509" y="1130"/>
                      <a:pt x="2822" y="1130"/>
                    </a:cubicBezTo>
                    <a:close/>
                    <a:moveTo>
                      <a:pt x="0" y="1"/>
                    </a:moveTo>
                    <a:lnTo>
                      <a:pt x="0" y="5722"/>
                    </a:lnTo>
                    <a:lnTo>
                      <a:pt x="4517" y="5722"/>
                    </a:lnTo>
                    <a:lnTo>
                      <a:pt x="451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66" name="Google Shape;266;p15">
                <a:hlinkClick action="ppaction://hlinkshowjump?jump=firstslide"/>
              </p:cNvPr>
              <p:cNvSpPr/>
              <p:nvPr/>
            </p:nvSpPr>
            <p:spPr>
              <a:xfrm>
                <a:off x="8128941" y="4808344"/>
                <a:ext cx="18309" cy="18309"/>
              </a:xfrm>
              <a:custGeom>
                <a:rect b="b" l="l" r="r" t="t"/>
                <a:pathLst>
                  <a:path extrusionOk="0" h="2259" w="2259">
                    <a:moveTo>
                      <a:pt x="0" y="0"/>
                    </a:moveTo>
                    <a:lnTo>
                      <a:pt x="0" y="2259"/>
                    </a:lnTo>
                    <a:lnTo>
                      <a:pt x="2259" y="2259"/>
                    </a:lnTo>
                    <a:lnTo>
                      <a:pt x="225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67" name="Google Shape;267;p15">
                <a:hlinkClick action="ppaction://hlinkshowjump?jump=firstslide"/>
              </p:cNvPr>
              <p:cNvSpPr/>
              <p:nvPr/>
            </p:nvSpPr>
            <p:spPr>
              <a:xfrm>
                <a:off x="8058597" y="4744266"/>
                <a:ext cx="158283" cy="77103"/>
              </a:xfrm>
              <a:custGeom>
                <a:rect b="b" l="l" r="r" t="t"/>
                <a:pathLst>
                  <a:path extrusionOk="0" h="9513" w="19529">
                    <a:moveTo>
                      <a:pt x="9821" y="0"/>
                    </a:moveTo>
                    <a:cubicBezTo>
                      <a:pt x="9559" y="0"/>
                      <a:pt x="9297" y="92"/>
                      <a:pt x="9086" y="276"/>
                    </a:cubicBezTo>
                    <a:lnTo>
                      <a:pt x="531" y="7521"/>
                    </a:lnTo>
                    <a:cubicBezTo>
                      <a:pt x="61" y="7921"/>
                      <a:pt x="1" y="8626"/>
                      <a:pt x="395" y="9099"/>
                    </a:cubicBezTo>
                    <a:cubicBezTo>
                      <a:pt x="620" y="9369"/>
                      <a:pt x="942" y="9508"/>
                      <a:pt x="1266" y="9508"/>
                    </a:cubicBezTo>
                    <a:cubicBezTo>
                      <a:pt x="1525" y="9508"/>
                      <a:pt x="1785" y="9419"/>
                      <a:pt x="1997" y="9237"/>
                    </a:cubicBezTo>
                    <a:lnTo>
                      <a:pt x="9821" y="2622"/>
                    </a:lnTo>
                    <a:lnTo>
                      <a:pt x="17544" y="9240"/>
                    </a:lnTo>
                    <a:cubicBezTo>
                      <a:pt x="17759" y="9425"/>
                      <a:pt x="18019" y="9513"/>
                      <a:pt x="18278" y="9513"/>
                    </a:cubicBezTo>
                    <a:cubicBezTo>
                      <a:pt x="18661" y="9513"/>
                      <a:pt x="19039" y="9318"/>
                      <a:pt x="19252" y="8954"/>
                    </a:cubicBezTo>
                    <a:cubicBezTo>
                      <a:pt x="19529" y="8482"/>
                      <a:pt x="19430" y="7879"/>
                      <a:pt x="19014" y="7524"/>
                    </a:cubicBezTo>
                    <a:lnTo>
                      <a:pt x="10555" y="276"/>
                    </a:lnTo>
                    <a:cubicBezTo>
                      <a:pt x="10345" y="92"/>
                      <a:pt x="10083" y="0"/>
                      <a:pt x="982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68" name="Google Shape;268;p15">
                <a:hlinkClick action="ppaction://hlinkshowjump?jump=firstslide"/>
              </p:cNvPr>
              <p:cNvSpPr/>
              <p:nvPr/>
            </p:nvSpPr>
            <p:spPr>
              <a:xfrm>
                <a:off x="8077733" y="4777545"/>
                <a:ext cx="119889" cy="122937"/>
              </a:xfrm>
              <a:custGeom>
                <a:rect b="b" l="l" r="r" t="t"/>
                <a:pathLst>
                  <a:path extrusionOk="0" h="15168" w="14792">
                    <a:moveTo>
                      <a:pt x="9143" y="2671"/>
                    </a:moveTo>
                    <a:cubicBezTo>
                      <a:pt x="9453" y="2671"/>
                      <a:pt x="9706" y="2924"/>
                      <a:pt x="9706" y="3237"/>
                    </a:cubicBezTo>
                    <a:lnTo>
                      <a:pt x="9706" y="6625"/>
                    </a:lnTo>
                    <a:cubicBezTo>
                      <a:pt x="9706" y="6935"/>
                      <a:pt x="9453" y="7188"/>
                      <a:pt x="9143" y="7188"/>
                    </a:cubicBezTo>
                    <a:lnTo>
                      <a:pt x="5755" y="7188"/>
                    </a:lnTo>
                    <a:cubicBezTo>
                      <a:pt x="5442" y="7188"/>
                      <a:pt x="5189" y="6935"/>
                      <a:pt x="5189" y="6625"/>
                    </a:cubicBezTo>
                    <a:lnTo>
                      <a:pt x="5189" y="3237"/>
                    </a:lnTo>
                    <a:cubicBezTo>
                      <a:pt x="5189" y="2924"/>
                      <a:pt x="5442" y="2671"/>
                      <a:pt x="5755" y="2671"/>
                    </a:cubicBezTo>
                    <a:close/>
                    <a:moveTo>
                      <a:pt x="7448" y="0"/>
                    </a:moveTo>
                    <a:lnTo>
                      <a:pt x="4" y="6291"/>
                    </a:lnTo>
                    <a:lnTo>
                      <a:pt x="4" y="14605"/>
                    </a:lnTo>
                    <a:cubicBezTo>
                      <a:pt x="1" y="14913"/>
                      <a:pt x="254" y="15168"/>
                      <a:pt x="564" y="15168"/>
                    </a:cubicBezTo>
                    <a:cubicBezTo>
                      <a:pt x="566" y="15168"/>
                      <a:pt x="568" y="15168"/>
                      <a:pt x="570" y="15168"/>
                    </a:cubicBezTo>
                    <a:lnTo>
                      <a:pt x="4060" y="15168"/>
                    </a:lnTo>
                    <a:lnTo>
                      <a:pt x="4060" y="8883"/>
                    </a:lnTo>
                    <a:cubicBezTo>
                      <a:pt x="4060" y="8570"/>
                      <a:pt x="4313" y="8317"/>
                      <a:pt x="4626" y="8317"/>
                    </a:cubicBezTo>
                    <a:lnTo>
                      <a:pt x="10272" y="8317"/>
                    </a:lnTo>
                    <a:cubicBezTo>
                      <a:pt x="10582" y="8317"/>
                      <a:pt x="10835" y="8570"/>
                      <a:pt x="10835" y="8883"/>
                    </a:cubicBezTo>
                    <a:lnTo>
                      <a:pt x="10835" y="15168"/>
                    </a:lnTo>
                    <a:lnTo>
                      <a:pt x="14223" y="15168"/>
                    </a:lnTo>
                    <a:cubicBezTo>
                      <a:pt x="14225" y="15168"/>
                      <a:pt x="14227" y="15168"/>
                      <a:pt x="14228" y="15168"/>
                    </a:cubicBezTo>
                    <a:cubicBezTo>
                      <a:pt x="14539" y="15168"/>
                      <a:pt x="14792" y="14913"/>
                      <a:pt x="14789" y="14605"/>
                    </a:cubicBezTo>
                    <a:lnTo>
                      <a:pt x="14789" y="6291"/>
                    </a:lnTo>
                    <a:lnTo>
                      <a:pt x="744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sp>
        <p:nvSpPr>
          <p:cNvPr id="269" name="Google Shape;269;p15"/>
          <p:cNvSpPr/>
          <p:nvPr/>
        </p:nvSpPr>
        <p:spPr>
          <a:xfrm>
            <a:off x="104700" y="1705375"/>
            <a:ext cx="391853" cy="392090"/>
          </a:xfrm>
          <a:custGeom>
            <a:rect b="b" l="l" r="r" t="t"/>
            <a:pathLst>
              <a:path extrusionOk="0" h="23180" w="23166">
                <a:moveTo>
                  <a:pt x="5704" y="1"/>
                </a:moveTo>
                <a:lnTo>
                  <a:pt x="1" y="5704"/>
                </a:lnTo>
                <a:lnTo>
                  <a:pt x="5873" y="11590"/>
                </a:lnTo>
                <a:lnTo>
                  <a:pt x="1" y="17476"/>
                </a:lnTo>
                <a:lnTo>
                  <a:pt x="5704" y="23179"/>
                </a:lnTo>
                <a:lnTo>
                  <a:pt x="11576" y="17293"/>
                </a:lnTo>
                <a:lnTo>
                  <a:pt x="17462" y="23179"/>
                </a:lnTo>
                <a:lnTo>
                  <a:pt x="23165" y="17476"/>
                </a:lnTo>
                <a:lnTo>
                  <a:pt x="17279" y="11590"/>
                </a:lnTo>
                <a:lnTo>
                  <a:pt x="23165" y="5704"/>
                </a:lnTo>
                <a:lnTo>
                  <a:pt x="17462" y="1"/>
                </a:lnTo>
                <a:lnTo>
                  <a:pt x="11576" y="5887"/>
                </a:lnTo>
                <a:lnTo>
                  <a:pt x="570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0" name="Google Shape;270;p15"/>
          <p:cNvGrpSpPr/>
          <p:nvPr/>
        </p:nvGrpSpPr>
        <p:grpSpPr>
          <a:xfrm>
            <a:off x="8669075" y="2907550"/>
            <a:ext cx="282000" cy="1270550"/>
            <a:chOff x="4314650" y="3034025"/>
            <a:chExt cx="282000" cy="1270550"/>
          </a:xfrm>
        </p:grpSpPr>
        <p:sp>
          <p:nvSpPr>
            <p:cNvPr id="271" name="Google Shape;271;p15"/>
            <p:cNvSpPr/>
            <p:nvPr/>
          </p:nvSpPr>
          <p:spPr>
            <a:xfrm>
              <a:off x="4314650" y="3034025"/>
              <a:ext cx="282000" cy="479525"/>
            </a:xfrm>
            <a:custGeom>
              <a:rect b="b" l="l" r="r" t="t"/>
              <a:pathLst>
                <a:path extrusionOk="0" h="19181" w="11280">
                  <a:moveTo>
                    <a:pt x="0" y="1"/>
                  </a:moveTo>
                  <a:lnTo>
                    <a:pt x="0" y="11280"/>
                  </a:lnTo>
                  <a:lnTo>
                    <a:pt x="11280" y="19180"/>
                  </a:lnTo>
                  <a:lnTo>
                    <a:pt x="11280" y="7901"/>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5"/>
            <p:cNvSpPr/>
            <p:nvPr/>
          </p:nvSpPr>
          <p:spPr>
            <a:xfrm>
              <a:off x="4314650" y="3376575"/>
              <a:ext cx="282000" cy="295025"/>
            </a:xfrm>
            <a:custGeom>
              <a:rect b="b" l="l" r="r" t="t"/>
              <a:pathLst>
                <a:path extrusionOk="0" h="11801" w="11280">
                  <a:moveTo>
                    <a:pt x="0" y="0"/>
                  </a:moveTo>
                  <a:lnTo>
                    <a:pt x="0" y="3901"/>
                  </a:lnTo>
                  <a:lnTo>
                    <a:pt x="11280" y="11801"/>
                  </a:lnTo>
                  <a:lnTo>
                    <a:pt x="11280" y="7900"/>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5"/>
            <p:cNvSpPr/>
            <p:nvPr/>
          </p:nvSpPr>
          <p:spPr>
            <a:xfrm>
              <a:off x="4314650" y="3534650"/>
              <a:ext cx="282000" cy="295375"/>
            </a:xfrm>
            <a:custGeom>
              <a:rect b="b" l="l" r="r" t="t"/>
              <a:pathLst>
                <a:path extrusionOk="0" h="11815" w="11280">
                  <a:moveTo>
                    <a:pt x="0" y="0"/>
                  </a:moveTo>
                  <a:lnTo>
                    <a:pt x="0" y="3915"/>
                  </a:lnTo>
                  <a:lnTo>
                    <a:pt x="11280" y="11815"/>
                  </a:lnTo>
                  <a:lnTo>
                    <a:pt x="11280" y="7900"/>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5"/>
            <p:cNvSpPr/>
            <p:nvPr/>
          </p:nvSpPr>
          <p:spPr>
            <a:xfrm>
              <a:off x="4314650" y="3693050"/>
              <a:ext cx="282000" cy="295050"/>
            </a:xfrm>
            <a:custGeom>
              <a:rect b="b" l="l" r="r" t="t"/>
              <a:pathLst>
                <a:path extrusionOk="0" h="11802" w="11280">
                  <a:moveTo>
                    <a:pt x="0" y="1"/>
                  </a:moveTo>
                  <a:lnTo>
                    <a:pt x="0" y="3902"/>
                  </a:lnTo>
                  <a:lnTo>
                    <a:pt x="11280" y="11801"/>
                  </a:lnTo>
                  <a:lnTo>
                    <a:pt x="11280" y="7901"/>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5"/>
            <p:cNvSpPr/>
            <p:nvPr/>
          </p:nvSpPr>
          <p:spPr>
            <a:xfrm>
              <a:off x="4314650" y="3851125"/>
              <a:ext cx="282000" cy="295400"/>
            </a:xfrm>
            <a:custGeom>
              <a:rect b="b" l="l" r="r" t="t"/>
              <a:pathLst>
                <a:path extrusionOk="0" h="11816" w="11280">
                  <a:moveTo>
                    <a:pt x="0" y="1"/>
                  </a:moveTo>
                  <a:lnTo>
                    <a:pt x="0" y="3915"/>
                  </a:lnTo>
                  <a:lnTo>
                    <a:pt x="11280" y="11815"/>
                  </a:lnTo>
                  <a:lnTo>
                    <a:pt x="11280" y="7900"/>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5"/>
            <p:cNvSpPr/>
            <p:nvPr/>
          </p:nvSpPr>
          <p:spPr>
            <a:xfrm>
              <a:off x="4314650" y="4009550"/>
              <a:ext cx="282000" cy="295025"/>
            </a:xfrm>
            <a:custGeom>
              <a:rect b="b" l="l" r="r" t="t"/>
              <a:pathLst>
                <a:path extrusionOk="0" h="11801" w="11280">
                  <a:moveTo>
                    <a:pt x="0" y="0"/>
                  </a:moveTo>
                  <a:lnTo>
                    <a:pt x="0" y="3901"/>
                  </a:lnTo>
                  <a:lnTo>
                    <a:pt x="11280" y="11801"/>
                  </a:lnTo>
                  <a:lnTo>
                    <a:pt x="11280" y="7900"/>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4">
    <p:spTree>
      <p:nvGrpSpPr>
        <p:cNvPr id="277" name="Shape 277"/>
        <p:cNvGrpSpPr/>
        <p:nvPr/>
      </p:nvGrpSpPr>
      <p:grpSpPr>
        <a:xfrm>
          <a:off x="0" y="0"/>
          <a:ext cx="0" cy="0"/>
          <a:chOff x="0" y="0"/>
          <a:chExt cx="0" cy="0"/>
        </a:xfrm>
      </p:grpSpPr>
      <p:pic>
        <p:nvPicPr>
          <p:cNvPr id="278" name="Google Shape;278;p16"/>
          <p:cNvPicPr preferRelativeResize="0"/>
          <p:nvPr/>
        </p:nvPicPr>
        <p:blipFill>
          <a:blip r:embed="rId2">
            <a:alphaModFix/>
          </a:blip>
          <a:stretch>
            <a:fillRect/>
          </a:stretch>
        </p:blipFill>
        <p:spPr>
          <a:xfrm flipH="1">
            <a:off x="7238889" y="2592825"/>
            <a:ext cx="2383774" cy="2617499"/>
          </a:xfrm>
          <a:prstGeom prst="rect">
            <a:avLst/>
          </a:prstGeom>
          <a:noFill/>
          <a:ln>
            <a:noFill/>
          </a:ln>
        </p:spPr>
      </p:pic>
      <p:sp>
        <p:nvSpPr>
          <p:cNvPr id="279" name="Google Shape;279;p16"/>
          <p:cNvSpPr txBox="1"/>
          <p:nvPr>
            <p:ph type="title"/>
          </p:nvPr>
        </p:nvSpPr>
        <p:spPr>
          <a:xfrm>
            <a:off x="1753125" y="1739550"/>
            <a:ext cx="29937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80" name="Google Shape;280;p16"/>
          <p:cNvSpPr txBox="1"/>
          <p:nvPr>
            <p:ph idx="1" type="subTitle"/>
          </p:nvPr>
        </p:nvSpPr>
        <p:spPr>
          <a:xfrm>
            <a:off x="1753125" y="2312250"/>
            <a:ext cx="2993700" cy="1091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grpSp>
        <p:nvGrpSpPr>
          <p:cNvPr id="281" name="Google Shape;281;p16"/>
          <p:cNvGrpSpPr/>
          <p:nvPr/>
        </p:nvGrpSpPr>
        <p:grpSpPr>
          <a:xfrm>
            <a:off x="816250" y="4703275"/>
            <a:ext cx="7511400" cy="238200"/>
            <a:chOff x="816250" y="4703275"/>
            <a:chExt cx="7511400" cy="238200"/>
          </a:xfrm>
        </p:grpSpPr>
        <p:grpSp>
          <p:nvGrpSpPr>
            <p:cNvPr id="282" name="Google Shape;282;p16"/>
            <p:cNvGrpSpPr/>
            <p:nvPr/>
          </p:nvGrpSpPr>
          <p:grpSpPr>
            <a:xfrm>
              <a:off x="816250" y="4703275"/>
              <a:ext cx="7511400" cy="238200"/>
              <a:chOff x="816250" y="4630450"/>
              <a:chExt cx="7511400" cy="238200"/>
            </a:xfrm>
          </p:grpSpPr>
          <p:sp>
            <p:nvSpPr>
              <p:cNvPr id="283" name="Google Shape;283;p16"/>
              <p:cNvSpPr/>
              <p:nvPr/>
            </p:nvSpPr>
            <p:spPr>
              <a:xfrm>
                <a:off x="816250" y="4630450"/>
                <a:ext cx="7511400" cy="2382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6"/>
              <p:cNvSpPr/>
              <p:nvPr/>
            </p:nvSpPr>
            <p:spPr>
              <a:xfrm rot="5400000">
                <a:off x="8018000" y="4558475"/>
                <a:ext cx="237300" cy="3819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6">
                <a:hlinkClick action="ppaction://hlinkshowjump?jump=previousslide"/>
              </p:cNvPr>
              <p:cNvSpPr/>
              <p:nvPr/>
            </p:nvSpPr>
            <p:spPr>
              <a:xfrm rot="-5400000">
                <a:off x="892550" y="4695100"/>
                <a:ext cx="125700" cy="108900"/>
              </a:xfrm>
              <a:prstGeom prst="triangl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6">
                <a:hlinkClick action="ppaction://hlinkshowjump?jump=nextslide"/>
              </p:cNvPr>
              <p:cNvSpPr/>
              <p:nvPr/>
            </p:nvSpPr>
            <p:spPr>
              <a:xfrm flipH="1" rot="5400000">
                <a:off x="1084525" y="4695100"/>
                <a:ext cx="125700" cy="108900"/>
              </a:xfrm>
              <a:prstGeom prst="triangl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7" name="Google Shape;287;p16"/>
            <p:cNvGrpSpPr/>
            <p:nvPr/>
          </p:nvGrpSpPr>
          <p:grpSpPr>
            <a:xfrm>
              <a:off x="8051978" y="4744266"/>
              <a:ext cx="158283" cy="156216"/>
              <a:chOff x="8058597" y="4744266"/>
              <a:chExt cx="158283" cy="156216"/>
            </a:xfrm>
          </p:grpSpPr>
          <p:sp>
            <p:nvSpPr>
              <p:cNvPr id="288" name="Google Shape;288;p16">
                <a:hlinkClick action="ppaction://hlinkshowjump?jump=firstslide"/>
              </p:cNvPr>
              <p:cNvSpPr/>
              <p:nvPr/>
            </p:nvSpPr>
            <p:spPr>
              <a:xfrm>
                <a:off x="8170770" y="4753449"/>
                <a:ext cx="26957" cy="25369"/>
              </a:xfrm>
              <a:custGeom>
                <a:rect b="b" l="l" r="r" t="t"/>
                <a:pathLst>
                  <a:path extrusionOk="0" h="3130" w="3326">
                    <a:moveTo>
                      <a:pt x="482" y="1"/>
                    </a:moveTo>
                    <a:cubicBezTo>
                      <a:pt x="280" y="1"/>
                      <a:pt x="95" y="114"/>
                      <a:pt x="1" y="293"/>
                    </a:cubicBezTo>
                    <a:lnTo>
                      <a:pt x="3322" y="3130"/>
                    </a:lnTo>
                    <a:lnTo>
                      <a:pt x="3322" y="564"/>
                    </a:lnTo>
                    <a:cubicBezTo>
                      <a:pt x="3325" y="253"/>
                      <a:pt x="3072" y="1"/>
                      <a:pt x="2761" y="1"/>
                    </a:cubicBezTo>
                    <a:cubicBezTo>
                      <a:pt x="2760" y="1"/>
                      <a:pt x="2758" y="1"/>
                      <a:pt x="2756" y="1"/>
                    </a:cubicBezTo>
                    <a:lnTo>
                      <a:pt x="497" y="1"/>
                    </a:lnTo>
                    <a:cubicBezTo>
                      <a:pt x="492" y="1"/>
                      <a:pt x="487" y="1"/>
                      <a:pt x="48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89" name="Google Shape;289;p16">
                <a:hlinkClick action="ppaction://hlinkshowjump?jump=firstslide"/>
              </p:cNvPr>
              <p:cNvSpPr/>
              <p:nvPr/>
            </p:nvSpPr>
            <p:spPr>
              <a:xfrm>
                <a:off x="8120106" y="4854105"/>
                <a:ext cx="36618" cy="46377"/>
              </a:xfrm>
              <a:custGeom>
                <a:rect b="b" l="l" r="r" t="t"/>
                <a:pathLst>
                  <a:path extrusionOk="0" h="5722" w="4518">
                    <a:moveTo>
                      <a:pt x="2822" y="1130"/>
                    </a:moveTo>
                    <a:cubicBezTo>
                      <a:pt x="3325" y="1130"/>
                      <a:pt x="3578" y="1738"/>
                      <a:pt x="3222" y="2093"/>
                    </a:cubicBezTo>
                    <a:cubicBezTo>
                      <a:pt x="3106" y="2209"/>
                      <a:pt x="2964" y="2260"/>
                      <a:pt x="2825" y="2260"/>
                    </a:cubicBezTo>
                    <a:cubicBezTo>
                      <a:pt x="2535" y="2260"/>
                      <a:pt x="2259" y="2036"/>
                      <a:pt x="2259" y="1696"/>
                    </a:cubicBezTo>
                    <a:cubicBezTo>
                      <a:pt x="2259" y="1383"/>
                      <a:pt x="2509" y="1130"/>
                      <a:pt x="2822" y="1130"/>
                    </a:cubicBezTo>
                    <a:close/>
                    <a:moveTo>
                      <a:pt x="0" y="1"/>
                    </a:moveTo>
                    <a:lnTo>
                      <a:pt x="0" y="5722"/>
                    </a:lnTo>
                    <a:lnTo>
                      <a:pt x="4517" y="5722"/>
                    </a:lnTo>
                    <a:lnTo>
                      <a:pt x="451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90" name="Google Shape;290;p16">
                <a:hlinkClick action="ppaction://hlinkshowjump?jump=firstslide"/>
              </p:cNvPr>
              <p:cNvSpPr/>
              <p:nvPr/>
            </p:nvSpPr>
            <p:spPr>
              <a:xfrm>
                <a:off x="8128941" y="4808344"/>
                <a:ext cx="18309" cy="18309"/>
              </a:xfrm>
              <a:custGeom>
                <a:rect b="b" l="l" r="r" t="t"/>
                <a:pathLst>
                  <a:path extrusionOk="0" h="2259" w="2259">
                    <a:moveTo>
                      <a:pt x="0" y="0"/>
                    </a:moveTo>
                    <a:lnTo>
                      <a:pt x="0" y="2259"/>
                    </a:lnTo>
                    <a:lnTo>
                      <a:pt x="2259" y="2259"/>
                    </a:lnTo>
                    <a:lnTo>
                      <a:pt x="225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91" name="Google Shape;291;p16">
                <a:hlinkClick action="ppaction://hlinkshowjump?jump=firstslide"/>
              </p:cNvPr>
              <p:cNvSpPr/>
              <p:nvPr/>
            </p:nvSpPr>
            <p:spPr>
              <a:xfrm>
                <a:off x="8058597" y="4744266"/>
                <a:ext cx="158283" cy="77103"/>
              </a:xfrm>
              <a:custGeom>
                <a:rect b="b" l="l" r="r" t="t"/>
                <a:pathLst>
                  <a:path extrusionOk="0" h="9513" w="19529">
                    <a:moveTo>
                      <a:pt x="9821" y="0"/>
                    </a:moveTo>
                    <a:cubicBezTo>
                      <a:pt x="9559" y="0"/>
                      <a:pt x="9297" y="92"/>
                      <a:pt x="9086" y="276"/>
                    </a:cubicBezTo>
                    <a:lnTo>
                      <a:pt x="531" y="7521"/>
                    </a:lnTo>
                    <a:cubicBezTo>
                      <a:pt x="61" y="7921"/>
                      <a:pt x="1" y="8626"/>
                      <a:pt x="395" y="9099"/>
                    </a:cubicBezTo>
                    <a:cubicBezTo>
                      <a:pt x="620" y="9369"/>
                      <a:pt x="942" y="9508"/>
                      <a:pt x="1266" y="9508"/>
                    </a:cubicBezTo>
                    <a:cubicBezTo>
                      <a:pt x="1525" y="9508"/>
                      <a:pt x="1785" y="9419"/>
                      <a:pt x="1997" y="9237"/>
                    </a:cubicBezTo>
                    <a:lnTo>
                      <a:pt x="9821" y="2622"/>
                    </a:lnTo>
                    <a:lnTo>
                      <a:pt x="17544" y="9240"/>
                    </a:lnTo>
                    <a:cubicBezTo>
                      <a:pt x="17759" y="9425"/>
                      <a:pt x="18019" y="9513"/>
                      <a:pt x="18278" y="9513"/>
                    </a:cubicBezTo>
                    <a:cubicBezTo>
                      <a:pt x="18661" y="9513"/>
                      <a:pt x="19039" y="9318"/>
                      <a:pt x="19252" y="8954"/>
                    </a:cubicBezTo>
                    <a:cubicBezTo>
                      <a:pt x="19529" y="8482"/>
                      <a:pt x="19430" y="7879"/>
                      <a:pt x="19014" y="7524"/>
                    </a:cubicBezTo>
                    <a:lnTo>
                      <a:pt x="10555" y="276"/>
                    </a:lnTo>
                    <a:cubicBezTo>
                      <a:pt x="10345" y="92"/>
                      <a:pt x="10083" y="0"/>
                      <a:pt x="982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92" name="Google Shape;292;p16">
                <a:hlinkClick action="ppaction://hlinkshowjump?jump=firstslide"/>
              </p:cNvPr>
              <p:cNvSpPr/>
              <p:nvPr/>
            </p:nvSpPr>
            <p:spPr>
              <a:xfrm>
                <a:off x="8077733" y="4777545"/>
                <a:ext cx="119889" cy="122937"/>
              </a:xfrm>
              <a:custGeom>
                <a:rect b="b" l="l" r="r" t="t"/>
                <a:pathLst>
                  <a:path extrusionOk="0" h="15168" w="14792">
                    <a:moveTo>
                      <a:pt x="9143" y="2671"/>
                    </a:moveTo>
                    <a:cubicBezTo>
                      <a:pt x="9453" y="2671"/>
                      <a:pt x="9706" y="2924"/>
                      <a:pt x="9706" y="3237"/>
                    </a:cubicBezTo>
                    <a:lnTo>
                      <a:pt x="9706" y="6625"/>
                    </a:lnTo>
                    <a:cubicBezTo>
                      <a:pt x="9706" y="6935"/>
                      <a:pt x="9453" y="7188"/>
                      <a:pt x="9143" y="7188"/>
                    </a:cubicBezTo>
                    <a:lnTo>
                      <a:pt x="5755" y="7188"/>
                    </a:lnTo>
                    <a:cubicBezTo>
                      <a:pt x="5442" y="7188"/>
                      <a:pt x="5189" y="6935"/>
                      <a:pt x="5189" y="6625"/>
                    </a:cubicBezTo>
                    <a:lnTo>
                      <a:pt x="5189" y="3237"/>
                    </a:lnTo>
                    <a:cubicBezTo>
                      <a:pt x="5189" y="2924"/>
                      <a:pt x="5442" y="2671"/>
                      <a:pt x="5755" y="2671"/>
                    </a:cubicBezTo>
                    <a:close/>
                    <a:moveTo>
                      <a:pt x="7448" y="0"/>
                    </a:moveTo>
                    <a:lnTo>
                      <a:pt x="4" y="6291"/>
                    </a:lnTo>
                    <a:lnTo>
                      <a:pt x="4" y="14605"/>
                    </a:lnTo>
                    <a:cubicBezTo>
                      <a:pt x="1" y="14913"/>
                      <a:pt x="254" y="15168"/>
                      <a:pt x="564" y="15168"/>
                    </a:cubicBezTo>
                    <a:cubicBezTo>
                      <a:pt x="566" y="15168"/>
                      <a:pt x="568" y="15168"/>
                      <a:pt x="570" y="15168"/>
                    </a:cubicBezTo>
                    <a:lnTo>
                      <a:pt x="4060" y="15168"/>
                    </a:lnTo>
                    <a:lnTo>
                      <a:pt x="4060" y="8883"/>
                    </a:lnTo>
                    <a:cubicBezTo>
                      <a:pt x="4060" y="8570"/>
                      <a:pt x="4313" y="8317"/>
                      <a:pt x="4626" y="8317"/>
                    </a:cubicBezTo>
                    <a:lnTo>
                      <a:pt x="10272" y="8317"/>
                    </a:lnTo>
                    <a:cubicBezTo>
                      <a:pt x="10582" y="8317"/>
                      <a:pt x="10835" y="8570"/>
                      <a:pt x="10835" y="8883"/>
                    </a:cubicBezTo>
                    <a:lnTo>
                      <a:pt x="10835" y="15168"/>
                    </a:lnTo>
                    <a:lnTo>
                      <a:pt x="14223" y="15168"/>
                    </a:lnTo>
                    <a:cubicBezTo>
                      <a:pt x="14225" y="15168"/>
                      <a:pt x="14227" y="15168"/>
                      <a:pt x="14228" y="15168"/>
                    </a:cubicBezTo>
                    <a:cubicBezTo>
                      <a:pt x="14539" y="15168"/>
                      <a:pt x="14792" y="14913"/>
                      <a:pt x="14789" y="14605"/>
                    </a:cubicBezTo>
                    <a:lnTo>
                      <a:pt x="14789" y="6291"/>
                    </a:lnTo>
                    <a:lnTo>
                      <a:pt x="744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grpSp>
        <p:nvGrpSpPr>
          <p:cNvPr id="293" name="Google Shape;293;p16"/>
          <p:cNvGrpSpPr/>
          <p:nvPr/>
        </p:nvGrpSpPr>
        <p:grpSpPr>
          <a:xfrm rot="5400000">
            <a:off x="1207500" y="-236775"/>
            <a:ext cx="282000" cy="1270550"/>
            <a:chOff x="4314650" y="3034025"/>
            <a:chExt cx="282000" cy="1270550"/>
          </a:xfrm>
        </p:grpSpPr>
        <p:sp>
          <p:nvSpPr>
            <p:cNvPr id="294" name="Google Shape;294;p16"/>
            <p:cNvSpPr/>
            <p:nvPr/>
          </p:nvSpPr>
          <p:spPr>
            <a:xfrm>
              <a:off x="4314650" y="3034025"/>
              <a:ext cx="282000" cy="479525"/>
            </a:xfrm>
            <a:custGeom>
              <a:rect b="b" l="l" r="r" t="t"/>
              <a:pathLst>
                <a:path extrusionOk="0" h="19181" w="11280">
                  <a:moveTo>
                    <a:pt x="0" y="1"/>
                  </a:moveTo>
                  <a:lnTo>
                    <a:pt x="0" y="11280"/>
                  </a:lnTo>
                  <a:lnTo>
                    <a:pt x="11280" y="19180"/>
                  </a:lnTo>
                  <a:lnTo>
                    <a:pt x="11280" y="7901"/>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6"/>
            <p:cNvSpPr/>
            <p:nvPr/>
          </p:nvSpPr>
          <p:spPr>
            <a:xfrm>
              <a:off x="4314650" y="3376575"/>
              <a:ext cx="282000" cy="295025"/>
            </a:xfrm>
            <a:custGeom>
              <a:rect b="b" l="l" r="r" t="t"/>
              <a:pathLst>
                <a:path extrusionOk="0" h="11801" w="11280">
                  <a:moveTo>
                    <a:pt x="0" y="0"/>
                  </a:moveTo>
                  <a:lnTo>
                    <a:pt x="0" y="3901"/>
                  </a:lnTo>
                  <a:lnTo>
                    <a:pt x="11280" y="11801"/>
                  </a:lnTo>
                  <a:lnTo>
                    <a:pt x="11280" y="7900"/>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6"/>
            <p:cNvSpPr/>
            <p:nvPr/>
          </p:nvSpPr>
          <p:spPr>
            <a:xfrm>
              <a:off x="4314650" y="3534650"/>
              <a:ext cx="282000" cy="295375"/>
            </a:xfrm>
            <a:custGeom>
              <a:rect b="b" l="l" r="r" t="t"/>
              <a:pathLst>
                <a:path extrusionOk="0" h="11815" w="11280">
                  <a:moveTo>
                    <a:pt x="0" y="0"/>
                  </a:moveTo>
                  <a:lnTo>
                    <a:pt x="0" y="3915"/>
                  </a:lnTo>
                  <a:lnTo>
                    <a:pt x="11280" y="11815"/>
                  </a:lnTo>
                  <a:lnTo>
                    <a:pt x="11280" y="7900"/>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6"/>
            <p:cNvSpPr/>
            <p:nvPr/>
          </p:nvSpPr>
          <p:spPr>
            <a:xfrm>
              <a:off x="4314650" y="3693050"/>
              <a:ext cx="282000" cy="295050"/>
            </a:xfrm>
            <a:custGeom>
              <a:rect b="b" l="l" r="r" t="t"/>
              <a:pathLst>
                <a:path extrusionOk="0" h="11802" w="11280">
                  <a:moveTo>
                    <a:pt x="0" y="1"/>
                  </a:moveTo>
                  <a:lnTo>
                    <a:pt x="0" y="3902"/>
                  </a:lnTo>
                  <a:lnTo>
                    <a:pt x="11280" y="11801"/>
                  </a:lnTo>
                  <a:lnTo>
                    <a:pt x="11280" y="7901"/>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6"/>
            <p:cNvSpPr/>
            <p:nvPr/>
          </p:nvSpPr>
          <p:spPr>
            <a:xfrm>
              <a:off x="4314650" y="3851125"/>
              <a:ext cx="282000" cy="295400"/>
            </a:xfrm>
            <a:custGeom>
              <a:rect b="b" l="l" r="r" t="t"/>
              <a:pathLst>
                <a:path extrusionOk="0" h="11816" w="11280">
                  <a:moveTo>
                    <a:pt x="0" y="1"/>
                  </a:moveTo>
                  <a:lnTo>
                    <a:pt x="0" y="3915"/>
                  </a:lnTo>
                  <a:lnTo>
                    <a:pt x="11280" y="11815"/>
                  </a:lnTo>
                  <a:lnTo>
                    <a:pt x="11280" y="7900"/>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6"/>
            <p:cNvSpPr/>
            <p:nvPr/>
          </p:nvSpPr>
          <p:spPr>
            <a:xfrm>
              <a:off x="4314650" y="4009550"/>
              <a:ext cx="282000" cy="295025"/>
            </a:xfrm>
            <a:custGeom>
              <a:rect b="b" l="l" r="r" t="t"/>
              <a:pathLst>
                <a:path extrusionOk="0" h="11801" w="11280">
                  <a:moveTo>
                    <a:pt x="0" y="0"/>
                  </a:moveTo>
                  <a:lnTo>
                    <a:pt x="0" y="3901"/>
                  </a:lnTo>
                  <a:lnTo>
                    <a:pt x="11280" y="11801"/>
                  </a:lnTo>
                  <a:lnTo>
                    <a:pt x="11280" y="7900"/>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300" name="Shape 300"/>
        <p:cNvGrpSpPr/>
        <p:nvPr/>
      </p:nvGrpSpPr>
      <p:grpSpPr>
        <a:xfrm>
          <a:off x="0" y="0"/>
          <a:ext cx="0" cy="0"/>
          <a:chOff x="0" y="0"/>
          <a:chExt cx="0" cy="0"/>
        </a:xfrm>
      </p:grpSpPr>
      <p:sp>
        <p:nvSpPr>
          <p:cNvPr id="301" name="Google Shape;301;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02" name="Google Shape;302;p17"/>
          <p:cNvSpPr txBox="1"/>
          <p:nvPr>
            <p:ph idx="1" type="subTitle"/>
          </p:nvPr>
        </p:nvSpPr>
        <p:spPr>
          <a:xfrm>
            <a:off x="1014538" y="2685650"/>
            <a:ext cx="2205900" cy="1668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303" name="Google Shape;303;p17"/>
          <p:cNvSpPr txBox="1"/>
          <p:nvPr>
            <p:ph idx="2" type="subTitle"/>
          </p:nvPr>
        </p:nvSpPr>
        <p:spPr>
          <a:xfrm>
            <a:off x="3468983" y="2685650"/>
            <a:ext cx="2205900" cy="1668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304" name="Google Shape;304;p17"/>
          <p:cNvSpPr txBox="1"/>
          <p:nvPr>
            <p:ph idx="3" type="subTitle"/>
          </p:nvPr>
        </p:nvSpPr>
        <p:spPr>
          <a:xfrm>
            <a:off x="5923397" y="2685650"/>
            <a:ext cx="2205900" cy="1668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305" name="Google Shape;305;p17"/>
          <p:cNvSpPr txBox="1"/>
          <p:nvPr>
            <p:ph idx="4" type="subTitle"/>
          </p:nvPr>
        </p:nvSpPr>
        <p:spPr>
          <a:xfrm>
            <a:off x="1205788" y="2016375"/>
            <a:ext cx="1823400" cy="7284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Montserrat"/>
              <a:buNone/>
              <a:defRPr b="1" sz="1800">
                <a:solidFill>
                  <a:schemeClr val="dk1"/>
                </a:solidFill>
                <a:latin typeface="Montserrat"/>
                <a:ea typeface="Montserrat"/>
                <a:cs typeface="Montserrat"/>
                <a:sym typeface="Montserrat"/>
              </a:defRPr>
            </a:lvl1pPr>
            <a:lvl2pPr lvl="1"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2pPr>
            <a:lvl3pPr lvl="2"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3pPr>
            <a:lvl4pPr lvl="3"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4pPr>
            <a:lvl5pPr lvl="4"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5pPr>
            <a:lvl6pPr lvl="5"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6pPr>
            <a:lvl7pPr lvl="6"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7pPr>
            <a:lvl8pPr lvl="7"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8pPr>
            <a:lvl9pPr lvl="8"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9pPr>
          </a:lstStyle>
          <a:p/>
        </p:txBody>
      </p:sp>
      <p:sp>
        <p:nvSpPr>
          <p:cNvPr id="306" name="Google Shape;306;p17"/>
          <p:cNvSpPr txBox="1"/>
          <p:nvPr>
            <p:ph idx="5" type="subTitle"/>
          </p:nvPr>
        </p:nvSpPr>
        <p:spPr>
          <a:xfrm>
            <a:off x="3660233" y="2016375"/>
            <a:ext cx="1823400" cy="7284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Montserrat"/>
              <a:buNone/>
              <a:defRPr b="1" sz="1800">
                <a:solidFill>
                  <a:schemeClr val="dk1"/>
                </a:solidFill>
                <a:latin typeface="Montserrat"/>
                <a:ea typeface="Montserrat"/>
                <a:cs typeface="Montserrat"/>
                <a:sym typeface="Montserrat"/>
              </a:defRPr>
            </a:lvl1pPr>
            <a:lvl2pPr lvl="1"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2pPr>
            <a:lvl3pPr lvl="2"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3pPr>
            <a:lvl4pPr lvl="3"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4pPr>
            <a:lvl5pPr lvl="4"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5pPr>
            <a:lvl6pPr lvl="5"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6pPr>
            <a:lvl7pPr lvl="6"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7pPr>
            <a:lvl8pPr lvl="7"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8pPr>
            <a:lvl9pPr lvl="8"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9pPr>
          </a:lstStyle>
          <a:p/>
        </p:txBody>
      </p:sp>
      <p:sp>
        <p:nvSpPr>
          <p:cNvPr id="307" name="Google Shape;307;p17"/>
          <p:cNvSpPr txBox="1"/>
          <p:nvPr>
            <p:ph idx="6" type="subTitle"/>
          </p:nvPr>
        </p:nvSpPr>
        <p:spPr>
          <a:xfrm>
            <a:off x="6114647" y="2016375"/>
            <a:ext cx="1823400" cy="7284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Montserrat"/>
              <a:buNone/>
              <a:defRPr b="1" sz="1800">
                <a:solidFill>
                  <a:schemeClr val="dk1"/>
                </a:solidFill>
                <a:latin typeface="Montserrat"/>
                <a:ea typeface="Montserrat"/>
                <a:cs typeface="Montserrat"/>
                <a:sym typeface="Montserrat"/>
              </a:defRPr>
            </a:lvl1pPr>
            <a:lvl2pPr lvl="1"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2pPr>
            <a:lvl3pPr lvl="2"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3pPr>
            <a:lvl4pPr lvl="3"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4pPr>
            <a:lvl5pPr lvl="4"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5pPr>
            <a:lvl6pPr lvl="5"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6pPr>
            <a:lvl7pPr lvl="6"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7pPr>
            <a:lvl8pPr lvl="7"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8pPr>
            <a:lvl9pPr lvl="8"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9pPr>
          </a:lstStyle>
          <a:p/>
        </p:txBody>
      </p:sp>
      <p:grpSp>
        <p:nvGrpSpPr>
          <p:cNvPr id="308" name="Google Shape;308;p17"/>
          <p:cNvGrpSpPr/>
          <p:nvPr/>
        </p:nvGrpSpPr>
        <p:grpSpPr>
          <a:xfrm>
            <a:off x="816250" y="4703275"/>
            <a:ext cx="7511400" cy="238200"/>
            <a:chOff x="816250" y="4703275"/>
            <a:chExt cx="7511400" cy="238200"/>
          </a:xfrm>
        </p:grpSpPr>
        <p:grpSp>
          <p:nvGrpSpPr>
            <p:cNvPr id="309" name="Google Shape;309;p17"/>
            <p:cNvGrpSpPr/>
            <p:nvPr/>
          </p:nvGrpSpPr>
          <p:grpSpPr>
            <a:xfrm>
              <a:off x="816250" y="4703275"/>
              <a:ext cx="7511400" cy="238200"/>
              <a:chOff x="816250" y="4630450"/>
              <a:chExt cx="7511400" cy="238200"/>
            </a:xfrm>
          </p:grpSpPr>
          <p:sp>
            <p:nvSpPr>
              <p:cNvPr id="310" name="Google Shape;310;p17"/>
              <p:cNvSpPr/>
              <p:nvPr/>
            </p:nvSpPr>
            <p:spPr>
              <a:xfrm>
                <a:off x="816250" y="4630450"/>
                <a:ext cx="7511400" cy="2382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7"/>
              <p:cNvSpPr/>
              <p:nvPr/>
            </p:nvSpPr>
            <p:spPr>
              <a:xfrm rot="5400000">
                <a:off x="8018000" y="4558475"/>
                <a:ext cx="237300" cy="3819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7">
                <a:hlinkClick action="ppaction://hlinkshowjump?jump=previousslide"/>
              </p:cNvPr>
              <p:cNvSpPr/>
              <p:nvPr/>
            </p:nvSpPr>
            <p:spPr>
              <a:xfrm rot="-5400000">
                <a:off x="892550" y="4695100"/>
                <a:ext cx="125700" cy="108900"/>
              </a:xfrm>
              <a:prstGeom prst="triangl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7">
                <a:hlinkClick action="ppaction://hlinkshowjump?jump=nextslide"/>
              </p:cNvPr>
              <p:cNvSpPr/>
              <p:nvPr/>
            </p:nvSpPr>
            <p:spPr>
              <a:xfrm flipH="1" rot="5400000">
                <a:off x="1084525" y="4695100"/>
                <a:ext cx="125700" cy="108900"/>
              </a:xfrm>
              <a:prstGeom prst="triangl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4" name="Google Shape;314;p17"/>
            <p:cNvGrpSpPr/>
            <p:nvPr/>
          </p:nvGrpSpPr>
          <p:grpSpPr>
            <a:xfrm>
              <a:off x="8051978" y="4744266"/>
              <a:ext cx="158283" cy="156216"/>
              <a:chOff x="8058597" y="4744266"/>
              <a:chExt cx="158283" cy="156216"/>
            </a:xfrm>
          </p:grpSpPr>
          <p:sp>
            <p:nvSpPr>
              <p:cNvPr id="315" name="Google Shape;315;p17">
                <a:hlinkClick action="ppaction://hlinkshowjump?jump=firstslide"/>
              </p:cNvPr>
              <p:cNvSpPr/>
              <p:nvPr/>
            </p:nvSpPr>
            <p:spPr>
              <a:xfrm>
                <a:off x="8170770" y="4753449"/>
                <a:ext cx="26957" cy="25369"/>
              </a:xfrm>
              <a:custGeom>
                <a:rect b="b" l="l" r="r" t="t"/>
                <a:pathLst>
                  <a:path extrusionOk="0" h="3130" w="3326">
                    <a:moveTo>
                      <a:pt x="482" y="1"/>
                    </a:moveTo>
                    <a:cubicBezTo>
                      <a:pt x="280" y="1"/>
                      <a:pt x="95" y="114"/>
                      <a:pt x="1" y="293"/>
                    </a:cubicBezTo>
                    <a:lnTo>
                      <a:pt x="3322" y="3130"/>
                    </a:lnTo>
                    <a:lnTo>
                      <a:pt x="3322" y="564"/>
                    </a:lnTo>
                    <a:cubicBezTo>
                      <a:pt x="3325" y="253"/>
                      <a:pt x="3072" y="1"/>
                      <a:pt x="2761" y="1"/>
                    </a:cubicBezTo>
                    <a:cubicBezTo>
                      <a:pt x="2760" y="1"/>
                      <a:pt x="2758" y="1"/>
                      <a:pt x="2756" y="1"/>
                    </a:cubicBezTo>
                    <a:lnTo>
                      <a:pt x="497" y="1"/>
                    </a:lnTo>
                    <a:cubicBezTo>
                      <a:pt x="492" y="1"/>
                      <a:pt x="487" y="1"/>
                      <a:pt x="48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16" name="Google Shape;316;p17">
                <a:hlinkClick action="ppaction://hlinkshowjump?jump=firstslide"/>
              </p:cNvPr>
              <p:cNvSpPr/>
              <p:nvPr/>
            </p:nvSpPr>
            <p:spPr>
              <a:xfrm>
                <a:off x="8120106" y="4854105"/>
                <a:ext cx="36618" cy="46377"/>
              </a:xfrm>
              <a:custGeom>
                <a:rect b="b" l="l" r="r" t="t"/>
                <a:pathLst>
                  <a:path extrusionOk="0" h="5722" w="4518">
                    <a:moveTo>
                      <a:pt x="2822" y="1130"/>
                    </a:moveTo>
                    <a:cubicBezTo>
                      <a:pt x="3325" y="1130"/>
                      <a:pt x="3578" y="1738"/>
                      <a:pt x="3222" y="2093"/>
                    </a:cubicBezTo>
                    <a:cubicBezTo>
                      <a:pt x="3106" y="2209"/>
                      <a:pt x="2964" y="2260"/>
                      <a:pt x="2825" y="2260"/>
                    </a:cubicBezTo>
                    <a:cubicBezTo>
                      <a:pt x="2535" y="2260"/>
                      <a:pt x="2259" y="2036"/>
                      <a:pt x="2259" y="1696"/>
                    </a:cubicBezTo>
                    <a:cubicBezTo>
                      <a:pt x="2259" y="1383"/>
                      <a:pt x="2509" y="1130"/>
                      <a:pt x="2822" y="1130"/>
                    </a:cubicBezTo>
                    <a:close/>
                    <a:moveTo>
                      <a:pt x="0" y="1"/>
                    </a:moveTo>
                    <a:lnTo>
                      <a:pt x="0" y="5722"/>
                    </a:lnTo>
                    <a:lnTo>
                      <a:pt x="4517" y="5722"/>
                    </a:lnTo>
                    <a:lnTo>
                      <a:pt x="451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17" name="Google Shape;317;p17">
                <a:hlinkClick action="ppaction://hlinkshowjump?jump=firstslide"/>
              </p:cNvPr>
              <p:cNvSpPr/>
              <p:nvPr/>
            </p:nvSpPr>
            <p:spPr>
              <a:xfrm>
                <a:off x="8128941" y="4808344"/>
                <a:ext cx="18309" cy="18309"/>
              </a:xfrm>
              <a:custGeom>
                <a:rect b="b" l="l" r="r" t="t"/>
                <a:pathLst>
                  <a:path extrusionOk="0" h="2259" w="2259">
                    <a:moveTo>
                      <a:pt x="0" y="0"/>
                    </a:moveTo>
                    <a:lnTo>
                      <a:pt x="0" y="2259"/>
                    </a:lnTo>
                    <a:lnTo>
                      <a:pt x="2259" y="2259"/>
                    </a:lnTo>
                    <a:lnTo>
                      <a:pt x="225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18" name="Google Shape;318;p17">
                <a:hlinkClick action="ppaction://hlinkshowjump?jump=firstslide"/>
              </p:cNvPr>
              <p:cNvSpPr/>
              <p:nvPr/>
            </p:nvSpPr>
            <p:spPr>
              <a:xfrm>
                <a:off x="8058597" y="4744266"/>
                <a:ext cx="158283" cy="77103"/>
              </a:xfrm>
              <a:custGeom>
                <a:rect b="b" l="l" r="r" t="t"/>
                <a:pathLst>
                  <a:path extrusionOk="0" h="9513" w="19529">
                    <a:moveTo>
                      <a:pt x="9821" y="0"/>
                    </a:moveTo>
                    <a:cubicBezTo>
                      <a:pt x="9559" y="0"/>
                      <a:pt x="9297" y="92"/>
                      <a:pt x="9086" y="276"/>
                    </a:cubicBezTo>
                    <a:lnTo>
                      <a:pt x="531" y="7521"/>
                    </a:lnTo>
                    <a:cubicBezTo>
                      <a:pt x="61" y="7921"/>
                      <a:pt x="1" y="8626"/>
                      <a:pt x="395" y="9099"/>
                    </a:cubicBezTo>
                    <a:cubicBezTo>
                      <a:pt x="620" y="9369"/>
                      <a:pt x="942" y="9508"/>
                      <a:pt x="1266" y="9508"/>
                    </a:cubicBezTo>
                    <a:cubicBezTo>
                      <a:pt x="1525" y="9508"/>
                      <a:pt x="1785" y="9419"/>
                      <a:pt x="1997" y="9237"/>
                    </a:cubicBezTo>
                    <a:lnTo>
                      <a:pt x="9821" y="2622"/>
                    </a:lnTo>
                    <a:lnTo>
                      <a:pt x="17544" y="9240"/>
                    </a:lnTo>
                    <a:cubicBezTo>
                      <a:pt x="17759" y="9425"/>
                      <a:pt x="18019" y="9513"/>
                      <a:pt x="18278" y="9513"/>
                    </a:cubicBezTo>
                    <a:cubicBezTo>
                      <a:pt x="18661" y="9513"/>
                      <a:pt x="19039" y="9318"/>
                      <a:pt x="19252" y="8954"/>
                    </a:cubicBezTo>
                    <a:cubicBezTo>
                      <a:pt x="19529" y="8482"/>
                      <a:pt x="19430" y="7879"/>
                      <a:pt x="19014" y="7524"/>
                    </a:cubicBezTo>
                    <a:lnTo>
                      <a:pt x="10555" y="276"/>
                    </a:lnTo>
                    <a:cubicBezTo>
                      <a:pt x="10345" y="92"/>
                      <a:pt x="10083" y="0"/>
                      <a:pt x="982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19" name="Google Shape;319;p17">
                <a:hlinkClick action="ppaction://hlinkshowjump?jump=firstslide"/>
              </p:cNvPr>
              <p:cNvSpPr/>
              <p:nvPr/>
            </p:nvSpPr>
            <p:spPr>
              <a:xfrm>
                <a:off x="8077733" y="4777545"/>
                <a:ext cx="119889" cy="122937"/>
              </a:xfrm>
              <a:custGeom>
                <a:rect b="b" l="l" r="r" t="t"/>
                <a:pathLst>
                  <a:path extrusionOk="0" h="15168" w="14792">
                    <a:moveTo>
                      <a:pt x="9143" y="2671"/>
                    </a:moveTo>
                    <a:cubicBezTo>
                      <a:pt x="9453" y="2671"/>
                      <a:pt x="9706" y="2924"/>
                      <a:pt x="9706" y="3237"/>
                    </a:cubicBezTo>
                    <a:lnTo>
                      <a:pt x="9706" y="6625"/>
                    </a:lnTo>
                    <a:cubicBezTo>
                      <a:pt x="9706" y="6935"/>
                      <a:pt x="9453" y="7188"/>
                      <a:pt x="9143" y="7188"/>
                    </a:cubicBezTo>
                    <a:lnTo>
                      <a:pt x="5755" y="7188"/>
                    </a:lnTo>
                    <a:cubicBezTo>
                      <a:pt x="5442" y="7188"/>
                      <a:pt x="5189" y="6935"/>
                      <a:pt x="5189" y="6625"/>
                    </a:cubicBezTo>
                    <a:lnTo>
                      <a:pt x="5189" y="3237"/>
                    </a:lnTo>
                    <a:cubicBezTo>
                      <a:pt x="5189" y="2924"/>
                      <a:pt x="5442" y="2671"/>
                      <a:pt x="5755" y="2671"/>
                    </a:cubicBezTo>
                    <a:close/>
                    <a:moveTo>
                      <a:pt x="7448" y="0"/>
                    </a:moveTo>
                    <a:lnTo>
                      <a:pt x="4" y="6291"/>
                    </a:lnTo>
                    <a:lnTo>
                      <a:pt x="4" y="14605"/>
                    </a:lnTo>
                    <a:cubicBezTo>
                      <a:pt x="1" y="14913"/>
                      <a:pt x="254" y="15168"/>
                      <a:pt x="564" y="15168"/>
                    </a:cubicBezTo>
                    <a:cubicBezTo>
                      <a:pt x="566" y="15168"/>
                      <a:pt x="568" y="15168"/>
                      <a:pt x="570" y="15168"/>
                    </a:cubicBezTo>
                    <a:lnTo>
                      <a:pt x="4060" y="15168"/>
                    </a:lnTo>
                    <a:lnTo>
                      <a:pt x="4060" y="8883"/>
                    </a:lnTo>
                    <a:cubicBezTo>
                      <a:pt x="4060" y="8570"/>
                      <a:pt x="4313" y="8317"/>
                      <a:pt x="4626" y="8317"/>
                    </a:cubicBezTo>
                    <a:lnTo>
                      <a:pt x="10272" y="8317"/>
                    </a:lnTo>
                    <a:cubicBezTo>
                      <a:pt x="10582" y="8317"/>
                      <a:pt x="10835" y="8570"/>
                      <a:pt x="10835" y="8883"/>
                    </a:cubicBezTo>
                    <a:lnTo>
                      <a:pt x="10835" y="15168"/>
                    </a:lnTo>
                    <a:lnTo>
                      <a:pt x="14223" y="15168"/>
                    </a:lnTo>
                    <a:cubicBezTo>
                      <a:pt x="14225" y="15168"/>
                      <a:pt x="14227" y="15168"/>
                      <a:pt x="14228" y="15168"/>
                    </a:cubicBezTo>
                    <a:cubicBezTo>
                      <a:pt x="14539" y="15168"/>
                      <a:pt x="14792" y="14913"/>
                      <a:pt x="14789" y="14605"/>
                    </a:cubicBezTo>
                    <a:lnTo>
                      <a:pt x="14789" y="6291"/>
                    </a:lnTo>
                    <a:lnTo>
                      <a:pt x="744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grpSp>
        <p:nvGrpSpPr>
          <p:cNvPr id="320" name="Google Shape;320;p17"/>
          <p:cNvGrpSpPr/>
          <p:nvPr/>
        </p:nvGrpSpPr>
        <p:grpSpPr>
          <a:xfrm>
            <a:off x="133994" y="1474225"/>
            <a:ext cx="8777381" cy="2335122"/>
            <a:chOff x="133994" y="1474225"/>
            <a:chExt cx="8777381" cy="2335122"/>
          </a:xfrm>
        </p:grpSpPr>
        <p:grpSp>
          <p:nvGrpSpPr>
            <p:cNvPr id="321" name="Google Shape;321;p17"/>
            <p:cNvGrpSpPr/>
            <p:nvPr/>
          </p:nvGrpSpPr>
          <p:grpSpPr>
            <a:xfrm>
              <a:off x="133994" y="3230262"/>
              <a:ext cx="579085" cy="579085"/>
              <a:chOff x="1323700" y="2294750"/>
              <a:chExt cx="691775" cy="691775"/>
            </a:xfrm>
          </p:grpSpPr>
          <p:sp>
            <p:nvSpPr>
              <p:cNvPr id="322" name="Google Shape;322;p17"/>
              <p:cNvSpPr/>
              <p:nvPr/>
            </p:nvSpPr>
            <p:spPr>
              <a:xfrm>
                <a:off x="1375450" y="2304250"/>
                <a:ext cx="630525" cy="630525"/>
              </a:xfrm>
              <a:custGeom>
                <a:rect b="b" l="l" r="r" t="t"/>
                <a:pathLst>
                  <a:path extrusionOk="0" h="25221" w="25221">
                    <a:moveTo>
                      <a:pt x="4056" y="1"/>
                    </a:moveTo>
                    <a:lnTo>
                      <a:pt x="0" y="4056"/>
                    </a:lnTo>
                    <a:lnTo>
                      <a:pt x="8548" y="12618"/>
                    </a:lnTo>
                    <a:lnTo>
                      <a:pt x="0" y="21165"/>
                    </a:lnTo>
                    <a:lnTo>
                      <a:pt x="4056" y="25221"/>
                    </a:lnTo>
                    <a:lnTo>
                      <a:pt x="12603" y="16673"/>
                    </a:lnTo>
                    <a:lnTo>
                      <a:pt x="21165" y="25221"/>
                    </a:lnTo>
                    <a:lnTo>
                      <a:pt x="25220" y="21165"/>
                    </a:lnTo>
                    <a:lnTo>
                      <a:pt x="16673" y="12618"/>
                    </a:lnTo>
                    <a:lnTo>
                      <a:pt x="25220" y="4056"/>
                    </a:lnTo>
                    <a:lnTo>
                      <a:pt x="21165" y="1"/>
                    </a:lnTo>
                    <a:lnTo>
                      <a:pt x="12603" y="8548"/>
                    </a:lnTo>
                    <a:lnTo>
                      <a:pt x="405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7"/>
              <p:cNvSpPr/>
              <p:nvPr/>
            </p:nvSpPr>
            <p:spPr>
              <a:xfrm>
                <a:off x="1365925" y="2294750"/>
                <a:ext cx="649550" cy="649550"/>
              </a:xfrm>
              <a:custGeom>
                <a:rect b="b" l="l" r="r" t="t"/>
                <a:pathLst>
                  <a:path extrusionOk="0" h="25982" w="25982">
                    <a:moveTo>
                      <a:pt x="21546" y="747"/>
                    </a:moveTo>
                    <a:lnTo>
                      <a:pt x="25249" y="4436"/>
                    </a:lnTo>
                    <a:lnTo>
                      <a:pt x="16688" y="12984"/>
                    </a:lnTo>
                    <a:lnTo>
                      <a:pt x="25249" y="21531"/>
                    </a:lnTo>
                    <a:lnTo>
                      <a:pt x="21546" y="25235"/>
                    </a:lnTo>
                    <a:lnTo>
                      <a:pt x="12984" y="16673"/>
                    </a:lnTo>
                    <a:lnTo>
                      <a:pt x="4451" y="25235"/>
                    </a:lnTo>
                    <a:lnTo>
                      <a:pt x="747" y="21545"/>
                    </a:lnTo>
                    <a:lnTo>
                      <a:pt x="9295" y="12998"/>
                    </a:lnTo>
                    <a:lnTo>
                      <a:pt x="747" y="4436"/>
                    </a:lnTo>
                    <a:lnTo>
                      <a:pt x="4437" y="747"/>
                    </a:lnTo>
                    <a:lnTo>
                      <a:pt x="12984" y="9308"/>
                    </a:lnTo>
                    <a:lnTo>
                      <a:pt x="21546" y="747"/>
                    </a:lnTo>
                    <a:close/>
                    <a:moveTo>
                      <a:pt x="4437" y="0"/>
                    </a:moveTo>
                    <a:lnTo>
                      <a:pt x="1" y="4436"/>
                    </a:lnTo>
                    <a:lnTo>
                      <a:pt x="8562" y="12998"/>
                    </a:lnTo>
                    <a:lnTo>
                      <a:pt x="1" y="21545"/>
                    </a:lnTo>
                    <a:lnTo>
                      <a:pt x="4437" y="25981"/>
                    </a:lnTo>
                    <a:lnTo>
                      <a:pt x="12984" y="17419"/>
                    </a:lnTo>
                    <a:lnTo>
                      <a:pt x="21546" y="25981"/>
                    </a:lnTo>
                    <a:lnTo>
                      <a:pt x="25982" y="21545"/>
                    </a:lnTo>
                    <a:lnTo>
                      <a:pt x="17434" y="12998"/>
                    </a:lnTo>
                    <a:lnTo>
                      <a:pt x="25982" y="4436"/>
                    </a:lnTo>
                    <a:lnTo>
                      <a:pt x="21546" y="0"/>
                    </a:lnTo>
                    <a:lnTo>
                      <a:pt x="12984" y="8562"/>
                    </a:lnTo>
                    <a:lnTo>
                      <a:pt x="443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7"/>
              <p:cNvSpPr/>
              <p:nvPr/>
            </p:nvSpPr>
            <p:spPr>
              <a:xfrm>
                <a:off x="1333200" y="2346500"/>
                <a:ext cx="630525" cy="630525"/>
              </a:xfrm>
              <a:custGeom>
                <a:rect b="b" l="l" r="r" t="t"/>
                <a:pathLst>
                  <a:path extrusionOk="0" h="25221" w="25221">
                    <a:moveTo>
                      <a:pt x="4056" y="0"/>
                    </a:moveTo>
                    <a:lnTo>
                      <a:pt x="0" y="4056"/>
                    </a:lnTo>
                    <a:lnTo>
                      <a:pt x="8548" y="12618"/>
                    </a:lnTo>
                    <a:lnTo>
                      <a:pt x="0" y="21165"/>
                    </a:lnTo>
                    <a:lnTo>
                      <a:pt x="4056" y="25221"/>
                    </a:lnTo>
                    <a:lnTo>
                      <a:pt x="12603" y="16673"/>
                    </a:lnTo>
                    <a:lnTo>
                      <a:pt x="21165" y="25221"/>
                    </a:lnTo>
                    <a:lnTo>
                      <a:pt x="25221" y="21165"/>
                    </a:lnTo>
                    <a:lnTo>
                      <a:pt x="16673" y="12618"/>
                    </a:lnTo>
                    <a:lnTo>
                      <a:pt x="25221" y="4056"/>
                    </a:lnTo>
                    <a:lnTo>
                      <a:pt x="21165" y="0"/>
                    </a:lnTo>
                    <a:lnTo>
                      <a:pt x="12603" y="8548"/>
                    </a:lnTo>
                    <a:lnTo>
                      <a:pt x="405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7"/>
              <p:cNvSpPr/>
              <p:nvPr/>
            </p:nvSpPr>
            <p:spPr>
              <a:xfrm>
                <a:off x="1323700" y="2337350"/>
                <a:ext cx="649525" cy="649175"/>
              </a:xfrm>
              <a:custGeom>
                <a:rect b="b" l="l" r="r" t="t"/>
                <a:pathLst>
                  <a:path extrusionOk="0" h="25967" w="25981">
                    <a:moveTo>
                      <a:pt x="21531" y="733"/>
                    </a:moveTo>
                    <a:lnTo>
                      <a:pt x="25220" y="4422"/>
                    </a:lnTo>
                    <a:lnTo>
                      <a:pt x="16673" y="12984"/>
                    </a:lnTo>
                    <a:lnTo>
                      <a:pt x="25234" y="21531"/>
                    </a:lnTo>
                    <a:lnTo>
                      <a:pt x="21545" y="25221"/>
                    </a:lnTo>
                    <a:lnTo>
                      <a:pt x="12983" y="16673"/>
                    </a:lnTo>
                    <a:lnTo>
                      <a:pt x="4450" y="25221"/>
                    </a:lnTo>
                    <a:lnTo>
                      <a:pt x="746" y="21531"/>
                    </a:lnTo>
                    <a:lnTo>
                      <a:pt x="9294" y="12984"/>
                    </a:lnTo>
                    <a:lnTo>
                      <a:pt x="732" y="4422"/>
                    </a:lnTo>
                    <a:lnTo>
                      <a:pt x="4436" y="747"/>
                    </a:lnTo>
                    <a:lnTo>
                      <a:pt x="12983" y="9294"/>
                    </a:lnTo>
                    <a:lnTo>
                      <a:pt x="21531" y="733"/>
                    </a:lnTo>
                    <a:close/>
                    <a:moveTo>
                      <a:pt x="4436" y="0"/>
                    </a:moveTo>
                    <a:lnTo>
                      <a:pt x="0" y="4422"/>
                    </a:lnTo>
                    <a:lnTo>
                      <a:pt x="8548" y="12984"/>
                    </a:lnTo>
                    <a:lnTo>
                      <a:pt x="0" y="21531"/>
                    </a:lnTo>
                    <a:lnTo>
                      <a:pt x="4436" y="25967"/>
                    </a:lnTo>
                    <a:lnTo>
                      <a:pt x="12983" y="17419"/>
                    </a:lnTo>
                    <a:lnTo>
                      <a:pt x="21545" y="25967"/>
                    </a:lnTo>
                    <a:lnTo>
                      <a:pt x="25981" y="21531"/>
                    </a:lnTo>
                    <a:lnTo>
                      <a:pt x="17433" y="12984"/>
                    </a:lnTo>
                    <a:lnTo>
                      <a:pt x="25967" y="4422"/>
                    </a:lnTo>
                    <a:lnTo>
                      <a:pt x="21545" y="0"/>
                    </a:lnTo>
                    <a:lnTo>
                      <a:pt x="12983" y="8548"/>
                    </a:lnTo>
                    <a:lnTo>
                      <a:pt x="443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6" name="Google Shape;326;p17"/>
            <p:cNvGrpSpPr/>
            <p:nvPr/>
          </p:nvGrpSpPr>
          <p:grpSpPr>
            <a:xfrm>
              <a:off x="8629375" y="1474225"/>
              <a:ext cx="282000" cy="1270550"/>
              <a:chOff x="4314650" y="3034025"/>
              <a:chExt cx="282000" cy="1270550"/>
            </a:xfrm>
          </p:grpSpPr>
          <p:sp>
            <p:nvSpPr>
              <p:cNvPr id="327" name="Google Shape;327;p17"/>
              <p:cNvSpPr/>
              <p:nvPr/>
            </p:nvSpPr>
            <p:spPr>
              <a:xfrm>
                <a:off x="4314650" y="3034025"/>
                <a:ext cx="282000" cy="479525"/>
              </a:xfrm>
              <a:custGeom>
                <a:rect b="b" l="l" r="r" t="t"/>
                <a:pathLst>
                  <a:path extrusionOk="0" h="19181" w="11280">
                    <a:moveTo>
                      <a:pt x="0" y="1"/>
                    </a:moveTo>
                    <a:lnTo>
                      <a:pt x="0" y="11280"/>
                    </a:lnTo>
                    <a:lnTo>
                      <a:pt x="11280" y="19180"/>
                    </a:lnTo>
                    <a:lnTo>
                      <a:pt x="11280" y="7901"/>
                    </a:ln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7"/>
              <p:cNvSpPr/>
              <p:nvPr/>
            </p:nvSpPr>
            <p:spPr>
              <a:xfrm>
                <a:off x="4314650" y="3376575"/>
                <a:ext cx="282000" cy="295025"/>
              </a:xfrm>
              <a:custGeom>
                <a:rect b="b" l="l" r="r" t="t"/>
                <a:pathLst>
                  <a:path extrusionOk="0" h="11801" w="11280">
                    <a:moveTo>
                      <a:pt x="0" y="0"/>
                    </a:moveTo>
                    <a:lnTo>
                      <a:pt x="0" y="3901"/>
                    </a:lnTo>
                    <a:lnTo>
                      <a:pt x="11280" y="11801"/>
                    </a:lnTo>
                    <a:lnTo>
                      <a:pt x="11280" y="7900"/>
                    </a:lnTo>
                    <a:lnTo>
                      <a:pt x="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7"/>
              <p:cNvSpPr/>
              <p:nvPr/>
            </p:nvSpPr>
            <p:spPr>
              <a:xfrm>
                <a:off x="4314650" y="3534650"/>
                <a:ext cx="282000" cy="295375"/>
              </a:xfrm>
              <a:custGeom>
                <a:rect b="b" l="l" r="r" t="t"/>
                <a:pathLst>
                  <a:path extrusionOk="0" h="11815" w="11280">
                    <a:moveTo>
                      <a:pt x="0" y="0"/>
                    </a:moveTo>
                    <a:lnTo>
                      <a:pt x="0" y="3915"/>
                    </a:lnTo>
                    <a:lnTo>
                      <a:pt x="11280" y="11815"/>
                    </a:lnTo>
                    <a:lnTo>
                      <a:pt x="11280" y="7900"/>
                    </a:lnTo>
                    <a:lnTo>
                      <a:pt x="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7"/>
              <p:cNvSpPr/>
              <p:nvPr/>
            </p:nvSpPr>
            <p:spPr>
              <a:xfrm>
                <a:off x="4314650" y="3693050"/>
                <a:ext cx="282000" cy="295050"/>
              </a:xfrm>
              <a:custGeom>
                <a:rect b="b" l="l" r="r" t="t"/>
                <a:pathLst>
                  <a:path extrusionOk="0" h="11802" w="11280">
                    <a:moveTo>
                      <a:pt x="0" y="1"/>
                    </a:moveTo>
                    <a:lnTo>
                      <a:pt x="0" y="3902"/>
                    </a:lnTo>
                    <a:lnTo>
                      <a:pt x="11280" y="11801"/>
                    </a:lnTo>
                    <a:lnTo>
                      <a:pt x="11280" y="7901"/>
                    </a:ln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7"/>
              <p:cNvSpPr/>
              <p:nvPr/>
            </p:nvSpPr>
            <p:spPr>
              <a:xfrm>
                <a:off x="4314650" y="3851125"/>
                <a:ext cx="282000" cy="295400"/>
              </a:xfrm>
              <a:custGeom>
                <a:rect b="b" l="l" r="r" t="t"/>
                <a:pathLst>
                  <a:path extrusionOk="0" h="11816" w="11280">
                    <a:moveTo>
                      <a:pt x="0" y="1"/>
                    </a:moveTo>
                    <a:lnTo>
                      <a:pt x="0" y="3915"/>
                    </a:lnTo>
                    <a:lnTo>
                      <a:pt x="11280" y="11815"/>
                    </a:lnTo>
                    <a:lnTo>
                      <a:pt x="11280" y="7900"/>
                    </a:ln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7"/>
              <p:cNvSpPr/>
              <p:nvPr/>
            </p:nvSpPr>
            <p:spPr>
              <a:xfrm>
                <a:off x="4314650" y="4009550"/>
                <a:ext cx="282000" cy="295025"/>
              </a:xfrm>
              <a:custGeom>
                <a:rect b="b" l="l" r="r" t="t"/>
                <a:pathLst>
                  <a:path extrusionOk="0" h="11801" w="11280">
                    <a:moveTo>
                      <a:pt x="0" y="0"/>
                    </a:moveTo>
                    <a:lnTo>
                      <a:pt x="0" y="3901"/>
                    </a:lnTo>
                    <a:lnTo>
                      <a:pt x="11280" y="11801"/>
                    </a:lnTo>
                    <a:lnTo>
                      <a:pt x="11280" y="7900"/>
                    </a:lnTo>
                    <a:lnTo>
                      <a:pt x="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333" name="Shape 333"/>
        <p:cNvGrpSpPr/>
        <p:nvPr/>
      </p:nvGrpSpPr>
      <p:grpSpPr>
        <a:xfrm>
          <a:off x="0" y="0"/>
          <a:ext cx="0" cy="0"/>
          <a:chOff x="0" y="0"/>
          <a:chExt cx="0" cy="0"/>
        </a:xfrm>
      </p:grpSpPr>
      <p:sp>
        <p:nvSpPr>
          <p:cNvPr id="334" name="Google Shape;334;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35" name="Google Shape;335;p18"/>
          <p:cNvSpPr txBox="1"/>
          <p:nvPr>
            <p:ph idx="1" type="subTitle"/>
          </p:nvPr>
        </p:nvSpPr>
        <p:spPr>
          <a:xfrm>
            <a:off x="1514688" y="1708325"/>
            <a:ext cx="2811000" cy="10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336" name="Google Shape;336;p18"/>
          <p:cNvSpPr txBox="1"/>
          <p:nvPr>
            <p:ph idx="2" type="subTitle"/>
          </p:nvPr>
        </p:nvSpPr>
        <p:spPr>
          <a:xfrm>
            <a:off x="4818313" y="1708325"/>
            <a:ext cx="2811000" cy="10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337" name="Google Shape;337;p18"/>
          <p:cNvSpPr txBox="1"/>
          <p:nvPr>
            <p:ph idx="3" type="subTitle"/>
          </p:nvPr>
        </p:nvSpPr>
        <p:spPr>
          <a:xfrm>
            <a:off x="1514688" y="3368900"/>
            <a:ext cx="2848200" cy="10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338" name="Google Shape;338;p18"/>
          <p:cNvSpPr txBox="1"/>
          <p:nvPr>
            <p:ph idx="4" type="subTitle"/>
          </p:nvPr>
        </p:nvSpPr>
        <p:spPr>
          <a:xfrm>
            <a:off x="4818313" y="3368900"/>
            <a:ext cx="2811000" cy="10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339" name="Google Shape;339;p18"/>
          <p:cNvSpPr txBox="1"/>
          <p:nvPr>
            <p:ph idx="5" type="subTitle"/>
          </p:nvPr>
        </p:nvSpPr>
        <p:spPr>
          <a:xfrm>
            <a:off x="1514688" y="1337575"/>
            <a:ext cx="2811000" cy="4299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Montserrat"/>
              <a:buNone/>
              <a:defRPr b="1" sz="1800">
                <a:solidFill>
                  <a:schemeClr val="dk1"/>
                </a:solidFill>
                <a:latin typeface="Montserrat"/>
                <a:ea typeface="Montserrat"/>
                <a:cs typeface="Montserrat"/>
                <a:sym typeface="Montserrat"/>
              </a:defRPr>
            </a:lvl1pPr>
            <a:lvl2pPr lvl="1"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2pPr>
            <a:lvl3pPr lvl="2"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3pPr>
            <a:lvl4pPr lvl="3"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4pPr>
            <a:lvl5pPr lvl="4"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5pPr>
            <a:lvl6pPr lvl="5"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6pPr>
            <a:lvl7pPr lvl="6"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7pPr>
            <a:lvl8pPr lvl="7"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8pPr>
            <a:lvl9pPr lvl="8"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9pPr>
          </a:lstStyle>
          <a:p/>
        </p:txBody>
      </p:sp>
      <p:sp>
        <p:nvSpPr>
          <p:cNvPr id="340" name="Google Shape;340;p18"/>
          <p:cNvSpPr txBox="1"/>
          <p:nvPr>
            <p:ph idx="6" type="subTitle"/>
          </p:nvPr>
        </p:nvSpPr>
        <p:spPr>
          <a:xfrm>
            <a:off x="1514688" y="2998225"/>
            <a:ext cx="2848200" cy="4299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Montserrat"/>
              <a:buNone/>
              <a:defRPr b="1" sz="1800">
                <a:solidFill>
                  <a:schemeClr val="dk1"/>
                </a:solidFill>
                <a:latin typeface="Montserrat"/>
                <a:ea typeface="Montserrat"/>
                <a:cs typeface="Montserrat"/>
                <a:sym typeface="Montserrat"/>
              </a:defRPr>
            </a:lvl1pPr>
            <a:lvl2pPr lvl="1"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2pPr>
            <a:lvl3pPr lvl="2"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3pPr>
            <a:lvl4pPr lvl="3"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4pPr>
            <a:lvl5pPr lvl="4"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5pPr>
            <a:lvl6pPr lvl="5"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6pPr>
            <a:lvl7pPr lvl="6"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7pPr>
            <a:lvl8pPr lvl="7"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8pPr>
            <a:lvl9pPr lvl="8"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9pPr>
          </a:lstStyle>
          <a:p/>
        </p:txBody>
      </p:sp>
      <p:sp>
        <p:nvSpPr>
          <p:cNvPr id="341" name="Google Shape;341;p18"/>
          <p:cNvSpPr txBox="1"/>
          <p:nvPr>
            <p:ph idx="7" type="subTitle"/>
          </p:nvPr>
        </p:nvSpPr>
        <p:spPr>
          <a:xfrm>
            <a:off x="4818288" y="1337575"/>
            <a:ext cx="2811000" cy="4299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Montserrat"/>
              <a:buNone/>
              <a:defRPr b="1" sz="1800">
                <a:solidFill>
                  <a:schemeClr val="dk1"/>
                </a:solidFill>
                <a:latin typeface="Montserrat"/>
                <a:ea typeface="Montserrat"/>
                <a:cs typeface="Montserrat"/>
                <a:sym typeface="Montserrat"/>
              </a:defRPr>
            </a:lvl1pPr>
            <a:lvl2pPr lvl="1"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2pPr>
            <a:lvl3pPr lvl="2"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3pPr>
            <a:lvl4pPr lvl="3"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4pPr>
            <a:lvl5pPr lvl="4"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5pPr>
            <a:lvl6pPr lvl="5"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6pPr>
            <a:lvl7pPr lvl="6"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7pPr>
            <a:lvl8pPr lvl="7"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8pPr>
            <a:lvl9pPr lvl="8"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9pPr>
          </a:lstStyle>
          <a:p/>
        </p:txBody>
      </p:sp>
      <p:sp>
        <p:nvSpPr>
          <p:cNvPr id="342" name="Google Shape;342;p18"/>
          <p:cNvSpPr txBox="1"/>
          <p:nvPr>
            <p:ph idx="8" type="subTitle"/>
          </p:nvPr>
        </p:nvSpPr>
        <p:spPr>
          <a:xfrm>
            <a:off x="4818287" y="2998225"/>
            <a:ext cx="2811000" cy="4299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Montserrat"/>
              <a:buNone/>
              <a:defRPr b="1" sz="1800">
                <a:solidFill>
                  <a:schemeClr val="dk1"/>
                </a:solidFill>
                <a:latin typeface="Montserrat"/>
                <a:ea typeface="Montserrat"/>
                <a:cs typeface="Montserrat"/>
                <a:sym typeface="Montserrat"/>
              </a:defRPr>
            </a:lvl1pPr>
            <a:lvl2pPr lvl="1"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2pPr>
            <a:lvl3pPr lvl="2"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3pPr>
            <a:lvl4pPr lvl="3"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4pPr>
            <a:lvl5pPr lvl="4"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5pPr>
            <a:lvl6pPr lvl="5"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6pPr>
            <a:lvl7pPr lvl="6"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7pPr>
            <a:lvl8pPr lvl="7"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8pPr>
            <a:lvl9pPr lvl="8"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9pPr>
          </a:lstStyle>
          <a:p/>
        </p:txBody>
      </p:sp>
      <p:grpSp>
        <p:nvGrpSpPr>
          <p:cNvPr id="343" name="Google Shape;343;p18"/>
          <p:cNvGrpSpPr/>
          <p:nvPr/>
        </p:nvGrpSpPr>
        <p:grpSpPr>
          <a:xfrm>
            <a:off x="816250" y="4703275"/>
            <a:ext cx="7511400" cy="238200"/>
            <a:chOff x="816250" y="4703275"/>
            <a:chExt cx="7511400" cy="238200"/>
          </a:xfrm>
        </p:grpSpPr>
        <p:grpSp>
          <p:nvGrpSpPr>
            <p:cNvPr id="344" name="Google Shape;344;p18"/>
            <p:cNvGrpSpPr/>
            <p:nvPr/>
          </p:nvGrpSpPr>
          <p:grpSpPr>
            <a:xfrm>
              <a:off x="816250" y="4703275"/>
              <a:ext cx="7511400" cy="238200"/>
              <a:chOff x="816250" y="4630450"/>
              <a:chExt cx="7511400" cy="238200"/>
            </a:xfrm>
          </p:grpSpPr>
          <p:sp>
            <p:nvSpPr>
              <p:cNvPr id="345" name="Google Shape;345;p18"/>
              <p:cNvSpPr/>
              <p:nvPr/>
            </p:nvSpPr>
            <p:spPr>
              <a:xfrm>
                <a:off x="816250" y="4630450"/>
                <a:ext cx="7511400" cy="2382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8"/>
              <p:cNvSpPr/>
              <p:nvPr/>
            </p:nvSpPr>
            <p:spPr>
              <a:xfrm rot="5400000">
                <a:off x="8018000" y="4558475"/>
                <a:ext cx="237300" cy="3819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8">
                <a:hlinkClick action="ppaction://hlinkshowjump?jump=previousslide"/>
              </p:cNvPr>
              <p:cNvSpPr/>
              <p:nvPr/>
            </p:nvSpPr>
            <p:spPr>
              <a:xfrm rot="-5400000">
                <a:off x="892550" y="4695100"/>
                <a:ext cx="125700" cy="108900"/>
              </a:xfrm>
              <a:prstGeom prst="triangl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8">
                <a:hlinkClick action="ppaction://hlinkshowjump?jump=nextslide"/>
              </p:cNvPr>
              <p:cNvSpPr/>
              <p:nvPr/>
            </p:nvSpPr>
            <p:spPr>
              <a:xfrm flipH="1" rot="5400000">
                <a:off x="1084525" y="4695100"/>
                <a:ext cx="125700" cy="108900"/>
              </a:xfrm>
              <a:prstGeom prst="triangl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9" name="Google Shape;349;p18"/>
            <p:cNvGrpSpPr/>
            <p:nvPr/>
          </p:nvGrpSpPr>
          <p:grpSpPr>
            <a:xfrm>
              <a:off x="8051978" y="4744266"/>
              <a:ext cx="158283" cy="156216"/>
              <a:chOff x="8058597" y="4744266"/>
              <a:chExt cx="158283" cy="156216"/>
            </a:xfrm>
          </p:grpSpPr>
          <p:sp>
            <p:nvSpPr>
              <p:cNvPr id="350" name="Google Shape;350;p18">
                <a:hlinkClick action="ppaction://hlinkshowjump?jump=firstslide"/>
              </p:cNvPr>
              <p:cNvSpPr/>
              <p:nvPr/>
            </p:nvSpPr>
            <p:spPr>
              <a:xfrm>
                <a:off x="8170770" y="4753449"/>
                <a:ext cx="26957" cy="25369"/>
              </a:xfrm>
              <a:custGeom>
                <a:rect b="b" l="l" r="r" t="t"/>
                <a:pathLst>
                  <a:path extrusionOk="0" h="3130" w="3326">
                    <a:moveTo>
                      <a:pt x="482" y="1"/>
                    </a:moveTo>
                    <a:cubicBezTo>
                      <a:pt x="280" y="1"/>
                      <a:pt x="95" y="114"/>
                      <a:pt x="1" y="293"/>
                    </a:cubicBezTo>
                    <a:lnTo>
                      <a:pt x="3322" y="3130"/>
                    </a:lnTo>
                    <a:lnTo>
                      <a:pt x="3322" y="564"/>
                    </a:lnTo>
                    <a:cubicBezTo>
                      <a:pt x="3325" y="253"/>
                      <a:pt x="3072" y="1"/>
                      <a:pt x="2761" y="1"/>
                    </a:cubicBezTo>
                    <a:cubicBezTo>
                      <a:pt x="2760" y="1"/>
                      <a:pt x="2758" y="1"/>
                      <a:pt x="2756" y="1"/>
                    </a:cubicBezTo>
                    <a:lnTo>
                      <a:pt x="497" y="1"/>
                    </a:lnTo>
                    <a:cubicBezTo>
                      <a:pt x="492" y="1"/>
                      <a:pt x="487" y="1"/>
                      <a:pt x="48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51" name="Google Shape;351;p18">
                <a:hlinkClick action="ppaction://hlinkshowjump?jump=firstslide"/>
              </p:cNvPr>
              <p:cNvSpPr/>
              <p:nvPr/>
            </p:nvSpPr>
            <p:spPr>
              <a:xfrm>
                <a:off x="8120106" y="4854105"/>
                <a:ext cx="36618" cy="46377"/>
              </a:xfrm>
              <a:custGeom>
                <a:rect b="b" l="l" r="r" t="t"/>
                <a:pathLst>
                  <a:path extrusionOk="0" h="5722" w="4518">
                    <a:moveTo>
                      <a:pt x="2822" y="1130"/>
                    </a:moveTo>
                    <a:cubicBezTo>
                      <a:pt x="3325" y="1130"/>
                      <a:pt x="3578" y="1738"/>
                      <a:pt x="3222" y="2093"/>
                    </a:cubicBezTo>
                    <a:cubicBezTo>
                      <a:pt x="3106" y="2209"/>
                      <a:pt x="2964" y="2260"/>
                      <a:pt x="2825" y="2260"/>
                    </a:cubicBezTo>
                    <a:cubicBezTo>
                      <a:pt x="2535" y="2260"/>
                      <a:pt x="2259" y="2036"/>
                      <a:pt x="2259" y="1696"/>
                    </a:cubicBezTo>
                    <a:cubicBezTo>
                      <a:pt x="2259" y="1383"/>
                      <a:pt x="2509" y="1130"/>
                      <a:pt x="2822" y="1130"/>
                    </a:cubicBezTo>
                    <a:close/>
                    <a:moveTo>
                      <a:pt x="0" y="1"/>
                    </a:moveTo>
                    <a:lnTo>
                      <a:pt x="0" y="5722"/>
                    </a:lnTo>
                    <a:lnTo>
                      <a:pt x="4517" y="5722"/>
                    </a:lnTo>
                    <a:lnTo>
                      <a:pt x="451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52" name="Google Shape;352;p18">
                <a:hlinkClick action="ppaction://hlinkshowjump?jump=firstslide"/>
              </p:cNvPr>
              <p:cNvSpPr/>
              <p:nvPr/>
            </p:nvSpPr>
            <p:spPr>
              <a:xfrm>
                <a:off x="8128941" y="4808344"/>
                <a:ext cx="18309" cy="18309"/>
              </a:xfrm>
              <a:custGeom>
                <a:rect b="b" l="l" r="r" t="t"/>
                <a:pathLst>
                  <a:path extrusionOk="0" h="2259" w="2259">
                    <a:moveTo>
                      <a:pt x="0" y="0"/>
                    </a:moveTo>
                    <a:lnTo>
                      <a:pt x="0" y="2259"/>
                    </a:lnTo>
                    <a:lnTo>
                      <a:pt x="2259" y="2259"/>
                    </a:lnTo>
                    <a:lnTo>
                      <a:pt x="225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53" name="Google Shape;353;p18">
                <a:hlinkClick action="ppaction://hlinkshowjump?jump=firstslide"/>
              </p:cNvPr>
              <p:cNvSpPr/>
              <p:nvPr/>
            </p:nvSpPr>
            <p:spPr>
              <a:xfrm>
                <a:off x="8058597" y="4744266"/>
                <a:ext cx="158283" cy="77103"/>
              </a:xfrm>
              <a:custGeom>
                <a:rect b="b" l="l" r="r" t="t"/>
                <a:pathLst>
                  <a:path extrusionOk="0" h="9513" w="19529">
                    <a:moveTo>
                      <a:pt x="9821" y="0"/>
                    </a:moveTo>
                    <a:cubicBezTo>
                      <a:pt x="9559" y="0"/>
                      <a:pt x="9297" y="92"/>
                      <a:pt x="9086" y="276"/>
                    </a:cubicBezTo>
                    <a:lnTo>
                      <a:pt x="531" y="7521"/>
                    </a:lnTo>
                    <a:cubicBezTo>
                      <a:pt x="61" y="7921"/>
                      <a:pt x="1" y="8626"/>
                      <a:pt x="395" y="9099"/>
                    </a:cubicBezTo>
                    <a:cubicBezTo>
                      <a:pt x="620" y="9369"/>
                      <a:pt x="942" y="9508"/>
                      <a:pt x="1266" y="9508"/>
                    </a:cubicBezTo>
                    <a:cubicBezTo>
                      <a:pt x="1525" y="9508"/>
                      <a:pt x="1785" y="9419"/>
                      <a:pt x="1997" y="9237"/>
                    </a:cubicBezTo>
                    <a:lnTo>
                      <a:pt x="9821" y="2622"/>
                    </a:lnTo>
                    <a:lnTo>
                      <a:pt x="17544" y="9240"/>
                    </a:lnTo>
                    <a:cubicBezTo>
                      <a:pt x="17759" y="9425"/>
                      <a:pt x="18019" y="9513"/>
                      <a:pt x="18278" y="9513"/>
                    </a:cubicBezTo>
                    <a:cubicBezTo>
                      <a:pt x="18661" y="9513"/>
                      <a:pt x="19039" y="9318"/>
                      <a:pt x="19252" y="8954"/>
                    </a:cubicBezTo>
                    <a:cubicBezTo>
                      <a:pt x="19529" y="8482"/>
                      <a:pt x="19430" y="7879"/>
                      <a:pt x="19014" y="7524"/>
                    </a:cubicBezTo>
                    <a:lnTo>
                      <a:pt x="10555" y="276"/>
                    </a:lnTo>
                    <a:cubicBezTo>
                      <a:pt x="10345" y="92"/>
                      <a:pt x="10083" y="0"/>
                      <a:pt x="982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54" name="Google Shape;354;p18">
                <a:hlinkClick action="ppaction://hlinkshowjump?jump=firstslide"/>
              </p:cNvPr>
              <p:cNvSpPr/>
              <p:nvPr/>
            </p:nvSpPr>
            <p:spPr>
              <a:xfrm>
                <a:off x="8077733" y="4777545"/>
                <a:ext cx="119889" cy="122937"/>
              </a:xfrm>
              <a:custGeom>
                <a:rect b="b" l="l" r="r" t="t"/>
                <a:pathLst>
                  <a:path extrusionOk="0" h="15168" w="14792">
                    <a:moveTo>
                      <a:pt x="9143" y="2671"/>
                    </a:moveTo>
                    <a:cubicBezTo>
                      <a:pt x="9453" y="2671"/>
                      <a:pt x="9706" y="2924"/>
                      <a:pt x="9706" y="3237"/>
                    </a:cubicBezTo>
                    <a:lnTo>
                      <a:pt x="9706" y="6625"/>
                    </a:lnTo>
                    <a:cubicBezTo>
                      <a:pt x="9706" y="6935"/>
                      <a:pt x="9453" y="7188"/>
                      <a:pt x="9143" y="7188"/>
                    </a:cubicBezTo>
                    <a:lnTo>
                      <a:pt x="5755" y="7188"/>
                    </a:lnTo>
                    <a:cubicBezTo>
                      <a:pt x="5442" y="7188"/>
                      <a:pt x="5189" y="6935"/>
                      <a:pt x="5189" y="6625"/>
                    </a:cubicBezTo>
                    <a:lnTo>
                      <a:pt x="5189" y="3237"/>
                    </a:lnTo>
                    <a:cubicBezTo>
                      <a:pt x="5189" y="2924"/>
                      <a:pt x="5442" y="2671"/>
                      <a:pt x="5755" y="2671"/>
                    </a:cubicBezTo>
                    <a:close/>
                    <a:moveTo>
                      <a:pt x="7448" y="0"/>
                    </a:moveTo>
                    <a:lnTo>
                      <a:pt x="4" y="6291"/>
                    </a:lnTo>
                    <a:lnTo>
                      <a:pt x="4" y="14605"/>
                    </a:lnTo>
                    <a:cubicBezTo>
                      <a:pt x="1" y="14913"/>
                      <a:pt x="254" y="15168"/>
                      <a:pt x="564" y="15168"/>
                    </a:cubicBezTo>
                    <a:cubicBezTo>
                      <a:pt x="566" y="15168"/>
                      <a:pt x="568" y="15168"/>
                      <a:pt x="570" y="15168"/>
                    </a:cubicBezTo>
                    <a:lnTo>
                      <a:pt x="4060" y="15168"/>
                    </a:lnTo>
                    <a:lnTo>
                      <a:pt x="4060" y="8883"/>
                    </a:lnTo>
                    <a:cubicBezTo>
                      <a:pt x="4060" y="8570"/>
                      <a:pt x="4313" y="8317"/>
                      <a:pt x="4626" y="8317"/>
                    </a:cubicBezTo>
                    <a:lnTo>
                      <a:pt x="10272" y="8317"/>
                    </a:lnTo>
                    <a:cubicBezTo>
                      <a:pt x="10582" y="8317"/>
                      <a:pt x="10835" y="8570"/>
                      <a:pt x="10835" y="8883"/>
                    </a:cubicBezTo>
                    <a:lnTo>
                      <a:pt x="10835" y="15168"/>
                    </a:lnTo>
                    <a:lnTo>
                      <a:pt x="14223" y="15168"/>
                    </a:lnTo>
                    <a:cubicBezTo>
                      <a:pt x="14225" y="15168"/>
                      <a:pt x="14227" y="15168"/>
                      <a:pt x="14228" y="15168"/>
                    </a:cubicBezTo>
                    <a:cubicBezTo>
                      <a:pt x="14539" y="15168"/>
                      <a:pt x="14792" y="14913"/>
                      <a:pt x="14789" y="14605"/>
                    </a:cubicBezTo>
                    <a:lnTo>
                      <a:pt x="14789" y="6291"/>
                    </a:lnTo>
                    <a:lnTo>
                      <a:pt x="744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grpSp>
        <p:nvGrpSpPr>
          <p:cNvPr id="355" name="Google Shape;355;p18"/>
          <p:cNvGrpSpPr/>
          <p:nvPr/>
        </p:nvGrpSpPr>
        <p:grpSpPr>
          <a:xfrm>
            <a:off x="8430775" y="2260363"/>
            <a:ext cx="282000" cy="1270550"/>
            <a:chOff x="4314650" y="3034025"/>
            <a:chExt cx="282000" cy="1270550"/>
          </a:xfrm>
        </p:grpSpPr>
        <p:sp>
          <p:nvSpPr>
            <p:cNvPr id="356" name="Google Shape;356;p18"/>
            <p:cNvSpPr/>
            <p:nvPr/>
          </p:nvSpPr>
          <p:spPr>
            <a:xfrm>
              <a:off x="4314650" y="3034025"/>
              <a:ext cx="282000" cy="479525"/>
            </a:xfrm>
            <a:custGeom>
              <a:rect b="b" l="l" r="r" t="t"/>
              <a:pathLst>
                <a:path extrusionOk="0" h="19181" w="11280">
                  <a:moveTo>
                    <a:pt x="0" y="1"/>
                  </a:moveTo>
                  <a:lnTo>
                    <a:pt x="0" y="11280"/>
                  </a:lnTo>
                  <a:lnTo>
                    <a:pt x="11280" y="19180"/>
                  </a:lnTo>
                  <a:lnTo>
                    <a:pt x="11280" y="7901"/>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8"/>
            <p:cNvSpPr/>
            <p:nvPr/>
          </p:nvSpPr>
          <p:spPr>
            <a:xfrm>
              <a:off x="4314650" y="3376575"/>
              <a:ext cx="282000" cy="295025"/>
            </a:xfrm>
            <a:custGeom>
              <a:rect b="b" l="l" r="r" t="t"/>
              <a:pathLst>
                <a:path extrusionOk="0" h="11801" w="11280">
                  <a:moveTo>
                    <a:pt x="0" y="0"/>
                  </a:moveTo>
                  <a:lnTo>
                    <a:pt x="0" y="3901"/>
                  </a:lnTo>
                  <a:lnTo>
                    <a:pt x="11280" y="11801"/>
                  </a:lnTo>
                  <a:lnTo>
                    <a:pt x="11280" y="7900"/>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8"/>
            <p:cNvSpPr/>
            <p:nvPr/>
          </p:nvSpPr>
          <p:spPr>
            <a:xfrm>
              <a:off x="4314650" y="3534650"/>
              <a:ext cx="282000" cy="295375"/>
            </a:xfrm>
            <a:custGeom>
              <a:rect b="b" l="l" r="r" t="t"/>
              <a:pathLst>
                <a:path extrusionOk="0" h="11815" w="11280">
                  <a:moveTo>
                    <a:pt x="0" y="0"/>
                  </a:moveTo>
                  <a:lnTo>
                    <a:pt x="0" y="3915"/>
                  </a:lnTo>
                  <a:lnTo>
                    <a:pt x="11280" y="11815"/>
                  </a:lnTo>
                  <a:lnTo>
                    <a:pt x="11280" y="7900"/>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8"/>
            <p:cNvSpPr/>
            <p:nvPr/>
          </p:nvSpPr>
          <p:spPr>
            <a:xfrm>
              <a:off x="4314650" y="3693050"/>
              <a:ext cx="282000" cy="295050"/>
            </a:xfrm>
            <a:custGeom>
              <a:rect b="b" l="l" r="r" t="t"/>
              <a:pathLst>
                <a:path extrusionOk="0" h="11802" w="11280">
                  <a:moveTo>
                    <a:pt x="0" y="1"/>
                  </a:moveTo>
                  <a:lnTo>
                    <a:pt x="0" y="3902"/>
                  </a:lnTo>
                  <a:lnTo>
                    <a:pt x="11280" y="11801"/>
                  </a:lnTo>
                  <a:lnTo>
                    <a:pt x="11280" y="7901"/>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8"/>
            <p:cNvSpPr/>
            <p:nvPr/>
          </p:nvSpPr>
          <p:spPr>
            <a:xfrm>
              <a:off x="4314650" y="3851125"/>
              <a:ext cx="282000" cy="295400"/>
            </a:xfrm>
            <a:custGeom>
              <a:rect b="b" l="l" r="r" t="t"/>
              <a:pathLst>
                <a:path extrusionOk="0" h="11816" w="11280">
                  <a:moveTo>
                    <a:pt x="0" y="1"/>
                  </a:moveTo>
                  <a:lnTo>
                    <a:pt x="0" y="3915"/>
                  </a:lnTo>
                  <a:lnTo>
                    <a:pt x="11280" y="11815"/>
                  </a:lnTo>
                  <a:lnTo>
                    <a:pt x="11280" y="7900"/>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8"/>
            <p:cNvSpPr/>
            <p:nvPr/>
          </p:nvSpPr>
          <p:spPr>
            <a:xfrm>
              <a:off x="4314650" y="4009550"/>
              <a:ext cx="282000" cy="295025"/>
            </a:xfrm>
            <a:custGeom>
              <a:rect b="b" l="l" r="r" t="t"/>
              <a:pathLst>
                <a:path extrusionOk="0" h="11801" w="11280">
                  <a:moveTo>
                    <a:pt x="0" y="0"/>
                  </a:moveTo>
                  <a:lnTo>
                    <a:pt x="0" y="3901"/>
                  </a:lnTo>
                  <a:lnTo>
                    <a:pt x="11280" y="11801"/>
                  </a:lnTo>
                  <a:lnTo>
                    <a:pt x="11280" y="7900"/>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362" name="Shape 362"/>
        <p:cNvGrpSpPr/>
        <p:nvPr/>
      </p:nvGrpSpPr>
      <p:grpSpPr>
        <a:xfrm>
          <a:off x="0" y="0"/>
          <a:ext cx="0" cy="0"/>
          <a:chOff x="0" y="0"/>
          <a:chExt cx="0" cy="0"/>
        </a:xfrm>
      </p:grpSpPr>
      <p:sp>
        <p:nvSpPr>
          <p:cNvPr id="363" name="Google Shape;363;p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64" name="Google Shape;364;p19"/>
          <p:cNvSpPr txBox="1"/>
          <p:nvPr>
            <p:ph idx="1" type="subTitle"/>
          </p:nvPr>
        </p:nvSpPr>
        <p:spPr>
          <a:xfrm>
            <a:off x="823075" y="1669471"/>
            <a:ext cx="2199600" cy="1105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365" name="Google Shape;365;p19"/>
          <p:cNvSpPr txBox="1"/>
          <p:nvPr>
            <p:ph idx="2" type="subTitle"/>
          </p:nvPr>
        </p:nvSpPr>
        <p:spPr>
          <a:xfrm>
            <a:off x="3472291" y="1669449"/>
            <a:ext cx="2199600" cy="1105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366" name="Google Shape;366;p19"/>
          <p:cNvSpPr txBox="1"/>
          <p:nvPr>
            <p:ph idx="3" type="subTitle"/>
          </p:nvPr>
        </p:nvSpPr>
        <p:spPr>
          <a:xfrm>
            <a:off x="823075" y="3325725"/>
            <a:ext cx="2199600" cy="1105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367" name="Google Shape;367;p19"/>
          <p:cNvSpPr txBox="1"/>
          <p:nvPr>
            <p:ph idx="4" type="subTitle"/>
          </p:nvPr>
        </p:nvSpPr>
        <p:spPr>
          <a:xfrm>
            <a:off x="3472291" y="3325721"/>
            <a:ext cx="2199600" cy="1105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368" name="Google Shape;368;p19"/>
          <p:cNvSpPr txBox="1"/>
          <p:nvPr>
            <p:ph idx="5" type="subTitle"/>
          </p:nvPr>
        </p:nvSpPr>
        <p:spPr>
          <a:xfrm>
            <a:off x="6117332" y="1669449"/>
            <a:ext cx="2199600" cy="1105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369" name="Google Shape;369;p19"/>
          <p:cNvSpPr txBox="1"/>
          <p:nvPr>
            <p:ph idx="6" type="subTitle"/>
          </p:nvPr>
        </p:nvSpPr>
        <p:spPr>
          <a:xfrm>
            <a:off x="6117332" y="3325721"/>
            <a:ext cx="2199600" cy="1105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370" name="Google Shape;370;p19"/>
          <p:cNvSpPr txBox="1"/>
          <p:nvPr>
            <p:ph idx="7" type="subTitle"/>
          </p:nvPr>
        </p:nvSpPr>
        <p:spPr>
          <a:xfrm>
            <a:off x="827409" y="1296775"/>
            <a:ext cx="2199600" cy="4299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Montserrat"/>
              <a:buNone/>
              <a:defRPr b="1" sz="1800">
                <a:solidFill>
                  <a:schemeClr val="dk1"/>
                </a:solidFill>
                <a:latin typeface="Montserrat"/>
                <a:ea typeface="Montserrat"/>
                <a:cs typeface="Montserrat"/>
                <a:sym typeface="Montserrat"/>
              </a:defRPr>
            </a:lvl1pPr>
            <a:lvl2pPr lvl="1"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2pPr>
            <a:lvl3pPr lvl="2"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3pPr>
            <a:lvl4pPr lvl="3"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4pPr>
            <a:lvl5pPr lvl="4"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5pPr>
            <a:lvl6pPr lvl="5"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6pPr>
            <a:lvl7pPr lvl="6"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7pPr>
            <a:lvl8pPr lvl="7"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8pPr>
            <a:lvl9pPr lvl="8"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9pPr>
          </a:lstStyle>
          <a:p/>
        </p:txBody>
      </p:sp>
      <p:sp>
        <p:nvSpPr>
          <p:cNvPr id="371" name="Google Shape;371;p19"/>
          <p:cNvSpPr txBox="1"/>
          <p:nvPr>
            <p:ph idx="8" type="subTitle"/>
          </p:nvPr>
        </p:nvSpPr>
        <p:spPr>
          <a:xfrm>
            <a:off x="3476458" y="1296775"/>
            <a:ext cx="2199600" cy="4299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Montserrat"/>
              <a:buNone/>
              <a:defRPr b="1" sz="1800">
                <a:solidFill>
                  <a:schemeClr val="dk1"/>
                </a:solidFill>
                <a:latin typeface="Montserrat"/>
                <a:ea typeface="Montserrat"/>
                <a:cs typeface="Montserrat"/>
                <a:sym typeface="Montserrat"/>
              </a:defRPr>
            </a:lvl1pPr>
            <a:lvl2pPr lvl="1"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2pPr>
            <a:lvl3pPr lvl="2"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3pPr>
            <a:lvl4pPr lvl="3"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4pPr>
            <a:lvl5pPr lvl="4"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5pPr>
            <a:lvl6pPr lvl="5"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6pPr>
            <a:lvl7pPr lvl="6"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7pPr>
            <a:lvl8pPr lvl="7"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8pPr>
            <a:lvl9pPr lvl="8"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9pPr>
          </a:lstStyle>
          <a:p/>
        </p:txBody>
      </p:sp>
      <p:sp>
        <p:nvSpPr>
          <p:cNvPr id="372" name="Google Shape;372;p19"/>
          <p:cNvSpPr txBox="1"/>
          <p:nvPr>
            <p:ph idx="9" type="subTitle"/>
          </p:nvPr>
        </p:nvSpPr>
        <p:spPr>
          <a:xfrm>
            <a:off x="6121332" y="1296775"/>
            <a:ext cx="2199600" cy="4299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Montserrat"/>
              <a:buNone/>
              <a:defRPr b="1" sz="1800">
                <a:solidFill>
                  <a:schemeClr val="dk1"/>
                </a:solidFill>
                <a:latin typeface="Montserrat"/>
                <a:ea typeface="Montserrat"/>
                <a:cs typeface="Montserrat"/>
                <a:sym typeface="Montserrat"/>
              </a:defRPr>
            </a:lvl1pPr>
            <a:lvl2pPr lvl="1"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2pPr>
            <a:lvl3pPr lvl="2"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3pPr>
            <a:lvl4pPr lvl="3"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4pPr>
            <a:lvl5pPr lvl="4"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5pPr>
            <a:lvl6pPr lvl="5"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6pPr>
            <a:lvl7pPr lvl="6"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7pPr>
            <a:lvl8pPr lvl="7"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8pPr>
            <a:lvl9pPr lvl="8"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9pPr>
          </a:lstStyle>
          <a:p/>
        </p:txBody>
      </p:sp>
      <p:sp>
        <p:nvSpPr>
          <p:cNvPr id="373" name="Google Shape;373;p19"/>
          <p:cNvSpPr txBox="1"/>
          <p:nvPr>
            <p:ph idx="13" type="subTitle"/>
          </p:nvPr>
        </p:nvSpPr>
        <p:spPr>
          <a:xfrm>
            <a:off x="827409" y="2949772"/>
            <a:ext cx="2199600" cy="4299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Montserrat"/>
              <a:buNone/>
              <a:defRPr b="1" sz="1800">
                <a:solidFill>
                  <a:schemeClr val="dk1"/>
                </a:solidFill>
                <a:latin typeface="Montserrat"/>
                <a:ea typeface="Montserrat"/>
                <a:cs typeface="Montserrat"/>
                <a:sym typeface="Montserrat"/>
              </a:defRPr>
            </a:lvl1pPr>
            <a:lvl2pPr lvl="1"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2pPr>
            <a:lvl3pPr lvl="2"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3pPr>
            <a:lvl4pPr lvl="3"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4pPr>
            <a:lvl5pPr lvl="4"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5pPr>
            <a:lvl6pPr lvl="5"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6pPr>
            <a:lvl7pPr lvl="6"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7pPr>
            <a:lvl8pPr lvl="7"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8pPr>
            <a:lvl9pPr lvl="8"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9pPr>
          </a:lstStyle>
          <a:p/>
        </p:txBody>
      </p:sp>
      <p:sp>
        <p:nvSpPr>
          <p:cNvPr id="374" name="Google Shape;374;p19"/>
          <p:cNvSpPr txBox="1"/>
          <p:nvPr>
            <p:ph idx="14" type="subTitle"/>
          </p:nvPr>
        </p:nvSpPr>
        <p:spPr>
          <a:xfrm>
            <a:off x="3476458" y="2949772"/>
            <a:ext cx="2199600" cy="4299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Montserrat"/>
              <a:buNone/>
              <a:defRPr b="1" sz="1800">
                <a:solidFill>
                  <a:schemeClr val="dk1"/>
                </a:solidFill>
                <a:latin typeface="Montserrat"/>
                <a:ea typeface="Montserrat"/>
                <a:cs typeface="Montserrat"/>
                <a:sym typeface="Montserrat"/>
              </a:defRPr>
            </a:lvl1pPr>
            <a:lvl2pPr lvl="1"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2pPr>
            <a:lvl3pPr lvl="2"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3pPr>
            <a:lvl4pPr lvl="3"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4pPr>
            <a:lvl5pPr lvl="4"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5pPr>
            <a:lvl6pPr lvl="5"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6pPr>
            <a:lvl7pPr lvl="6"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7pPr>
            <a:lvl8pPr lvl="7"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8pPr>
            <a:lvl9pPr lvl="8"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9pPr>
          </a:lstStyle>
          <a:p/>
        </p:txBody>
      </p:sp>
      <p:sp>
        <p:nvSpPr>
          <p:cNvPr id="375" name="Google Shape;375;p19"/>
          <p:cNvSpPr txBox="1"/>
          <p:nvPr>
            <p:ph idx="15" type="subTitle"/>
          </p:nvPr>
        </p:nvSpPr>
        <p:spPr>
          <a:xfrm>
            <a:off x="6121332" y="2949772"/>
            <a:ext cx="2199600" cy="4299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Montserrat"/>
              <a:buNone/>
              <a:defRPr b="1" sz="1800">
                <a:solidFill>
                  <a:schemeClr val="dk1"/>
                </a:solidFill>
                <a:latin typeface="Montserrat"/>
                <a:ea typeface="Montserrat"/>
                <a:cs typeface="Montserrat"/>
                <a:sym typeface="Montserrat"/>
              </a:defRPr>
            </a:lvl1pPr>
            <a:lvl2pPr lvl="1"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2pPr>
            <a:lvl3pPr lvl="2"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3pPr>
            <a:lvl4pPr lvl="3"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4pPr>
            <a:lvl5pPr lvl="4"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5pPr>
            <a:lvl6pPr lvl="5"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6pPr>
            <a:lvl7pPr lvl="6"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7pPr>
            <a:lvl8pPr lvl="7"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8pPr>
            <a:lvl9pPr lvl="8" rtl="0" algn="ctr">
              <a:lnSpc>
                <a:spcPct val="100000"/>
              </a:lnSpc>
              <a:spcBef>
                <a:spcPts val="0"/>
              </a:spcBef>
              <a:spcAft>
                <a:spcPts val="0"/>
              </a:spcAft>
              <a:buSzPts val="2400"/>
              <a:buFont typeface="Montserrat"/>
              <a:buNone/>
              <a:defRPr b="1" sz="2400">
                <a:latin typeface="Montserrat"/>
                <a:ea typeface="Montserrat"/>
                <a:cs typeface="Montserrat"/>
                <a:sym typeface="Montserrat"/>
              </a:defRPr>
            </a:lvl9pPr>
          </a:lstStyle>
          <a:p/>
        </p:txBody>
      </p:sp>
      <p:grpSp>
        <p:nvGrpSpPr>
          <p:cNvPr id="376" name="Google Shape;376;p19"/>
          <p:cNvGrpSpPr/>
          <p:nvPr/>
        </p:nvGrpSpPr>
        <p:grpSpPr>
          <a:xfrm>
            <a:off x="816250" y="4703275"/>
            <a:ext cx="7511400" cy="238200"/>
            <a:chOff x="816250" y="4703275"/>
            <a:chExt cx="7511400" cy="238200"/>
          </a:xfrm>
        </p:grpSpPr>
        <p:grpSp>
          <p:nvGrpSpPr>
            <p:cNvPr id="377" name="Google Shape;377;p19"/>
            <p:cNvGrpSpPr/>
            <p:nvPr/>
          </p:nvGrpSpPr>
          <p:grpSpPr>
            <a:xfrm>
              <a:off x="816250" y="4703275"/>
              <a:ext cx="7511400" cy="238200"/>
              <a:chOff x="816250" y="4630450"/>
              <a:chExt cx="7511400" cy="238200"/>
            </a:xfrm>
          </p:grpSpPr>
          <p:sp>
            <p:nvSpPr>
              <p:cNvPr id="378" name="Google Shape;378;p19"/>
              <p:cNvSpPr/>
              <p:nvPr/>
            </p:nvSpPr>
            <p:spPr>
              <a:xfrm>
                <a:off x="816250" y="4630450"/>
                <a:ext cx="7511400" cy="2382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9"/>
              <p:cNvSpPr/>
              <p:nvPr/>
            </p:nvSpPr>
            <p:spPr>
              <a:xfrm rot="5400000">
                <a:off x="8018000" y="4558475"/>
                <a:ext cx="237300" cy="3819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9">
                <a:hlinkClick action="ppaction://hlinkshowjump?jump=previousslide"/>
              </p:cNvPr>
              <p:cNvSpPr/>
              <p:nvPr/>
            </p:nvSpPr>
            <p:spPr>
              <a:xfrm rot="-5400000">
                <a:off x="892550" y="4695100"/>
                <a:ext cx="125700" cy="108900"/>
              </a:xfrm>
              <a:prstGeom prst="triangl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9">
                <a:hlinkClick action="ppaction://hlinkshowjump?jump=nextslide"/>
              </p:cNvPr>
              <p:cNvSpPr/>
              <p:nvPr/>
            </p:nvSpPr>
            <p:spPr>
              <a:xfrm flipH="1" rot="5400000">
                <a:off x="1084525" y="4695100"/>
                <a:ext cx="125700" cy="108900"/>
              </a:xfrm>
              <a:prstGeom prst="triangl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2" name="Google Shape;382;p19"/>
            <p:cNvGrpSpPr/>
            <p:nvPr/>
          </p:nvGrpSpPr>
          <p:grpSpPr>
            <a:xfrm>
              <a:off x="8051978" y="4744266"/>
              <a:ext cx="158283" cy="156216"/>
              <a:chOff x="8058597" y="4744266"/>
              <a:chExt cx="158283" cy="156216"/>
            </a:xfrm>
          </p:grpSpPr>
          <p:sp>
            <p:nvSpPr>
              <p:cNvPr id="383" name="Google Shape;383;p19">
                <a:hlinkClick action="ppaction://hlinkshowjump?jump=firstslide"/>
              </p:cNvPr>
              <p:cNvSpPr/>
              <p:nvPr/>
            </p:nvSpPr>
            <p:spPr>
              <a:xfrm>
                <a:off x="8170770" y="4753449"/>
                <a:ext cx="26957" cy="25369"/>
              </a:xfrm>
              <a:custGeom>
                <a:rect b="b" l="l" r="r" t="t"/>
                <a:pathLst>
                  <a:path extrusionOk="0" h="3130" w="3326">
                    <a:moveTo>
                      <a:pt x="482" y="1"/>
                    </a:moveTo>
                    <a:cubicBezTo>
                      <a:pt x="280" y="1"/>
                      <a:pt x="95" y="114"/>
                      <a:pt x="1" y="293"/>
                    </a:cubicBezTo>
                    <a:lnTo>
                      <a:pt x="3322" y="3130"/>
                    </a:lnTo>
                    <a:lnTo>
                      <a:pt x="3322" y="564"/>
                    </a:lnTo>
                    <a:cubicBezTo>
                      <a:pt x="3325" y="253"/>
                      <a:pt x="3072" y="1"/>
                      <a:pt x="2761" y="1"/>
                    </a:cubicBezTo>
                    <a:cubicBezTo>
                      <a:pt x="2760" y="1"/>
                      <a:pt x="2758" y="1"/>
                      <a:pt x="2756" y="1"/>
                    </a:cubicBezTo>
                    <a:lnTo>
                      <a:pt x="497" y="1"/>
                    </a:lnTo>
                    <a:cubicBezTo>
                      <a:pt x="492" y="1"/>
                      <a:pt x="487" y="1"/>
                      <a:pt x="48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84" name="Google Shape;384;p19">
                <a:hlinkClick action="ppaction://hlinkshowjump?jump=firstslide"/>
              </p:cNvPr>
              <p:cNvSpPr/>
              <p:nvPr/>
            </p:nvSpPr>
            <p:spPr>
              <a:xfrm>
                <a:off x="8120106" y="4854105"/>
                <a:ext cx="36618" cy="46377"/>
              </a:xfrm>
              <a:custGeom>
                <a:rect b="b" l="l" r="r" t="t"/>
                <a:pathLst>
                  <a:path extrusionOk="0" h="5722" w="4518">
                    <a:moveTo>
                      <a:pt x="2822" y="1130"/>
                    </a:moveTo>
                    <a:cubicBezTo>
                      <a:pt x="3325" y="1130"/>
                      <a:pt x="3578" y="1738"/>
                      <a:pt x="3222" y="2093"/>
                    </a:cubicBezTo>
                    <a:cubicBezTo>
                      <a:pt x="3106" y="2209"/>
                      <a:pt x="2964" y="2260"/>
                      <a:pt x="2825" y="2260"/>
                    </a:cubicBezTo>
                    <a:cubicBezTo>
                      <a:pt x="2535" y="2260"/>
                      <a:pt x="2259" y="2036"/>
                      <a:pt x="2259" y="1696"/>
                    </a:cubicBezTo>
                    <a:cubicBezTo>
                      <a:pt x="2259" y="1383"/>
                      <a:pt x="2509" y="1130"/>
                      <a:pt x="2822" y="1130"/>
                    </a:cubicBezTo>
                    <a:close/>
                    <a:moveTo>
                      <a:pt x="0" y="1"/>
                    </a:moveTo>
                    <a:lnTo>
                      <a:pt x="0" y="5722"/>
                    </a:lnTo>
                    <a:lnTo>
                      <a:pt x="4517" y="5722"/>
                    </a:lnTo>
                    <a:lnTo>
                      <a:pt x="451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85" name="Google Shape;385;p19">
                <a:hlinkClick action="ppaction://hlinkshowjump?jump=firstslide"/>
              </p:cNvPr>
              <p:cNvSpPr/>
              <p:nvPr/>
            </p:nvSpPr>
            <p:spPr>
              <a:xfrm>
                <a:off x="8128941" y="4808344"/>
                <a:ext cx="18309" cy="18309"/>
              </a:xfrm>
              <a:custGeom>
                <a:rect b="b" l="l" r="r" t="t"/>
                <a:pathLst>
                  <a:path extrusionOk="0" h="2259" w="2259">
                    <a:moveTo>
                      <a:pt x="0" y="0"/>
                    </a:moveTo>
                    <a:lnTo>
                      <a:pt x="0" y="2259"/>
                    </a:lnTo>
                    <a:lnTo>
                      <a:pt x="2259" y="2259"/>
                    </a:lnTo>
                    <a:lnTo>
                      <a:pt x="225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86" name="Google Shape;386;p19">
                <a:hlinkClick action="ppaction://hlinkshowjump?jump=firstslide"/>
              </p:cNvPr>
              <p:cNvSpPr/>
              <p:nvPr/>
            </p:nvSpPr>
            <p:spPr>
              <a:xfrm>
                <a:off x="8058597" y="4744266"/>
                <a:ext cx="158283" cy="77103"/>
              </a:xfrm>
              <a:custGeom>
                <a:rect b="b" l="l" r="r" t="t"/>
                <a:pathLst>
                  <a:path extrusionOk="0" h="9513" w="19529">
                    <a:moveTo>
                      <a:pt x="9821" y="0"/>
                    </a:moveTo>
                    <a:cubicBezTo>
                      <a:pt x="9559" y="0"/>
                      <a:pt x="9297" y="92"/>
                      <a:pt x="9086" y="276"/>
                    </a:cubicBezTo>
                    <a:lnTo>
                      <a:pt x="531" y="7521"/>
                    </a:lnTo>
                    <a:cubicBezTo>
                      <a:pt x="61" y="7921"/>
                      <a:pt x="1" y="8626"/>
                      <a:pt x="395" y="9099"/>
                    </a:cubicBezTo>
                    <a:cubicBezTo>
                      <a:pt x="620" y="9369"/>
                      <a:pt x="942" y="9508"/>
                      <a:pt x="1266" y="9508"/>
                    </a:cubicBezTo>
                    <a:cubicBezTo>
                      <a:pt x="1525" y="9508"/>
                      <a:pt x="1785" y="9419"/>
                      <a:pt x="1997" y="9237"/>
                    </a:cubicBezTo>
                    <a:lnTo>
                      <a:pt x="9821" y="2622"/>
                    </a:lnTo>
                    <a:lnTo>
                      <a:pt x="17544" y="9240"/>
                    </a:lnTo>
                    <a:cubicBezTo>
                      <a:pt x="17759" y="9425"/>
                      <a:pt x="18019" y="9513"/>
                      <a:pt x="18278" y="9513"/>
                    </a:cubicBezTo>
                    <a:cubicBezTo>
                      <a:pt x="18661" y="9513"/>
                      <a:pt x="19039" y="9318"/>
                      <a:pt x="19252" y="8954"/>
                    </a:cubicBezTo>
                    <a:cubicBezTo>
                      <a:pt x="19529" y="8482"/>
                      <a:pt x="19430" y="7879"/>
                      <a:pt x="19014" y="7524"/>
                    </a:cubicBezTo>
                    <a:lnTo>
                      <a:pt x="10555" y="276"/>
                    </a:lnTo>
                    <a:cubicBezTo>
                      <a:pt x="10345" y="92"/>
                      <a:pt x="10083" y="0"/>
                      <a:pt x="982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87" name="Google Shape;387;p19">
                <a:hlinkClick action="ppaction://hlinkshowjump?jump=firstslide"/>
              </p:cNvPr>
              <p:cNvSpPr/>
              <p:nvPr/>
            </p:nvSpPr>
            <p:spPr>
              <a:xfrm>
                <a:off x="8077733" y="4777545"/>
                <a:ext cx="119889" cy="122937"/>
              </a:xfrm>
              <a:custGeom>
                <a:rect b="b" l="l" r="r" t="t"/>
                <a:pathLst>
                  <a:path extrusionOk="0" h="15168" w="14792">
                    <a:moveTo>
                      <a:pt x="9143" y="2671"/>
                    </a:moveTo>
                    <a:cubicBezTo>
                      <a:pt x="9453" y="2671"/>
                      <a:pt x="9706" y="2924"/>
                      <a:pt x="9706" y="3237"/>
                    </a:cubicBezTo>
                    <a:lnTo>
                      <a:pt x="9706" y="6625"/>
                    </a:lnTo>
                    <a:cubicBezTo>
                      <a:pt x="9706" y="6935"/>
                      <a:pt x="9453" y="7188"/>
                      <a:pt x="9143" y="7188"/>
                    </a:cubicBezTo>
                    <a:lnTo>
                      <a:pt x="5755" y="7188"/>
                    </a:lnTo>
                    <a:cubicBezTo>
                      <a:pt x="5442" y="7188"/>
                      <a:pt x="5189" y="6935"/>
                      <a:pt x="5189" y="6625"/>
                    </a:cubicBezTo>
                    <a:lnTo>
                      <a:pt x="5189" y="3237"/>
                    </a:lnTo>
                    <a:cubicBezTo>
                      <a:pt x="5189" y="2924"/>
                      <a:pt x="5442" y="2671"/>
                      <a:pt x="5755" y="2671"/>
                    </a:cubicBezTo>
                    <a:close/>
                    <a:moveTo>
                      <a:pt x="7448" y="0"/>
                    </a:moveTo>
                    <a:lnTo>
                      <a:pt x="4" y="6291"/>
                    </a:lnTo>
                    <a:lnTo>
                      <a:pt x="4" y="14605"/>
                    </a:lnTo>
                    <a:cubicBezTo>
                      <a:pt x="1" y="14913"/>
                      <a:pt x="254" y="15168"/>
                      <a:pt x="564" y="15168"/>
                    </a:cubicBezTo>
                    <a:cubicBezTo>
                      <a:pt x="566" y="15168"/>
                      <a:pt x="568" y="15168"/>
                      <a:pt x="570" y="15168"/>
                    </a:cubicBezTo>
                    <a:lnTo>
                      <a:pt x="4060" y="15168"/>
                    </a:lnTo>
                    <a:lnTo>
                      <a:pt x="4060" y="8883"/>
                    </a:lnTo>
                    <a:cubicBezTo>
                      <a:pt x="4060" y="8570"/>
                      <a:pt x="4313" y="8317"/>
                      <a:pt x="4626" y="8317"/>
                    </a:cubicBezTo>
                    <a:lnTo>
                      <a:pt x="10272" y="8317"/>
                    </a:lnTo>
                    <a:cubicBezTo>
                      <a:pt x="10582" y="8317"/>
                      <a:pt x="10835" y="8570"/>
                      <a:pt x="10835" y="8883"/>
                    </a:cubicBezTo>
                    <a:lnTo>
                      <a:pt x="10835" y="15168"/>
                    </a:lnTo>
                    <a:lnTo>
                      <a:pt x="14223" y="15168"/>
                    </a:lnTo>
                    <a:cubicBezTo>
                      <a:pt x="14225" y="15168"/>
                      <a:pt x="14227" y="15168"/>
                      <a:pt x="14228" y="15168"/>
                    </a:cubicBezTo>
                    <a:cubicBezTo>
                      <a:pt x="14539" y="15168"/>
                      <a:pt x="14792" y="14913"/>
                      <a:pt x="14789" y="14605"/>
                    </a:cubicBezTo>
                    <a:lnTo>
                      <a:pt x="14789" y="6291"/>
                    </a:lnTo>
                    <a:lnTo>
                      <a:pt x="744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grpSp>
        <p:nvGrpSpPr>
          <p:cNvPr id="388" name="Google Shape;388;p19"/>
          <p:cNvGrpSpPr/>
          <p:nvPr/>
        </p:nvGrpSpPr>
        <p:grpSpPr>
          <a:xfrm>
            <a:off x="309925" y="1623125"/>
            <a:ext cx="8709736" cy="2431899"/>
            <a:chOff x="309925" y="1623125"/>
            <a:chExt cx="8709736" cy="2431899"/>
          </a:xfrm>
        </p:grpSpPr>
        <p:sp>
          <p:nvSpPr>
            <p:cNvPr id="389" name="Google Shape;389;p19"/>
            <p:cNvSpPr/>
            <p:nvPr/>
          </p:nvSpPr>
          <p:spPr>
            <a:xfrm flipH="1">
              <a:off x="8557094" y="1623125"/>
              <a:ext cx="462567" cy="462847"/>
            </a:xfrm>
            <a:custGeom>
              <a:rect b="b" l="l" r="r" t="t"/>
              <a:pathLst>
                <a:path extrusionOk="0" h="23180" w="23166">
                  <a:moveTo>
                    <a:pt x="5704" y="1"/>
                  </a:moveTo>
                  <a:lnTo>
                    <a:pt x="1" y="5704"/>
                  </a:lnTo>
                  <a:lnTo>
                    <a:pt x="5873" y="11590"/>
                  </a:lnTo>
                  <a:lnTo>
                    <a:pt x="1" y="17476"/>
                  </a:lnTo>
                  <a:lnTo>
                    <a:pt x="5704" y="23179"/>
                  </a:lnTo>
                  <a:lnTo>
                    <a:pt x="11576" y="17293"/>
                  </a:lnTo>
                  <a:lnTo>
                    <a:pt x="17462" y="23179"/>
                  </a:lnTo>
                  <a:lnTo>
                    <a:pt x="23165" y="17476"/>
                  </a:lnTo>
                  <a:lnTo>
                    <a:pt x="17279" y="11590"/>
                  </a:lnTo>
                  <a:lnTo>
                    <a:pt x="23165" y="5704"/>
                  </a:lnTo>
                  <a:lnTo>
                    <a:pt x="17462" y="1"/>
                  </a:lnTo>
                  <a:lnTo>
                    <a:pt x="11576" y="5887"/>
                  </a:lnTo>
                  <a:lnTo>
                    <a:pt x="57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0" name="Google Shape;390;p19"/>
            <p:cNvGrpSpPr/>
            <p:nvPr/>
          </p:nvGrpSpPr>
          <p:grpSpPr>
            <a:xfrm>
              <a:off x="309925" y="2949773"/>
              <a:ext cx="245312" cy="1105251"/>
              <a:chOff x="4314650" y="3034025"/>
              <a:chExt cx="282000" cy="1270550"/>
            </a:xfrm>
          </p:grpSpPr>
          <p:sp>
            <p:nvSpPr>
              <p:cNvPr id="391" name="Google Shape;391;p19"/>
              <p:cNvSpPr/>
              <p:nvPr/>
            </p:nvSpPr>
            <p:spPr>
              <a:xfrm>
                <a:off x="4314650" y="3034025"/>
                <a:ext cx="282000" cy="479525"/>
              </a:xfrm>
              <a:custGeom>
                <a:rect b="b" l="l" r="r" t="t"/>
                <a:pathLst>
                  <a:path extrusionOk="0" h="19181" w="11280">
                    <a:moveTo>
                      <a:pt x="0" y="1"/>
                    </a:moveTo>
                    <a:lnTo>
                      <a:pt x="0" y="11280"/>
                    </a:lnTo>
                    <a:lnTo>
                      <a:pt x="11280" y="19180"/>
                    </a:lnTo>
                    <a:lnTo>
                      <a:pt x="11280" y="7901"/>
                    </a:ln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9"/>
              <p:cNvSpPr/>
              <p:nvPr/>
            </p:nvSpPr>
            <p:spPr>
              <a:xfrm>
                <a:off x="4314650" y="3376575"/>
                <a:ext cx="282000" cy="295025"/>
              </a:xfrm>
              <a:custGeom>
                <a:rect b="b" l="l" r="r" t="t"/>
                <a:pathLst>
                  <a:path extrusionOk="0" h="11801" w="11280">
                    <a:moveTo>
                      <a:pt x="0" y="0"/>
                    </a:moveTo>
                    <a:lnTo>
                      <a:pt x="0" y="3901"/>
                    </a:lnTo>
                    <a:lnTo>
                      <a:pt x="11280" y="11801"/>
                    </a:lnTo>
                    <a:lnTo>
                      <a:pt x="11280" y="7900"/>
                    </a:lnTo>
                    <a:lnTo>
                      <a:pt x="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9"/>
              <p:cNvSpPr/>
              <p:nvPr/>
            </p:nvSpPr>
            <p:spPr>
              <a:xfrm>
                <a:off x="4314650" y="3534650"/>
                <a:ext cx="282000" cy="295375"/>
              </a:xfrm>
              <a:custGeom>
                <a:rect b="b" l="l" r="r" t="t"/>
                <a:pathLst>
                  <a:path extrusionOk="0" h="11815" w="11280">
                    <a:moveTo>
                      <a:pt x="0" y="0"/>
                    </a:moveTo>
                    <a:lnTo>
                      <a:pt x="0" y="3915"/>
                    </a:lnTo>
                    <a:lnTo>
                      <a:pt x="11280" y="11815"/>
                    </a:lnTo>
                    <a:lnTo>
                      <a:pt x="11280" y="7900"/>
                    </a:lnTo>
                    <a:lnTo>
                      <a:pt x="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9"/>
              <p:cNvSpPr/>
              <p:nvPr/>
            </p:nvSpPr>
            <p:spPr>
              <a:xfrm>
                <a:off x="4314650" y="3693050"/>
                <a:ext cx="282000" cy="295050"/>
              </a:xfrm>
              <a:custGeom>
                <a:rect b="b" l="l" r="r" t="t"/>
                <a:pathLst>
                  <a:path extrusionOk="0" h="11802" w="11280">
                    <a:moveTo>
                      <a:pt x="0" y="1"/>
                    </a:moveTo>
                    <a:lnTo>
                      <a:pt x="0" y="3902"/>
                    </a:lnTo>
                    <a:lnTo>
                      <a:pt x="11280" y="11801"/>
                    </a:lnTo>
                    <a:lnTo>
                      <a:pt x="11280" y="7901"/>
                    </a:ln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9"/>
              <p:cNvSpPr/>
              <p:nvPr/>
            </p:nvSpPr>
            <p:spPr>
              <a:xfrm>
                <a:off x="4314650" y="3851125"/>
                <a:ext cx="282000" cy="295400"/>
              </a:xfrm>
              <a:custGeom>
                <a:rect b="b" l="l" r="r" t="t"/>
                <a:pathLst>
                  <a:path extrusionOk="0" h="11816" w="11280">
                    <a:moveTo>
                      <a:pt x="0" y="1"/>
                    </a:moveTo>
                    <a:lnTo>
                      <a:pt x="0" y="3915"/>
                    </a:lnTo>
                    <a:lnTo>
                      <a:pt x="11280" y="11815"/>
                    </a:lnTo>
                    <a:lnTo>
                      <a:pt x="11280" y="7900"/>
                    </a:ln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9"/>
              <p:cNvSpPr/>
              <p:nvPr/>
            </p:nvSpPr>
            <p:spPr>
              <a:xfrm>
                <a:off x="4314650" y="4009550"/>
                <a:ext cx="282000" cy="295025"/>
              </a:xfrm>
              <a:custGeom>
                <a:rect b="b" l="l" r="r" t="t"/>
                <a:pathLst>
                  <a:path extrusionOk="0" h="11801" w="11280">
                    <a:moveTo>
                      <a:pt x="0" y="0"/>
                    </a:moveTo>
                    <a:lnTo>
                      <a:pt x="0" y="3901"/>
                    </a:lnTo>
                    <a:lnTo>
                      <a:pt x="11280" y="11801"/>
                    </a:lnTo>
                    <a:lnTo>
                      <a:pt x="11280" y="7900"/>
                    </a:lnTo>
                    <a:lnTo>
                      <a:pt x="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397" name="Shape 397"/>
        <p:cNvGrpSpPr/>
        <p:nvPr/>
      </p:nvGrpSpPr>
      <p:grpSpPr>
        <a:xfrm>
          <a:off x="0" y="0"/>
          <a:ext cx="0" cy="0"/>
          <a:chOff x="0" y="0"/>
          <a:chExt cx="0" cy="0"/>
        </a:xfrm>
      </p:grpSpPr>
      <p:grpSp>
        <p:nvGrpSpPr>
          <p:cNvPr id="398" name="Google Shape;398;p20"/>
          <p:cNvGrpSpPr/>
          <p:nvPr/>
        </p:nvGrpSpPr>
        <p:grpSpPr>
          <a:xfrm>
            <a:off x="-429924" y="869275"/>
            <a:ext cx="9971360" cy="2900874"/>
            <a:chOff x="-429924" y="869275"/>
            <a:chExt cx="9971360" cy="2900874"/>
          </a:xfrm>
        </p:grpSpPr>
        <p:pic>
          <p:nvPicPr>
            <p:cNvPr id="399" name="Google Shape;399;p20"/>
            <p:cNvPicPr preferRelativeResize="0"/>
            <p:nvPr/>
          </p:nvPicPr>
          <p:blipFill>
            <a:blip r:embed="rId2">
              <a:alphaModFix/>
            </a:blip>
            <a:stretch>
              <a:fillRect/>
            </a:stretch>
          </p:blipFill>
          <p:spPr>
            <a:xfrm flipH="1">
              <a:off x="-429924" y="1152650"/>
              <a:ext cx="2383774" cy="2617499"/>
            </a:xfrm>
            <a:prstGeom prst="rect">
              <a:avLst/>
            </a:prstGeom>
            <a:noFill/>
            <a:ln>
              <a:noFill/>
            </a:ln>
          </p:spPr>
        </p:pic>
        <p:pic>
          <p:nvPicPr>
            <p:cNvPr id="400" name="Google Shape;400;p20"/>
            <p:cNvPicPr preferRelativeResize="0"/>
            <p:nvPr/>
          </p:nvPicPr>
          <p:blipFill>
            <a:blip r:embed="rId3">
              <a:alphaModFix/>
            </a:blip>
            <a:stretch>
              <a:fillRect/>
            </a:stretch>
          </p:blipFill>
          <p:spPr>
            <a:xfrm>
              <a:off x="7538713" y="869275"/>
              <a:ext cx="2002724" cy="1823770"/>
            </a:xfrm>
            <a:prstGeom prst="rect">
              <a:avLst/>
            </a:prstGeom>
            <a:noFill/>
            <a:ln>
              <a:noFill/>
            </a:ln>
          </p:spPr>
        </p:pic>
      </p:grpSp>
      <p:sp>
        <p:nvSpPr>
          <p:cNvPr id="401" name="Google Shape;401;p20"/>
          <p:cNvSpPr txBox="1"/>
          <p:nvPr>
            <p:ph type="title"/>
          </p:nvPr>
        </p:nvSpPr>
        <p:spPr>
          <a:xfrm>
            <a:off x="3017885" y="734650"/>
            <a:ext cx="3108300" cy="899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sz="4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02" name="Google Shape;402;p20"/>
          <p:cNvSpPr txBox="1"/>
          <p:nvPr>
            <p:ph idx="1" type="subTitle"/>
          </p:nvPr>
        </p:nvSpPr>
        <p:spPr>
          <a:xfrm>
            <a:off x="3017850" y="1634350"/>
            <a:ext cx="3108300" cy="1058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200"/>
              <a:buNone/>
              <a:defRPr sz="14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03" name="Google Shape;403;p20"/>
          <p:cNvSpPr txBox="1"/>
          <p:nvPr/>
        </p:nvSpPr>
        <p:spPr>
          <a:xfrm>
            <a:off x="2099100" y="3611950"/>
            <a:ext cx="4945800" cy="5562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000">
                <a:solidFill>
                  <a:schemeClr val="dk1"/>
                </a:solidFill>
                <a:latin typeface="Open Sans"/>
                <a:ea typeface="Open Sans"/>
                <a:cs typeface="Open Sans"/>
                <a:sym typeface="Open Sans"/>
              </a:rPr>
              <a:t>CREDITS:</a:t>
            </a:r>
            <a:r>
              <a:rPr lang="en" sz="1000">
                <a:solidFill>
                  <a:schemeClr val="dk1"/>
                </a:solidFill>
                <a:latin typeface="Open Sans"/>
                <a:ea typeface="Open Sans"/>
                <a:cs typeface="Open Sans"/>
                <a:sym typeface="Open Sans"/>
              </a:rPr>
              <a:t> This presentation template was created by </a:t>
            </a:r>
            <a:r>
              <a:rPr b="1" lang="en" sz="1000" u="sng">
                <a:solidFill>
                  <a:schemeClr val="dk1"/>
                </a:solidFill>
                <a:latin typeface="Open Sans"/>
                <a:ea typeface="Open Sans"/>
                <a:cs typeface="Open Sans"/>
                <a:sym typeface="Open Sans"/>
                <a:hlinkClick r:id="rId4">
                  <a:extLst>
                    <a:ext uri="{A12FA001-AC4F-418D-AE19-62706E023703}">
                      <ahyp:hlinkClr val="tx"/>
                    </a:ext>
                  </a:extLst>
                </a:hlinkClick>
              </a:rPr>
              <a:t>Slidesgo</a:t>
            </a:r>
            <a:r>
              <a:rPr lang="en" sz="1000">
                <a:solidFill>
                  <a:schemeClr val="dk1"/>
                </a:solidFill>
                <a:latin typeface="Open Sans"/>
                <a:ea typeface="Open Sans"/>
                <a:cs typeface="Open Sans"/>
                <a:sym typeface="Open Sans"/>
              </a:rPr>
              <a:t>, and includes icons by </a:t>
            </a:r>
            <a:r>
              <a:rPr b="1" lang="en" sz="1000" u="sng">
                <a:solidFill>
                  <a:schemeClr val="dk1"/>
                </a:solidFill>
                <a:latin typeface="Open Sans"/>
                <a:ea typeface="Open Sans"/>
                <a:cs typeface="Open Sans"/>
                <a:sym typeface="Open Sans"/>
                <a:hlinkClick r:id="rId5">
                  <a:extLst>
                    <a:ext uri="{A12FA001-AC4F-418D-AE19-62706E023703}">
                      <ahyp:hlinkClr val="tx"/>
                    </a:ext>
                  </a:extLst>
                </a:hlinkClick>
              </a:rPr>
              <a:t>Flaticon</a:t>
            </a:r>
            <a:r>
              <a:rPr lang="en" sz="1000">
                <a:solidFill>
                  <a:schemeClr val="dk1"/>
                </a:solidFill>
                <a:latin typeface="Open Sans"/>
                <a:ea typeface="Open Sans"/>
                <a:cs typeface="Open Sans"/>
                <a:sym typeface="Open Sans"/>
              </a:rPr>
              <a:t>, and infographics &amp; images by </a:t>
            </a:r>
            <a:r>
              <a:rPr b="1" lang="en" sz="1000" u="sng">
                <a:solidFill>
                  <a:schemeClr val="dk1"/>
                </a:solidFill>
                <a:latin typeface="Open Sans"/>
                <a:ea typeface="Open Sans"/>
                <a:cs typeface="Open Sans"/>
                <a:sym typeface="Open Sans"/>
                <a:hlinkClick r:id="rId6">
                  <a:extLst>
                    <a:ext uri="{A12FA001-AC4F-418D-AE19-62706E023703}">
                      <ahyp:hlinkClr val="tx"/>
                    </a:ext>
                  </a:extLst>
                </a:hlinkClick>
              </a:rPr>
              <a:t>Freepik</a:t>
            </a:r>
            <a:r>
              <a:rPr lang="en" sz="1000" u="sng">
                <a:solidFill>
                  <a:schemeClr val="dk1"/>
                </a:solidFill>
                <a:latin typeface="Open Sans"/>
                <a:ea typeface="Open Sans"/>
                <a:cs typeface="Open Sans"/>
                <a:sym typeface="Open Sans"/>
              </a:rPr>
              <a:t> </a:t>
            </a:r>
            <a:endParaRPr b="1" sz="1000" u="sng">
              <a:solidFill>
                <a:schemeClr val="dk1"/>
              </a:solidFill>
              <a:latin typeface="Open Sans"/>
              <a:ea typeface="Open Sans"/>
              <a:cs typeface="Open Sans"/>
              <a:sym typeface="Open Sans"/>
            </a:endParaRPr>
          </a:p>
        </p:txBody>
      </p:sp>
      <p:grpSp>
        <p:nvGrpSpPr>
          <p:cNvPr id="404" name="Google Shape;404;p20"/>
          <p:cNvGrpSpPr/>
          <p:nvPr/>
        </p:nvGrpSpPr>
        <p:grpSpPr>
          <a:xfrm>
            <a:off x="816250" y="4703275"/>
            <a:ext cx="7511400" cy="238200"/>
            <a:chOff x="816250" y="4703275"/>
            <a:chExt cx="7511400" cy="238200"/>
          </a:xfrm>
        </p:grpSpPr>
        <p:grpSp>
          <p:nvGrpSpPr>
            <p:cNvPr id="405" name="Google Shape;405;p20"/>
            <p:cNvGrpSpPr/>
            <p:nvPr/>
          </p:nvGrpSpPr>
          <p:grpSpPr>
            <a:xfrm>
              <a:off x="816250" y="4703275"/>
              <a:ext cx="7511400" cy="238200"/>
              <a:chOff x="816250" y="4630450"/>
              <a:chExt cx="7511400" cy="238200"/>
            </a:xfrm>
          </p:grpSpPr>
          <p:sp>
            <p:nvSpPr>
              <p:cNvPr id="406" name="Google Shape;406;p20"/>
              <p:cNvSpPr/>
              <p:nvPr/>
            </p:nvSpPr>
            <p:spPr>
              <a:xfrm>
                <a:off x="816250" y="4630450"/>
                <a:ext cx="7511400" cy="2382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20"/>
              <p:cNvSpPr/>
              <p:nvPr/>
            </p:nvSpPr>
            <p:spPr>
              <a:xfrm rot="5400000">
                <a:off x="8018000" y="4558475"/>
                <a:ext cx="237300" cy="3819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20">
                <a:hlinkClick action="ppaction://hlinkshowjump?jump=previousslide"/>
              </p:cNvPr>
              <p:cNvSpPr/>
              <p:nvPr/>
            </p:nvSpPr>
            <p:spPr>
              <a:xfrm rot="-5400000">
                <a:off x="892550" y="4695100"/>
                <a:ext cx="125700" cy="108900"/>
              </a:xfrm>
              <a:prstGeom prst="triangl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20">
                <a:hlinkClick action="ppaction://hlinkshowjump?jump=nextslide"/>
              </p:cNvPr>
              <p:cNvSpPr/>
              <p:nvPr/>
            </p:nvSpPr>
            <p:spPr>
              <a:xfrm flipH="1" rot="5400000">
                <a:off x="1084525" y="4695100"/>
                <a:ext cx="125700" cy="108900"/>
              </a:xfrm>
              <a:prstGeom prst="triangl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0" name="Google Shape;410;p20"/>
            <p:cNvGrpSpPr/>
            <p:nvPr/>
          </p:nvGrpSpPr>
          <p:grpSpPr>
            <a:xfrm>
              <a:off x="8051978" y="4744266"/>
              <a:ext cx="158283" cy="156216"/>
              <a:chOff x="8058597" y="4744266"/>
              <a:chExt cx="158283" cy="156216"/>
            </a:xfrm>
          </p:grpSpPr>
          <p:sp>
            <p:nvSpPr>
              <p:cNvPr id="411" name="Google Shape;411;p20">
                <a:hlinkClick action="ppaction://hlinkshowjump?jump=firstslide"/>
              </p:cNvPr>
              <p:cNvSpPr/>
              <p:nvPr/>
            </p:nvSpPr>
            <p:spPr>
              <a:xfrm>
                <a:off x="8170770" y="4753449"/>
                <a:ext cx="26957" cy="25369"/>
              </a:xfrm>
              <a:custGeom>
                <a:rect b="b" l="l" r="r" t="t"/>
                <a:pathLst>
                  <a:path extrusionOk="0" h="3130" w="3326">
                    <a:moveTo>
                      <a:pt x="482" y="1"/>
                    </a:moveTo>
                    <a:cubicBezTo>
                      <a:pt x="280" y="1"/>
                      <a:pt x="95" y="114"/>
                      <a:pt x="1" y="293"/>
                    </a:cubicBezTo>
                    <a:lnTo>
                      <a:pt x="3322" y="3130"/>
                    </a:lnTo>
                    <a:lnTo>
                      <a:pt x="3322" y="564"/>
                    </a:lnTo>
                    <a:cubicBezTo>
                      <a:pt x="3325" y="253"/>
                      <a:pt x="3072" y="1"/>
                      <a:pt x="2761" y="1"/>
                    </a:cubicBezTo>
                    <a:cubicBezTo>
                      <a:pt x="2760" y="1"/>
                      <a:pt x="2758" y="1"/>
                      <a:pt x="2756" y="1"/>
                    </a:cubicBezTo>
                    <a:lnTo>
                      <a:pt x="497" y="1"/>
                    </a:lnTo>
                    <a:cubicBezTo>
                      <a:pt x="492" y="1"/>
                      <a:pt x="487" y="1"/>
                      <a:pt x="48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12" name="Google Shape;412;p20">
                <a:hlinkClick action="ppaction://hlinkshowjump?jump=firstslide"/>
              </p:cNvPr>
              <p:cNvSpPr/>
              <p:nvPr/>
            </p:nvSpPr>
            <p:spPr>
              <a:xfrm>
                <a:off x="8120106" y="4854105"/>
                <a:ext cx="36618" cy="46377"/>
              </a:xfrm>
              <a:custGeom>
                <a:rect b="b" l="l" r="r" t="t"/>
                <a:pathLst>
                  <a:path extrusionOk="0" h="5722" w="4518">
                    <a:moveTo>
                      <a:pt x="2822" y="1130"/>
                    </a:moveTo>
                    <a:cubicBezTo>
                      <a:pt x="3325" y="1130"/>
                      <a:pt x="3578" y="1738"/>
                      <a:pt x="3222" y="2093"/>
                    </a:cubicBezTo>
                    <a:cubicBezTo>
                      <a:pt x="3106" y="2209"/>
                      <a:pt x="2964" y="2260"/>
                      <a:pt x="2825" y="2260"/>
                    </a:cubicBezTo>
                    <a:cubicBezTo>
                      <a:pt x="2535" y="2260"/>
                      <a:pt x="2259" y="2036"/>
                      <a:pt x="2259" y="1696"/>
                    </a:cubicBezTo>
                    <a:cubicBezTo>
                      <a:pt x="2259" y="1383"/>
                      <a:pt x="2509" y="1130"/>
                      <a:pt x="2822" y="1130"/>
                    </a:cubicBezTo>
                    <a:close/>
                    <a:moveTo>
                      <a:pt x="0" y="1"/>
                    </a:moveTo>
                    <a:lnTo>
                      <a:pt x="0" y="5722"/>
                    </a:lnTo>
                    <a:lnTo>
                      <a:pt x="4517" y="5722"/>
                    </a:lnTo>
                    <a:lnTo>
                      <a:pt x="451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13" name="Google Shape;413;p20">
                <a:hlinkClick action="ppaction://hlinkshowjump?jump=firstslide"/>
              </p:cNvPr>
              <p:cNvSpPr/>
              <p:nvPr/>
            </p:nvSpPr>
            <p:spPr>
              <a:xfrm>
                <a:off x="8128941" y="4808344"/>
                <a:ext cx="18309" cy="18309"/>
              </a:xfrm>
              <a:custGeom>
                <a:rect b="b" l="l" r="r" t="t"/>
                <a:pathLst>
                  <a:path extrusionOk="0" h="2259" w="2259">
                    <a:moveTo>
                      <a:pt x="0" y="0"/>
                    </a:moveTo>
                    <a:lnTo>
                      <a:pt x="0" y="2259"/>
                    </a:lnTo>
                    <a:lnTo>
                      <a:pt x="2259" y="2259"/>
                    </a:lnTo>
                    <a:lnTo>
                      <a:pt x="225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14" name="Google Shape;414;p20">
                <a:hlinkClick action="ppaction://hlinkshowjump?jump=firstslide"/>
              </p:cNvPr>
              <p:cNvSpPr/>
              <p:nvPr/>
            </p:nvSpPr>
            <p:spPr>
              <a:xfrm>
                <a:off x="8058597" y="4744266"/>
                <a:ext cx="158283" cy="77103"/>
              </a:xfrm>
              <a:custGeom>
                <a:rect b="b" l="l" r="r" t="t"/>
                <a:pathLst>
                  <a:path extrusionOk="0" h="9513" w="19529">
                    <a:moveTo>
                      <a:pt x="9821" y="0"/>
                    </a:moveTo>
                    <a:cubicBezTo>
                      <a:pt x="9559" y="0"/>
                      <a:pt x="9297" y="92"/>
                      <a:pt x="9086" y="276"/>
                    </a:cubicBezTo>
                    <a:lnTo>
                      <a:pt x="531" y="7521"/>
                    </a:lnTo>
                    <a:cubicBezTo>
                      <a:pt x="61" y="7921"/>
                      <a:pt x="1" y="8626"/>
                      <a:pt x="395" y="9099"/>
                    </a:cubicBezTo>
                    <a:cubicBezTo>
                      <a:pt x="620" y="9369"/>
                      <a:pt x="942" y="9508"/>
                      <a:pt x="1266" y="9508"/>
                    </a:cubicBezTo>
                    <a:cubicBezTo>
                      <a:pt x="1525" y="9508"/>
                      <a:pt x="1785" y="9419"/>
                      <a:pt x="1997" y="9237"/>
                    </a:cubicBezTo>
                    <a:lnTo>
                      <a:pt x="9821" y="2622"/>
                    </a:lnTo>
                    <a:lnTo>
                      <a:pt x="17544" y="9240"/>
                    </a:lnTo>
                    <a:cubicBezTo>
                      <a:pt x="17759" y="9425"/>
                      <a:pt x="18019" y="9513"/>
                      <a:pt x="18278" y="9513"/>
                    </a:cubicBezTo>
                    <a:cubicBezTo>
                      <a:pt x="18661" y="9513"/>
                      <a:pt x="19039" y="9318"/>
                      <a:pt x="19252" y="8954"/>
                    </a:cubicBezTo>
                    <a:cubicBezTo>
                      <a:pt x="19529" y="8482"/>
                      <a:pt x="19430" y="7879"/>
                      <a:pt x="19014" y="7524"/>
                    </a:cubicBezTo>
                    <a:lnTo>
                      <a:pt x="10555" y="276"/>
                    </a:lnTo>
                    <a:cubicBezTo>
                      <a:pt x="10345" y="92"/>
                      <a:pt x="10083" y="0"/>
                      <a:pt x="982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15" name="Google Shape;415;p20">
                <a:hlinkClick action="ppaction://hlinkshowjump?jump=firstslide"/>
              </p:cNvPr>
              <p:cNvSpPr/>
              <p:nvPr/>
            </p:nvSpPr>
            <p:spPr>
              <a:xfrm>
                <a:off x="8077733" y="4777545"/>
                <a:ext cx="119889" cy="122937"/>
              </a:xfrm>
              <a:custGeom>
                <a:rect b="b" l="l" r="r" t="t"/>
                <a:pathLst>
                  <a:path extrusionOk="0" h="15168" w="14792">
                    <a:moveTo>
                      <a:pt x="9143" y="2671"/>
                    </a:moveTo>
                    <a:cubicBezTo>
                      <a:pt x="9453" y="2671"/>
                      <a:pt x="9706" y="2924"/>
                      <a:pt x="9706" y="3237"/>
                    </a:cubicBezTo>
                    <a:lnTo>
                      <a:pt x="9706" y="6625"/>
                    </a:lnTo>
                    <a:cubicBezTo>
                      <a:pt x="9706" y="6935"/>
                      <a:pt x="9453" y="7188"/>
                      <a:pt x="9143" y="7188"/>
                    </a:cubicBezTo>
                    <a:lnTo>
                      <a:pt x="5755" y="7188"/>
                    </a:lnTo>
                    <a:cubicBezTo>
                      <a:pt x="5442" y="7188"/>
                      <a:pt x="5189" y="6935"/>
                      <a:pt x="5189" y="6625"/>
                    </a:cubicBezTo>
                    <a:lnTo>
                      <a:pt x="5189" y="3237"/>
                    </a:lnTo>
                    <a:cubicBezTo>
                      <a:pt x="5189" y="2924"/>
                      <a:pt x="5442" y="2671"/>
                      <a:pt x="5755" y="2671"/>
                    </a:cubicBezTo>
                    <a:close/>
                    <a:moveTo>
                      <a:pt x="7448" y="0"/>
                    </a:moveTo>
                    <a:lnTo>
                      <a:pt x="4" y="6291"/>
                    </a:lnTo>
                    <a:lnTo>
                      <a:pt x="4" y="14605"/>
                    </a:lnTo>
                    <a:cubicBezTo>
                      <a:pt x="1" y="14913"/>
                      <a:pt x="254" y="15168"/>
                      <a:pt x="564" y="15168"/>
                    </a:cubicBezTo>
                    <a:cubicBezTo>
                      <a:pt x="566" y="15168"/>
                      <a:pt x="568" y="15168"/>
                      <a:pt x="570" y="15168"/>
                    </a:cubicBezTo>
                    <a:lnTo>
                      <a:pt x="4060" y="15168"/>
                    </a:lnTo>
                    <a:lnTo>
                      <a:pt x="4060" y="8883"/>
                    </a:lnTo>
                    <a:cubicBezTo>
                      <a:pt x="4060" y="8570"/>
                      <a:pt x="4313" y="8317"/>
                      <a:pt x="4626" y="8317"/>
                    </a:cubicBezTo>
                    <a:lnTo>
                      <a:pt x="10272" y="8317"/>
                    </a:lnTo>
                    <a:cubicBezTo>
                      <a:pt x="10582" y="8317"/>
                      <a:pt x="10835" y="8570"/>
                      <a:pt x="10835" y="8883"/>
                    </a:cubicBezTo>
                    <a:lnTo>
                      <a:pt x="10835" y="15168"/>
                    </a:lnTo>
                    <a:lnTo>
                      <a:pt x="14223" y="15168"/>
                    </a:lnTo>
                    <a:cubicBezTo>
                      <a:pt x="14225" y="15168"/>
                      <a:pt x="14227" y="15168"/>
                      <a:pt x="14228" y="15168"/>
                    </a:cubicBezTo>
                    <a:cubicBezTo>
                      <a:pt x="14539" y="15168"/>
                      <a:pt x="14792" y="14913"/>
                      <a:pt x="14789" y="14605"/>
                    </a:cubicBezTo>
                    <a:lnTo>
                      <a:pt x="14789" y="6291"/>
                    </a:lnTo>
                    <a:lnTo>
                      <a:pt x="744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grpSp>
        <p:nvGrpSpPr>
          <p:cNvPr id="416" name="Google Shape;416;p20"/>
          <p:cNvGrpSpPr/>
          <p:nvPr/>
        </p:nvGrpSpPr>
        <p:grpSpPr>
          <a:xfrm>
            <a:off x="367338" y="2117225"/>
            <a:ext cx="8345438" cy="2072725"/>
            <a:chOff x="367338" y="2117225"/>
            <a:chExt cx="8345438" cy="2072725"/>
          </a:xfrm>
        </p:grpSpPr>
        <p:grpSp>
          <p:nvGrpSpPr>
            <p:cNvPr id="417" name="Google Shape;417;p20"/>
            <p:cNvGrpSpPr/>
            <p:nvPr/>
          </p:nvGrpSpPr>
          <p:grpSpPr>
            <a:xfrm>
              <a:off x="8430775" y="2919400"/>
              <a:ext cx="282000" cy="1270550"/>
              <a:chOff x="4314650" y="3034025"/>
              <a:chExt cx="282000" cy="1270550"/>
            </a:xfrm>
          </p:grpSpPr>
          <p:sp>
            <p:nvSpPr>
              <p:cNvPr id="418" name="Google Shape;418;p20"/>
              <p:cNvSpPr/>
              <p:nvPr/>
            </p:nvSpPr>
            <p:spPr>
              <a:xfrm>
                <a:off x="4314650" y="3034025"/>
                <a:ext cx="282000" cy="479525"/>
              </a:xfrm>
              <a:custGeom>
                <a:rect b="b" l="l" r="r" t="t"/>
                <a:pathLst>
                  <a:path extrusionOk="0" h="19181" w="11280">
                    <a:moveTo>
                      <a:pt x="0" y="1"/>
                    </a:moveTo>
                    <a:lnTo>
                      <a:pt x="0" y="11280"/>
                    </a:lnTo>
                    <a:lnTo>
                      <a:pt x="11280" y="19180"/>
                    </a:lnTo>
                    <a:lnTo>
                      <a:pt x="11280" y="7901"/>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20"/>
              <p:cNvSpPr/>
              <p:nvPr/>
            </p:nvSpPr>
            <p:spPr>
              <a:xfrm>
                <a:off x="4314650" y="3376575"/>
                <a:ext cx="282000" cy="295025"/>
              </a:xfrm>
              <a:custGeom>
                <a:rect b="b" l="l" r="r" t="t"/>
                <a:pathLst>
                  <a:path extrusionOk="0" h="11801" w="11280">
                    <a:moveTo>
                      <a:pt x="0" y="0"/>
                    </a:moveTo>
                    <a:lnTo>
                      <a:pt x="0" y="3901"/>
                    </a:lnTo>
                    <a:lnTo>
                      <a:pt x="11280" y="11801"/>
                    </a:lnTo>
                    <a:lnTo>
                      <a:pt x="11280" y="7900"/>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20"/>
              <p:cNvSpPr/>
              <p:nvPr/>
            </p:nvSpPr>
            <p:spPr>
              <a:xfrm>
                <a:off x="4314650" y="3534650"/>
                <a:ext cx="282000" cy="295375"/>
              </a:xfrm>
              <a:custGeom>
                <a:rect b="b" l="l" r="r" t="t"/>
                <a:pathLst>
                  <a:path extrusionOk="0" h="11815" w="11280">
                    <a:moveTo>
                      <a:pt x="0" y="0"/>
                    </a:moveTo>
                    <a:lnTo>
                      <a:pt x="0" y="3915"/>
                    </a:lnTo>
                    <a:lnTo>
                      <a:pt x="11280" y="11815"/>
                    </a:lnTo>
                    <a:lnTo>
                      <a:pt x="11280" y="7900"/>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20"/>
              <p:cNvSpPr/>
              <p:nvPr/>
            </p:nvSpPr>
            <p:spPr>
              <a:xfrm>
                <a:off x="4314650" y="3693050"/>
                <a:ext cx="282000" cy="295050"/>
              </a:xfrm>
              <a:custGeom>
                <a:rect b="b" l="l" r="r" t="t"/>
                <a:pathLst>
                  <a:path extrusionOk="0" h="11802" w="11280">
                    <a:moveTo>
                      <a:pt x="0" y="1"/>
                    </a:moveTo>
                    <a:lnTo>
                      <a:pt x="0" y="3902"/>
                    </a:lnTo>
                    <a:lnTo>
                      <a:pt x="11280" y="11801"/>
                    </a:lnTo>
                    <a:lnTo>
                      <a:pt x="11280" y="7901"/>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20"/>
              <p:cNvSpPr/>
              <p:nvPr/>
            </p:nvSpPr>
            <p:spPr>
              <a:xfrm>
                <a:off x="4314650" y="3851125"/>
                <a:ext cx="282000" cy="295400"/>
              </a:xfrm>
              <a:custGeom>
                <a:rect b="b" l="l" r="r" t="t"/>
                <a:pathLst>
                  <a:path extrusionOk="0" h="11816" w="11280">
                    <a:moveTo>
                      <a:pt x="0" y="1"/>
                    </a:moveTo>
                    <a:lnTo>
                      <a:pt x="0" y="3915"/>
                    </a:lnTo>
                    <a:lnTo>
                      <a:pt x="11280" y="11815"/>
                    </a:lnTo>
                    <a:lnTo>
                      <a:pt x="11280" y="7900"/>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20"/>
              <p:cNvSpPr/>
              <p:nvPr/>
            </p:nvSpPr>
            <p:spPr>
              <a:xfrm>
                <a:off x="4314650" y="4009550"/>
                <a:ext cx="282000" cy="295025"/>
              </a:xfrm>
              <a:custGeom>
                <a:rect b="b" l="l" r="r" t="t"/>
                <a:pathLst>
                  <a:path extrusionOk="0" h="11801" w="11280">
                    <a:moveTo>
                      <a:pt x="0" y="0"/>
                    </a:moveTo>
                    <a:lnTo>
                      <a:pt x="0" y="3901"/>
                    </a:lnTo>
                    <a:lnTo>
                      <a:pt x="11280" y="11801"/>
                    </a:lnTo>
                    <a:lnTo>
                      <a:pt x="11280" y="7900"/>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4" name="Google Shape;424;p20"/>
            <p:cNvGrpSpPr/>
            <p:nvPr/>
          </p:nvGrpSpPr>
          <p:grpSpPr>
            <a:xfrm>
              <a:off x="367338" y="2117225"/>
              <a:ext cx="691775" cy="691775"/>
              <a:chOff x="1323700" y="2294750"/>
              <a:chExt cx="691775" cy="691775"/>
            </a:xfrm>
          </p:grpSpPr>
          <p:sp>
            <p:nvSpPr>
              <p:cNvPr id="425" name="Google Shape;425;p20"/>
              <p:cNvSpPr/>
              <p:nvPr/>
            </p:nvSpPr>
            <p:spPr>
              <a:xfrm>
                <a:off x="1375450" y="2304250"/>
                <a:ext cx="630525" cy="630525"/>
              </a:xfrm>
              <a:custGeom>
                <a:rect b="b" l="l" r="r" t="t"/>
                <a:pathLst>
                  <a:path extrusionOk="0" h="25221" w="25221">
                    <a:moveTo>
                      <a:pt x="4056" y="1"/>
                    </a:moveTo>
                    <a:lnTo>
                      <a:pt x="0" y="4056"/>
                    </a:lnTo>
                    <a:lnTo>
                      <a:pt x="8548" y="12618"/>
                    </a:lnTo>
                    <a:lnTo>
                      <a:pt x="0" y="21165"/>
                    </a:lnTo>
                    <a:lnTo>
                      <a:pt x="4056" y="25221"/>
                    </a:lnTo>
                    <a:lnTo>
                      <a:pt x="12603" y="16673"/>
                    </a:lnTo>
                    <a:lnTo>
                      <a:pt x="21165" y="25221"/>
                    </a:lnTo>
                    <a:lnTo>
                      <a:pt x="25220" y="21165"/>
                    </a:lnTo>
                    <a:lnTo>
                      <a:pt x="16673" y="12618"/>
                    </a:lnTo>
                    <a:lnTo>
                      <a:pt x="25220" y="4056"/>
                    </a:lnTo>
                    <a:lnTo>
                      <a:pt x="21165" y="1"/>
                    </a:lnTo>
                    <a:lnTo>
                      <a:pt x="12603" y="8548"/>
                    </a:lnTo>
                    <a:lnTo>
                      <a:pt x="405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20"/>
              <p:cNvSpPr/>
              <p:nvPr/>
            </p:nvSpPr>
            <p:spPr>
              <a:xfrm>
                <a:off x="1365925" y="2294750"/>
                <a:ext cx="649550" cy="649550"/>
              </a:xfrm>
              <a:custGeom>
                <a:rect b="b" l="l" r="r" t="t"/>
                <a:pathLst>
                  <a:path extrusionOk="0" h="25982" w="25982">
                    <a:moveTo>
                      <a:pt x="21546" y="747"/>
                    </a:moveTo>
                    <a:lnTo>
                      <a:pt x="25249" y="4436"/>
                    </a:lnTo>
                    <a:lnTo>
                      <a:pt x="16688" y="12984"/>
                    </a:lnTo>
                    <a:lnTo>
                      <a:pt x="25249" y="21531"/>
                    </a:lnTo>
                    <a:lnTo>
                      <a:pt x="21546" y="25235"/>
                    </a:lnTo>
                    <a:lnTo>
                      <a:pt x="12984" y="16673"/>
                    </a:lnTo>
                    <a:lnTo>
                      <a:pt x="4451" y="25235"/>
                    </a:lnTo>
                    <a:lnTo>
                      <a:pt x="747" y="21545"/>
                    </a:lnTo>
                    <a:lnTo>
                      <a:pt x="9295" y="12998"/>
                    </a:lnTo>
                    <a:lnTo>
                      <a:pt x="747" y="4436"/>
                    </a:lnTo>
                    <a:lnTo>
                      <a:pt x="4437" y="747"/>
                    </a:lnTo>
                    <a:lnTo>
                      <a:pt x="12984" y="9308"/>
                    </a:lnTo>
                    <a:lnTo>
                      <a:pt x="21546" y="747"/>
                    </a:lnTo>
                    <a:close/>
                    <a:moveTo>
                      <a:pt x="4437" y="0"/>
                    </a:moveTo>
                    <a:lnTo>
                      <a:pt x="1" y="4436"/>
                    </a:lnTo>
                    <a:lnTo>
                      <a:pt x="8562" y="12998"/>
                    </a:lnTo>
                    <a:lnTo>
                      <a:pt x="1" y="21545"/>
                    </a:lnTo>
                    <a:lnTo>
                      <a:pt x="4437" y="25981"/>
                    </a:lnTo>
                    <a:lnTo>
                      <a:pt x="12984" y="17419"/>
                    </a:lnTo>
                    <a:lnTo>
                      <a:pt x="21546" y="25981"/>
                    </a:lnTo>
                    <a:lnTo>
                      <a:pt x="25982" y="21545"/>
                    </a:lnTo>
                    <a:lnTo>
                      <a:pt x="17434" y="12998"/>
                    </a:lnTo>
                    <a:lnTo>
                      <a:pt x="25982" y="4436"/>
                    </a:lnTo>
                    <a:lnTo>
                      <a:pt x="21546" y="0"/>
                    </a:lnTo>
                    <a:lnTo>
                      <a:pt x="12984" y="8562"/>
                    </a:lnTo>
                    <a:lnTo>
                      <a:pt x="443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20"/>
              <p:cNvSpPr/>
              <p:nvPr/>
            </p:nvSpPr>
            <p:spPr>
              <a:xfrm>
                <a:off x="1333200" y="2346500"/>
                <a:ext cx="630525" cy="630525"/>
              </a:xfrm>
              <a:custGeom>
                <a:rect b="b" l="l" r="r" t="t"/>
                <a:pathLst>
                  <a:path extrusionOk="0" h="25221" w="25221">
                    <a:moveTo>
                      <a:pt x="4056" y="0"/>
                    </a:moveTo>
                    <a:lnTo>
                      <a:pt x="0" y="4056"/>
                    </a:lnTo>
                    <a:lnTo>
                      <a:pt x="8548" y="12618"/>
                    </a:lnTo>
                    <a:lnTo>
                      <a:pt x="0" y="21165"/>
                    </a:lnTo>
                    <a:lnTo>
                      <a:pt x="4056" y="25221"/>
                    </a:lnTo>
                    <a:lnTo>
                      <a:pt x="12603" y="16673"/>
                    </a:lnTo>
                    <a:lnTo>
                      <a:pt x="21165" y="25221"/>
                    </a:lnTo>
                    <a:lnTo>
                      <a:pt x="25221" y="21165"/>
                    </a:lnTo>
                    <a:lnTo>
                      <a:pt x="16673" y="12618"/>
                    </a:lnTo>
                    <a:lnTo>
                      <a:pt x="25221" y="4056"/>
                    </a:lnTo>
                    <a:lnTo>
                      <a:pt x="21165" y="0"/>
                    </a:lnTo>
                    <a:lnTo>
                      <a:pt x="12603" y="8548"/>
                    </a:lnTo>
                    <a:lnTo>
                      <a:pt x="405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20"/>
              <p:cNvSpPr/>
              <p:nvPr/>
            </p:nvSpPr>
            <p:spPr>
              <a:xfrm>
                <a:off x="1323700" y="2337350"/>
                <a:ext cx="649525" cy="649175"/>
              </a:xfrm>
              <a:custGeom>
                <a:rect b="b" l="l" r="r" t="t"/>
                <a:pathLst>
                  <a:path extrusionOk="0" h="25967" w="25981">
                    <a:moveTo>
                      <a:pt x="21531" y="733"/>
                    </a:moveTo>
                    <a:lnTo>
                      <a:pt x="25220" y="4422"/>
                    </a:lnTo>
                    <a:lnTo>
                      <a:pt x="16673" y="12984"/>
                    </a:lnTo>
                    <a:lnTo>
                      <a:pt x="25234" y="21531"/>
                    </a:lnTo>
                    <a:lnTo>
                      <a:pt x="21545" y="25221"/>
                    </a:lnTo>
                    <a:lnTo>
                      <a:pt x="12983" y="16673"/>
                    </a:lnTo>
                    <a:lnTo>
                      <a:pt x="4450" y="25221"/>
                    </a:lnTo>
                    <a:lnTo>
                      <a:pt x="746" y="21531"/>
                    </a:lnTo>
                    <a:lnTo>
                      <a:pt x="9294" y="12984"/>
                    </a:lnTo>
                    <a:lnTo>
                      <a:pt x="732" y="4422"/>
                    </a:lnTo>
                    <a:lnTo>
                      <a:pt x="4436" y="747"/>
                    </a:lnTo>
                    <a:lnTo>
                      <a:pt x="12983" y="9294"/>
                    </a:lnTo>
                    <a:lnTo>
                      <a:pt x="21531" y="733"/>
                    </a:lnTo>
                    <a:close/>
                    <a:moveTo>
                      <a:pt x="4436" y="0"/>
                    </a:moveTo>
                    <a:lnTo>
                      <a:pt x="0" y="4422"/>
                    </a:lnTo>
                    <a:lnTo>
                      <a:pt x="8548" y="12984"/>
                    </a:lnTo>
                    <a:lnTo>
                      <a:pt x="0" y="21531"/>
                    </a:lnTo>
                    <a:lnTo>
                      <a:pt x="4436" y="25967"/>
                    </a:lnTo>
                    <a:lnTo>
                      <a:pt x="12983" y="17419"/>
                    </a:lnTo>
                    <a:lnTo>
                      <a:pt x="21545" y="25967"/>
                    </a:lnTo>
                    <a:lnTo>
                      <a:pt x="25981" y="21531"/>
                    </a:lnTo>
                    <a:lnTo>
                      <a:pt x="17433" y="12984"/>
                    </a:lnTo>
                    <a:lnTo>
                      <a:pt x="25967" y="4422"/>
                    </a:lnTo>
                    <a:lnTo>
                      <a:pt x="21545" y="0"/>
                    </a:lnTo>
                    <a:lnTo>
                      <a:pt x="12983" y="8548"/>
                    </a:lnTo>
                    <a:lnTo>
                      <a:pt x="443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429" name="Shape 429"/>
        <p:cNvGrpSpPr/>
        <p:nvPr/>
      </p:nvGrpSpPr>
      <p:grpSpPr>
        <a:xfrm>
          <a:off x="0" y="0"/>
          <a:ext cx="0" cy="0"/>
          <a:chOff x="0" y="0"/>
          <a:chExt cx="0" cy="0"/>
        </a:xfrm>
      </p:grpSpPr>
      <p:grpSp>
        <p:nvGrpSpPr>
          <p:cNvPr id="430" name="Google Shape;430;p21"/>
          <p:cNvGrpSpPr/>
          <p:nvPr/>
        </p:nvGrpSpPr>
        <p:grpSpPr>
          <a:xfrm>
            <a:off x="816250" y="4703275"/>
            <a:ext cx="7511400" cy="238200"/>
            <a:chOff x="816250" y="4703275"/>
            <a:chExt cx="7511400" cy="238200"/>
          </a:xfrm>
        </p:grpSpPr>
        <p:grpSp>
          <p:nvGrpSpPr>
            <p:cNvPr id="431" name="Google Shape;431;p21"/>
            <p:cNvGrpSpPr/>
            <p:nvPr/>
          </p:nvGrpSpPr>
          <p:grpSpPr>
            <a:xfrm>
              <a:off x="816250" y="4703275"/>
              <a:ext cx="7511400" cy="238200"/>
              <a:chOff x="816250" y="4630450"/>
              <a:chExt cx="7511400" cy="238200"/>
            </a:xfrm>
          </p:grpSpPr>
          <p:sp>
            <p:nvSpPr>
              <p:cNvPr id="432" name="Google Shape;432;p21"/>
              <p:cNvSpPr/>
              <p:nvPr/>
            </p:nvSpPr>
            <p:spPr>
              <a:xfrm>
                <a:off x="816250" y="4630450"/>
                <a:ext cx="7511400" cy="2382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21"/>
              <p:cNvSpPr/>
              <p:nvPr/>
            </p:nvSpPr>
            <p:spPr>
              <a:xfrm rot="5400000">
                <a:off x="8018000" y="4558475"/>
                <a:ext cx="237300" cy="3819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21">
                <a:hlinkClick action="ppaction://hlinkshowjump?jump=previousslide"/>
              </p:cNvPr>
              <p:cNvSpPr/>
              <p:nvPr/>
            </p:nvSpPr>
            <p:spPr>
              <a:xfrm rot="-5400000">
                <a:off x="892550" y="4695100"/>
                <a:ext cx="125700" cy="108900"/>
              </a:xfrm>
              <a:prstGeom prst="triangl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21">
                <a:hlinkClick action="ppaction://hlinkshowjump?jump=nextslide"/>
              </p:cNvPr>
              <p:cNvSpPr/>
              <p:nvPr/>
            </p:nvSpPr>
            <p:spPr>
              <a:xfrm flipH="1" rot="5400000">
                <a:off x="1084525" y="4695100"/>
                <a:ext cx="125700" cy="108900"/>
              </a:xfrm>
              <a:prstGeom prst="triangl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6" name="Google Shape;436;p21"/>
            <p:cNvGrpSpPr/>
            <p:nvPr/>
          </p:nvGrpSpPr>
          <p:grpSpPr>
            <a:xfrm>
              <a:off x="8051978" y="4744266"/>
              <a:ext cx="158283" cy="156216"/>
              <a:chOff x="8058597" y="4744266"/>
              <a:chExt cx="158283" cy="156216"/>
            </a:xfrm>
          </p:grpSpPr>
          <p:sp>
            <p:nvSpPr>
              <p:cNvPr id="437" name="Google Shape;437;p21">
                <a:hlinkClick action="ppaction://hlinkshowjump?jump=firstslide"/>
              </p:cNvPr>
              <p:cNvSpPr/>
              <p:nvPr/>
            </p:nvSpPr>
            <p:spPr>
              <a:xfrm>
                <a:off x="8170770" y="4753449"/>
                <a:ext cx="26957" cy="25369"/>
              </a:xfrm>
              <a:custGeom>
                <a:rect b="b" l="l" r="r" t="t"/>
                <a:pathLst>
                  <a:path extrusionOk="0" h="3130" w="3326">
                    <a:moveTo>
                      <a:pt x="482" y="1"/>
                    </a:moveTo>
                    <a:cubicBezTo>
                      <a:pt x="280" y="1"/>
                      <a:pt x="95" y="114"/>
                      <a:pt x="1" y="293"/>
                    </a:cubicBezTo>
                    <a:lnTo>
                      <a:pt x="3322" y="3130"/>
                    </a:lnTo>
                    <a:lnTo>
                      <a:pt x="3322" y="564"/>
                    </a:lnTo>
                    <a:cubicBezTo>
                      <a:pt x="3325" y="253"/>
                      <a:pt x="3072" y="1"/>
                      <a:pt x="2761" y="1"/>
                    </a:cubicBezTo>
                    <a:cubicBezTo>
                      <a:pt x="2760" y="1"/>
                      <a:pt x="2758" y="1"/>
                      <a:pt x="2756" y="1"/>
                    </a:cubicBezTo>
                    <a:lnTo>
                      <a:pt x="497" y="1"/>
                    </a:lnTo>
                    <a:cubicBezTo>
                      <a:pt x="492" y="1"/>
                      <a:pt x="487" y="1"/>
                      <a:pt x="48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38" name="Google Shape;438;p21">
                <a:hlinkClick action="ppaction://hlinkshowjump?jump=firstslide"/>
              </p:cNvPr>
              <p:cNvSpPr/>
              <p:nvPr/>
            </p:nvSpPr>
            <p:spPr>
              <a:xfrm>
                <a:off x="8120106" y="4854105"/>
                <a:ext cx="36618" cy="46377"/>
              </a:xfrm>
              <a:custGeom>
                <a:rect b="b" l="l" r="r" t="t"/>
                <a:pathLst>
                  <a:path extrusionOk="0" h="5722" w="4518">
                    <a:moveTo>
                      <a:pt x="2822" y="1130"/>
                    </a:moveTo>
                    <a:cubicBezTo>
                      <a:pt x="3325" y="1130"/>
                      <a:pt x="3578" y="1738"/>
                      <a:pt x="3222" y="2093"/>
                    </a:cubicBezTo>
                    <a:cubicBezTo>
                      <a:pt x="3106" y="2209"/>
                      <a:pt x="2964" y="2260"/>
                      <a:pt x="2825" y="2260"/>
                    </a:cubicBezTo>
                    <a:cubicBezTo>
                      <a:pt x="2535" y="2260"/>
                      <a:pt x="2259" y="2036"/>
                      <a:pt x="2259" y="1696"/>
                    </a:cubicBezTo>
                    <a:cubicBezTo>
                      <a:pt x="2259" y="1383"/>
                      <a:pt x="2509" y="1130"/>
                      <a:pt x="2822" y="1130"/>
                    </a:cubicBezTo>
                    <a:close/>
                    <a:moveTo>
                      <a:pt x="0" y="1"/>
                    </a:moveTo>
                    <a:lnTo>
                      <a:pt x="0" y="5722"/>
                    </a:lnTo>
                    <a:lnTo>
                      <a:pt x="4517" y="5722"/>
                    </a:lnTo>
                    <a:lnTo>
                      <a:pt x="451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39" name="Google Shape;439;p21">
                <a:hlinkClick action="ppaction://hlinkshowjump?jump=firstslide"/>
              </p:cNvPr>
              <p:cNvSpPr/>
              <p:nvPr/>
            </p:nvSpPr>
            <p:spPr>
              <a:xfrm>
                <a:off x="8128941" y="4808344"/>
                <a:ext cx="18309" cy="18309"/>
              </a:xfrm>
              <a:custGeom>
                <a:rect b="b" l="l" r="r" t="t"/>
                <a:pathLst>
                  <a:path extrusionOk="0" h="2259" w="2259">
                    <a:moveTo>
                      <a:pt x="0" y="0"/>
                    </a:moveTo>
                    <a:lnTo>
                      <a:pt x="0" y="2259"/>
                    </a:lnTo>
                    <a:lnTo>
                      <a:pt x="2259" y="2259"/>
                    </a:lnTo>
                    <a:lnTo>
                      <a:pt x="225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40" name="Google Shape;440;p21">
                <a:hlinkClick action="ppaction://hlinkshowjump?jump=firstslide"/>
              </p:cNvPr>
              <p:cNvSpPr/>
              <p:nvPr/>
            </p:nvSpPr>
            <p:spPr>
              <a:xfrm>
                <a:off x="8058597" y="4744266"/>
                <a:ext cx="158283" cy="77103"/>
              </a:xfrm>
              <a:custGeom>
                <a:rect b="b" l="l" r="r" t="t"/>
                <a:pathLst>
                  <a:path extrusionOk="0" h="9513" w="19529">
                    <a:moveTo>
                      <a:pt x="9821" y="0"/>
                    </a:moveTo>
                    <a:cubicBezTo>
                      <a:pt x="9559" y="0"/>
                      <a:pt x="9297" y="92"/>
                      <a:pt x="9086" y="276"/>
                    </a:cubicBezTo>
                    <a:lnTo>
                      <a:pt x="531" y="7521"/>
                    </a:lnTo>
                    <a:cubicBezTo>
                      <a:pt x="61" y="7921"/>
                      <a:pt x="1" y="8626"/>
                      <a:pt x="395" y="9099"/>
                    </a:cubicBezTo>
                    <a:cubicBezTo>
                      <a:pt x="620" y="9369"/>
                      <a:pt x="942" y="9508"/>
                      <a:pt x="1266" y="9508"/>
                    </a:cubicBezTo>
                    <a:cubicBezTo>
                      <a:pt x="1525" y="9508"/>
                      <a:pt x="1785" y="9419"/>
                      <a:pt x="1997" y="9237"/>
                    </a:cubicBezTo>
                    <a:lnTo>
                      <a:pt x="9821" y="2622"/>
                    </a:lnTo>
                    <a:lnTo>
                      <a:pt x="17544" y="9240"/>
                    </a:lnTo>
                    <a:cubicBezTo>
                      <a:pt x="17759" y="9425"/>
                      <a:pt x="18019" y="9513"/>
                      <a:pt x="18278" y="9513"/>
                    </a:cubicBezTo>
                    <a:cubicBezTo>
                      <a:pt x="18661" y="9513"/>
                      <a:pt x="19039" y="9318"/>
                      <a:pt x="19252" y="8954"/>
                    </a:cubicBezTo>
                    <a:cubicBezTo>
                      <a:pt x="19529" y="8482"/>
                      <a:pt x="19430" y="7879"/>
                      <a:pt x="19014" y="7524"/>
                    </a:cubicBezTo>
                    <a:lnTo>
                      <a:pt x="10555" y="276"/>
                    </a:lnTo>
                    <a:cubicBezTo>
                      <a:pt x="10345" y="92"/>
                      <a:pt x="10083" y="0"/>
                      <a:pt x="982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41" name="Google Shape;441;p21">
                <a:hlinkClick action="ppaction://hlinkshowjump?jump=firstslide"/>
              </p:cNvPr>
              <p:cNvSpPr/>
              <p:nvPr/>
            </p:nvSpPr>
            <p:spPr>
              <a:xfrm>
                <a:off x="8077733" y="4777545"/>
                <a:ext cx="119889" cy="122937"/>
              </a:xfrm>
              <a:custGeom>
                <a:rect b="b" l="l" r="r" t="t"/>
                <a:pathLst>
                  <a:path extrusionOk="0" h="15168" w="14792">
                    <a:moveTo>
                      <a:pt x="9143" y="2671"/>
                    </a:moveTo>
                    <a:cubicBezTo>
                      <a:pt x="9453" y="2671"/>
                      <a:pt x="9706" y="2924"/>
                      <a:pt x="9706" y="3237"/>
                    </a:cubicBezTo>
                    <a:lnTo>
                      <a:pt x="9706" y="6625"/>
                    </a:lnTo>
                    <a:cubicBezTo>
                      <a:pt x="9706" y="6935"/>
                      <a:pt x="9453" y="7188"/>
                      <a:pt x="9143" y="7188"/>
                    </a:cubicBezTo>
                    <a:lnTo>
                      <a:pt x="5755" y="7188"/>
                    </a:lnTo>
                    <a:cubicBezTo>
                      <a:pt x="5442" y="7188"/>
                      <a:pt x="5189" y="6935"/>
                      <a:pt x="5189" y="6625"/>
                    </a:cubicBezTo>
                    <a:lnTo>
                      <a:pt x="5189" y="3237"/>
                    </a:lnTo>
                    <a:cubicBezTo>
                      <a:pt x="5189" y="2924"/>
                      <a:pt x="5442" y="2671"/>
                      <a:pt x="5755" y="2671"/>
                    </a:cubicBezTo>
                    <a:close/>
                    <a:moveTo>
                      <a:pt x="7448" y="0"/>
                    </a:moveTo>
                    <a:lnTo>
                      <a:pt x="4" y="6291"/>
                    </a:lnTo>
                    <a:lnTo>
                      <a:pt x="4" y="14605"/>
                    </a:lnTo>
                    <a:cubicBezTo>
                      <a:pt x="1" y="14913"/>
                      <a:pt x="254" y="15168"/>
                      <a:pt x="564" y="15168"/>
                    </a:cubicBezTo>
                    <a:cubicBezTo>
                      <a:pt x="566" y="15168"/>
                      <a:pt x="568" y="15168"/>
                      <a:pt x="570" y="15168"/>
                    </a:cubicBezTo>
                    <a:lnTo>
                      <a:pt x="4060" y="15168"/>
                    </a:lnTo>
                    <a:lnTo>
                      <a:pt x="4060" y="8883"/>
                    </a:lnTo>
                    <a:cubicBezTo>
                      <a:pt x="4060" y="8570"/>
                      <a:pt x="4313" y="8317"/>
                      <a:pt x="4626" y="8317"/>
                    </a:cubicBezTo>
                    <a:lnTo>
                      <a:pt x="10272" y="8317"/>
                    </a:lnTo>
                    <a:cubicBezTo>
                      <a:pt x="10582" y="8317"/>
                      <a:pt x="10835" y="8570"/>
                      <a:pt x="10835" y="8883"/>
                    </a:cubicBezTo>
                    <a:lnTo>
                      <a:pt x="10835" y="15168"/>
                    </a:lnTo>
                    <a:lnTo>
                      <a:pt x="14223" y="15168"/>
                    </a:lnTo>
                    <a:cubicBezTo>
                      <a:pt x="14225" y="15168"/>
                      <a:pt x="14227" y="15168"/>
                      <a:pt x="14228" y="15168"/>
                    </a:cubicBezTo>
                    <a:cubicBezTo>
                      <a:pt x="14539" y="15168"/>
                      <a:pt x="14792" y="14913"/>
                      <a:pt x="14789" y="14605"/>
                    </a:cubicBezTo>
                    <a:lnTo>
                      <a:pt x="14789" y="6291"/>
                    </a:lnTo>
                    <a:lnTo>
                      <a:pt x="744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grpSp>
        <p:nvGrpSpPr>
          <p:cNvPr id="442" name="Google Shape;442;p21"/>
          <p:cNvGrpSpPr/>
          <p:nvPr/>
        </p:nvGrpSpPr>
        <p:grpSpPr>
          <a:xfrm>
            <a:off x="518200" y="1466673"/>
            <a:ext cx="245312" cy="1105251"/>
            <a:chOff x="4314650" y="3034025"/>
            <a:chExt cx="282000" cy="1270550"/>
          </a:xfrm>
        </p:grpSpPr>
        <p:sp>
          <p:nvSpPr>
            <p:cNvPr id="443" name="Google Shape;443;p21"/>
            <p:cNvSpPr/>
            <p:nvPr/>
          </p:nvSpPr>
          <p:spPr>
            <a:xfrm>
              <a:off x="4314650" y="3034025"/>
              <a:ext cx="282000" cy="479525"/>
            </a:xfrm>
            <a:custGeom>
              <a:rect b="b" l="l" r="r" t="t"/>
              <a:pathLst>
                <a:path extrusionOk="0" h="19181" w="11280">
                  <a:moveTo>
                    <a:pt x="0" y="1"/>
                  </a:moveTo>
                  <a:lnTo>
                    <a:pt x="0" y="11280"/>
                  </a:lnTo>
                  <a:lnTo>
                    <a:pt x="11280" y="19180"/>
                  </a:lnTo>
                  <a:lnTo>
                    <a:pt x="11280" y="7901"/>
                  </a:ln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21"/>
            <p:cNvSpPr/>
            <p:nvPr/>
          </p:nvSpPr>
          <p:spPr>
            <a:xfrm>
              <a:off x="4314650" y="3376575"/>
              <a:ext cx="282000" cy="295025"/>
            </a:xfrm>
            <a:custGeom>
              <a:rect b="b" l="l" r="r" t="t"/>
              <a:pathLst>
                <a:path extrusionOk="0" h="11801" w="11280">
                  <a:moveTo>
                    <a:pt x="0" y="0"/>
                  </a:moveTo>
                  <a:lnTo>
                    <a:pt x="0" y="3901"/>
                  </a:lnTo>
                  <a:lnTo>
                    <a:pt x="11280" y="11801"/>
                  </a:lnTo>
                  <a:lnTo>
                    <a:pt x="11280" y="7900"/>
                  </a:lnTo>
                  <a:lnTo>
                    <a:pt x="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21"/>
            <p:cNvSpPr/>
            <p:nvPr/>
          </p:nvSpPr>
          <p:spPr>
            <a:xfrm>
              <a:off x="4314650" y="3534650"/>
              <a:ext cx="282000" cy="295375"/>
            </a:xfrm>
            <a:custGeom>
              <a:rect b="b" l="l" r="r" t="t"/>
              <a:pathLst>
                <a:path extrusionOk="0" h="11815" w="11280">
                  <a:moveTo>
                    <a:pt x="0" y="0"/>
                  </a:moveTo>
                  <a:lnTo>
                    <a:pt x="0" y="3915"/>
                  </a:lnTo>
                  <a:lnTo>
                    <a:pt x="11280" y="11815"/>
                  </a:lnTo>
                  <a:lnTo>
                    <a:pt x="11280" y="7900"/>
                  </a:lnTo>
                  <a:lnTo>
                    <a:pt x="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21"/>
            <p:cNvSpPr/>
            <p:nvPr/>
          </p:nvSpPr>
          <p:spPr>
            <a:xfrm>
              <a:off x="4314650" y="3693050"/>
              <a:ext cx="282000" cy="295050"/>
            </a:xfrm>
            <a:custGeom>
              <a:rect b="b" l="l" r="r" t="t"/>
              <a:pathLst>
                <a:path extrusionOk="0" h="11802" w="11280">
                  <a:moveTo>
                    <a:pt x="0" y="1"/>
                  </a:moveTo>
                  <a:lnTo>
                    <a:pt x="0" y="3902"/>
                  </a:lnTo>
                  <a:lnTo>
                    <a:pt x="11280" y="11801"/>
                  </a:lnTo>
                  <a:lnTo>
                    <a:pt x="11280" y="7901"/>
                  </a:ln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21"/>
            <p:cNvSpPr/>
            <p:nvPr/>
          </p:nvSpPr>
          <p:spPr>
            <a:xfrm>
              <a:off x="4314650" y="3851125"/>
              <a:ext cx="282000" cy="295400"/>
            </a:xfrm>
            <a:custGeom>
              <a:rect b="b" l="l" r="r" t="t"/>
              <a:pathLst>
                <a:path extrusionOk="0" h="11816" w="11280">
                  <a:moveTo>
                    <a:pt x="0" y="1"/>
                  </a:moveTo>
                  <a:lnTo>
                    <a:pt x="0" y="3915"/>
                  </a:lnTo>
                  <a:lnTo>
                    <a:pt x="11280" y="11815"/>
                  </a:lnTo>
                  <a:lnTo>
                    <a:pt x="11280" y="7900"/>
                  </a:ln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21"/>
            <p:cNvSpPr/>
            <p:nvPr/>
          </p:nvSpPr>
          <p:spPr>
            <a:xfrm>
              <a:off x="4314650" y="4009550"/>
              <a:ext cx="282000" cy="295025"/>
            </a:xfrm>
            <a:custGeom>
              <a:rect b="b" l="l" r="r" t="t"/>
              <a:pathLst>
                <a:path extrusionOk="0" h="11801" w="11280">
                  <a:moveTo>
                    <a:pt x="0" y="0"/>
                  </a:moveTo>
                  <a:lnTo>
                    <a:pt x="0" y="3901"/>
                  </a:lnTo>
                  <a:lnTo>
                    <a:pt x="11280" y="11801"/>
                  </a:lnTo>
                  <a:lnTo>
                    <a:pt x="11280" y="7900"/>
                  </a:lnTo>
                  <a:lnTo>
                    <a:pt x="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49" name="Google Shape;449;p21"/>
          <p:cNvSpPr/>
          <p:nvPr/>
        </p:nvSpPr>
        <p:spPr>
          <a:xfrm>
            <a:off x="562575" y="377125"/>
            <a:ext cx="448175" cy="448175"/>
          </a:xfrm>
          <a:custGeom>
            <a:rect b="b" l="l" r="r" t="t"/>
            <a:pathLst>
              <a:path extrusionOk="0" h="17927" w="17927">
                <a:moveTo>
                  <a:pt x="1" y="0"/>
                </a:moveTo>
                <a:lnTo>
                  <a:pt x="1" y="5985"/>
                </a:lnTo>
                <a:lnTo>
                  <a:pt x="1" y="17926"/>
                </a:lnTo>
                <a:lnTo>
                  <a:pt x="5986" y="17926"/>
                </a:lnTo>
                <a:lnTo>
                  <a:pt x="5986" y="5985"/>
                </a:lnTo>
                <a:lnTo>
                  <a:pt x="17927" y="5985"/>
                </a:lnTo>
                <a:lnTo>
                  <a:pt x="1792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50" name="Google Shape;450;p21"/>
          <p:cNvPicPr preferRelativeResize="0"/>
          <p:nvPr/>
        </p:nvPicPr>
        <p:blipFill>
          <a:blip r:embed="rId2">
            <a:alphaModFix/>
          </a:blip>
          <a:stretch>
            <a:fillRect/>
          </a:stretch>
        </p:blipFill>
        <p:spPr>
          <a:xfrm flipH="1">
            <a:off x="6955097" y="228377"/>
            <a:ext cx="2665774" cy="2427601"/>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451" name="Shape 451"/>
        <p:cNvGrpSpPr/>
        <p:nvPr/>
      </p:nvGrpSpPr>
      <p:grpSpPr>
        <a:xfrm>
          <a:off x="0" y="0"/>
          <a:ext cx="0" cy="0"/>
          <a:chOff x="0" y="0"/>
          <a:chExt cx="0" cy="0"/>
        </a:xfrm>
      </p:grpSpPr>
      <p:pic>
        <p:nvPicPr>
          <p:cNvPr id="452" name="Google Shape;452;p22"/>
          <p:cNvPicPr preferRelativeResize="0"/>
          <p:nvPr/>
        </p:nvPicPr>
        <p:blipFill>
          <a:blip r:embed="rId2">
            <a:alphaModFix/>
          </a:blip>
          <a:stretch>
            <a:fillRect/>
          </a:stretch>
        </p:blipFill>
        <p:spPr>
          <a:xfrm flipH="1">
            <a:off x="-689499" y="1907625"/>
            <a:ext cx="2762949" cy="3033848"/>
          </a:xfrm>
          <a:prstGeom prst="rect">
            <a:avLst/>
          </a:prstGeom>
          <a:noFill/>
          <a:ln>
            <a:noFill/>
          </a:ln>
        </p:spPr>
      </p:pic>
      <p:grpSp>
        <p:nvGrpSpPr>
          <p:cNvPr id="453" name="Google Shape;453;p22"/>
          <p:cNvGrpSpPr/>
          <p:nvPr/>
        </p:nvGrpSpPr>
        <p:grpSpPr>
          <a:xfrm>
            <a:off x="816250" y="4703275"/>
            <a:ext cx="7511400" cy="238200"/>
            <a:chOff x="816250" y="4703275"/>
            <a:chExt cx="7511400" cy="238200"/>
          </a:xfrm>
        </p:grpSpPr>
        <p:grpSp>
          <p:nvGrpSpPr>
            <p:cNvPr id="454" name="Google Shape;454;p22"/>
            <p:cNvGrpSpPr/>
            <p:nvPr/>
          </p:nvGrpSpPr>
          <p:grpSpPr>
            <a:xfrm>
              <a:off x="816250" y="4703275"/>
              <a:ext cx="7511400" cy="238200"/>
              <a:chOff x="816250" y="4630450"/>
              <a:chExt cx="7511400" cy="238200"/>
            </a:xfrm>
          </p:grpSpPr>
          <p:sp>
            <p:nvSpPr>
              <p:cNvPr id="455" name="Google Shape;455;p22"/>
              <p:cNvSpPr/>
              <p:nvPr/>
            </p:nvSpPr>
            <p:spPr>
              <a:xfrm>
                <a:off x="816250" y="4630450"/>
                <a:ext cx="7511400" cy="2382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22"/>
              <p:cNvSpPr/>
              <p:nvPr/>
            </p:nvSpPr>
            <p:spPr>
              <a:xfrm rot="5400000">
                <a:off x="8018000" y="4558475"/>
                <a:ext cx="237300" cy="3819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22">
                <a:hlinkClick action="ppaction://hlinkshowjump?jump=previousslide"/>
              </p:cNvPr>
              <p:cNvSpPr/>
              <p:nvPr/>
            </p:nvSpPr>
            <p:spPr>
              <a:xfrm rot="-5400000">
                <a:off x="892550" y="4695100"/>
                <a:ext cx="125700" cy="108900"/>
              </a:xfrm>
              <a:prstGeom prst="triangl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22">
                <a:hlinkClick action="ppaction://hlinkshowjump?jump=nextslide"/>
              </p:cNvPr>
              <p:cNvSpPr/>
              <p:nvPr/>
            </p:nvSpPr>
            <p:spPr>
              <a:xfrm flipH="1" rot="5400000">
                <a:off x="1084525" y="4695100"/>
                <a:ext cx="125700" cy="108900"/>
              </a:xfrm>
              <a:prstGeom prst="triangl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9" name="Google Shape;459;p22"/>
            <p:cNvGrpSpPr/>
            <p:nvPr/>
          </p:nvGrpSpPr>
          <p:grpSpPr>
            <a:xfrm>
              <a:off x="8051978" y="4744266"/>
              <a:ext cx="158283" cy="156216"/>
              <a:chOff x="8058597" y="4744266"/>
              <a:chExt cx="158283" cy="156216"/>
            </a:xfrm>
          </p:grpSpPr>
          <p:sp>
            <p:nvSpPr>
              <p:cNvPr id="460" name="Google Shape;460;p22">
                <a:hlinkClick action="ppaction://hlinkshowjump?jump=firstslide"/>
              </p:cNvPr>
              <p:cNvSpPr/>
              <p:nvPr/>
            </p:nvSpPr>
            <p:spPr>
              <a:xfrm>
                <a:off x="8170770" y="4753449"/>
                <a:ext cx="26957" cy="25369"/>
              </a:xfrm>
              <a:custGeom>
                <a:rect b="b" l="l" r="r" t="t"/>
                <a:pathLst>
                  <a:path extrusionOk="0" h="3130" w="3326">
                    <a:moveTo>
                      <a:pt x="482" y="1"/>
                    </a:moveTo>
                    <a:cubicBezTo>
                      <a:pt x="280" y="1"/>
                      <a:pt x="95" y="114"/>
                      <a:pt x="1" y="293"/>
                    </a:cubicBezTo>
                    <a:lnTo>
                      <a:pt x="3322" y="3130"/>
                    </a:lnTo>
                    <a:lnTo>
                      <a:pt x="3322" y="564"/>
                    </a:lnTo>
                    <a:cubicBezTo>
                      <a:pt x="3325" y="253"/>
                      <a:pt x="3072" y="1"/>
                      <a:pt x="2761" y="1"/>
                    </a:cubicBezTo>
                    <a:cubicBezTo>
                      <a:pt x="2760" y="1"/>
                      <a:pt x="2758" y="1"/>
                      <a:pt x="2756" y="1"/>
                    </a:cubicBezTo>
                    <a:lnTo>
                      <a:pt x="497" y="1"/>
                    </a:lnTo>
                    <a:cubicBezTo>
                      <a:pt x="492" y="1"/>
                      <a:pt x="487" y="1"/>
                      <a:pt x="48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1" name="Google Shape;461;p22">
                <a:hlinkClick action="ppaction://hlinkshowjump?jump=firstslide"/>
              </p:cNvPr>
              <p:cNvSpPr/>
              <p:nvPr/>
            </p:nvSpPr>
            <p:spPr>
              <a:xfrm>
                <a:off x="8120106" y="4854105"/>
                <a:ext cx="36618" cy="46377"/>
              </a:xfrm>
              <a:custGeom>
                <a:rect b="b" l="l" r="r" t="t"/>
                <a:pathLst>
                  <a:path extrusionOk="0" h="5722" w="4518">
                    <a:moveTo>
                      <a:pt x="2822" y="1130"/>
                    </a:moveTo>
                    <a:cubicBezTo>
                      <a:pt x="3325" y="1130"/>
                      <a:pt x="3578" y="1738"/>
                      <a:pt x="3222" y="2093"/>
                    </a:cubicBezTo>
                    <a:cubicBezTo>
                      <a:pt x="3106" y="2209"/>
                      <a:pt x="2964" y="2260"/>
                      <a:pt x="2825" y="2260"/>
                    </a:cubicBezTo>
                    <a:cubicBezTo>
                      <a:pt x="2535" y="2260"/>
                      <a:pt x="2259" y="2036"/>
                      <a:pt x="2259" y="1696"/>
                    </a:cubicBezTo>
                    <a:cubicBezTo>
                      <a:pt x="2259" y="1383"/>
                      <a:pt x="2509" y="1130"/>
                      <a:pt x="2822" y="1130"/>
                    </a:cubicBezTo>
                    <a:close/>
                    <a:moveTo>
                      <a:pt x="0" y="1"/>
                    </a:moveTo>
                    <a:lnTo>
                      <a:pt x="0" y="5722"/>
                    </a:lnTo>
                    <a:lnTo>
                      <a:pt x="4517" y="5722"/>
                    </a:lnTo>
                    <a:lnTo>
                      <a:pt x="451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2" name="Google Shape;462;p22">
                <a:hlinkClick action="ppaction://hlinkshowjump?jump=firstslide"/>
              </p:cNvPr>
              <p:cNvSpPr/>
              <p:nvPr/>
            </p:nvSpPr>
            <p:spPr>
              <a:xfrm>
                <a:off x="8128941" y="4808344"/>
                <a:ext cx="18309" cy="18309"/>
              </a:xfrm>
              <a:custGeom>
                <a:rect b="b" l="l" r="r" t="t"/>
                <a:pathLst>
                  <a:path extrusionOk="0" h="2259" w="2259">
                    <a:moveTo>
                      <a:pt x="0" y="0"/>
                    </a:moveTo>
                    <a:lnTo>
                      <a:pt x="0" y="2259"/>
                    </a:lnTo>
                    <a:lnTo>
                      <a:pt x="2259" y="2259"/>
                    </a:lnTo>
                    <a:lnTo>
                      <a:pt x="225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3" name="Google Shape;463;p22">
                <a:hlinkClick action="ppaction://hlinkshowjump?jump=firstslide"/>
              </p:cNvPr>
              <p:cNvSpPr/>
              <p:nvPr/>
            </p:nvSpPr>
            <p:spPr>
              <a:xfrm>
                <a:off x="8058597" y="4744266"/>
                <a:ext cx="158283" cy="77103"/>
              </a:xfrm>
              <a:custGeom>
                <a:rect b="b" l="l" r="r" t="t"/>
                <a:pathLst>
                  <a:path extrusionOk="0" h="9513" w="19529">
                    <a:moveTo>
                      <a:pt x="9821" y="0"/>
                    </a:moveTo>
                    <a:cubicBezTo>
                      <a:pt x="9559" y="0"/>
                      <a:pt x="9297" y="92"/>
                      <a:pt x="9086" y="276"/>
                    </a:cubicBezTo>
                    <a:lnTo>
                      <a:pt x="531" y="7521"/>
                    </a:lnTo>
                    <a:cubicBezTo>
                      <a:pt x="61" y="7921"/>
                      <a:pt x="1" y="8626"/>
                      <a:pt x="395" y="9099"/>
                    </a:cubicBezTo>
                    <a:cubicBezTo>
                      <a:pt x="620" y="9369"/>
                      <a:pt x="942" y="9508"/>
                      <a:pt x="1266" y="9508"/>
                    </a:cubicBezTo>
                    <a:cubicBezTo>
                      <a:pt x="1525" y="9508"/>
                      <a:pt x="1785" y="9419"/>
                      <a:pt x="1997" y="9237"/>
                    </a:cubicBezTo>
                    <a:lnTo>
                      <a:pt x="9821" y="2622"/>
                    </a:lnTo>
                    <a:lnTo>
                      <a:pt x="17544" y="9240"/>
                    </a:lnTo>
                    <a:cubicBezTo>
                      <a:pt x="17759" y="9425"/>
                      <a:pt x="18019" y="9513"/>
                      <a:pt x="18278" y="9513"/>
                    </a:cubicBezTo>
                    <a:cubicBezTo>
                      <a:pt x="18661" y="9513"/>
                      <a:pt x="19039" y="9318"/>
                      <a:pt x="19252" y="8954"/>
                    </a:cubicBezTo>
                    <a:cubicBezTo>
                      <a:pt x="19529" y="8482"/>
                      <a:pt x="19430" y="7879"/>
                      <a:pt x="19014" y="7524"/>
                    </a:cubicBezTo>
                    <a:lnTo>
                      <a:pt x="10555" y="276"/>
                    </a:lnTo>
                    <a:cubicBezTo>
                      <a:pt x="10345" y="92"/>
                      <a:pt x="10083" y="0"/>
                      <a:pt x="982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4" name="Google Shape;464;p22">
                <a:hlinkClick action="ppaction://hlinkshowjump?jump=firstslide"/>
              </p:cNvPr>
              <p:cNvSpPr/>
              <p:nvPr/>
            </p:nvSpPr>
            <p:spPr>
              <a:xfrm>
                <a:off x="8077733" y="4777545"/>
                <a:ext cx="119889" cy="122937"/>
              </a:xfrm>
              <a:custGeom>
                <a:rect b="b" l="l" r="r" t="t"/>
                <a:pathLst>
                  <a:path extrusionOk="0" h="15168" w="14792">
                    <a:moveTo>
                      <a:pt x="9143" y="2671"/>
                    </a:moveTo>
                    <a:cubicBezTo>
                      <a:pt x="9453" y="2671"/>
                      <a:pt x="9706" y="2924"/>
                      <a:pt x="9706" y="3237"/>
                    </a:cubicBezTo>
                    <a:lnTo>
                      <a:pt x="9706" y="6625"/>
                    </a:lnTo>
                    <a:cubicBezTo>
                      <a:pt x="9706" y="6935"/>
                      <a:pt x="9453" y="7188"/>
                      <a:pt x="9143" y="7188"/>
                    </a:cubicBezTo>
                    <a:lnTo>
                      <a:pt x="5755" y="7188"/>
                    </a:lnTo>
                    <a:cubicBezTo>
                      <a:pt x="5442" y="7188"/>
                      <a:pt x="5189" y="6935"/>
                      <a:pt x="5189" y="6625"/>
                    </a:cubicBezTo>
                    <a:lnTo>
                      <a:pt x="5189" y="3237"/>
                    </a:lnTo>
                    <a:cubicBezTo>
                      <a:pt x="5189" y="2924"/>
                      <a:pt x="5442" y="2671"/>
                      <a:pt x="5755" y="2671"/>
                    </a:cubicBezTo>
                    <a:close/>
                    <a:moveTo>
                      <a:pt x="7448" y="0"/>
                    </a:moveTo>
                    <a:lnTo>
                      <a:pt x="4" y="6291"/>
                    </a:lnTo>
                    <a:lnTo>
                      <a:pt x="4" y="14605"/>
                    </a:lnTo>
                    <a:cubicBezTo>
                      <a:pt x="1" y="14913"/>
                      <a:pt x="254" y="15168"/>
                      <a:pt x="564" y="15168"/>
                    </a:cubicBezTo>
                    <a:cubicBezTo>
                      <a:pt x="566" y="15168"/>
                      <a:pt x="568" y="15168"/>
                      <a:pt x="570" y="15168"/>
                    </a:cubicBezTo>
                    <a:lnTo>
                      <a:pt x="4060" y="15168"/>
                    </a:lnTo>
                    <a:lnTo>
                      <a:pt x="4060" y="8883"/>
                    </a:lnTo>
                    <a:cubicBezTo>
                      <a:pt x="4060" y="8570"/>
                      <a:pt x="4313" y="8317"/>
                      <a:pt x="4626" y="8317"/>
                    </a:cubicBezTo>
                    <a:lnTo>
                      <a:pt x="10272" y="8317"/>
                    </a:lnTo>
                    <a:cubicBezTo>
                      <a:pt x="10582" y="8317"/>
                      <a:pt x="10835" y="8570"/>
                      <a:pt x="10835" y="8883"/>
                    </a:cubicBezTo>
                    <a:lnTo>
                      <a:pt x="10835" y="15168"/>
                    </a:lnTo>
                    <a:lnTo>
                      <a:pt x="14223" y="15168"/>
                    </a:lnTo>
                    <a:cubicBezTo>
                      <a:pt x="14225" y="15168"/>
                      <a:pt x="14227" y="15168"/>
                      <a:pt x="14228" y="15168"/>
                    </a:cubicBezTo>
                    <a:cubicBezTo>
                      <a:pt x="14539" y="15168"/>
                      <a:pt x="14792" y="14913"/>
                      <a:pt x="14789" y="14605"/>
                    </a:cubicBezTo>
                    <a:lnTo>
                      <a:pt x="14789" y="6291"/>
                    </a:lnTo>
                    <a:lnTo>
                      <a:pt x="744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grpSp>
        <p:nvGrpSpPr>
          <p:cNvPr id="465" name="Google Shape;465;p22"/>
          <p:cNvGrpSpPr/>
          <p:nvPr/>
        </p:nvGrpSpPr>
        <p:grpSpPr>
          <a:xfrm>
            <a:off x="367325" y="3104925"/>
            <a:ext cx="691775" cy="691775"/>
            <a:chOff x="1323700" y="2294750"/>
            <a:chExt cx="691775" cy="691775"/>
          </a:xfrm>
        </p:grpSpPr>
        <p:sp>
          <p:nvSpPr>
            <p:cNvPr id="466" name="Google Shape;466;p22"/>
            <p:cNvSpPr/>
            <p:nvPr/>
          </p:nvSpPr>
          <p:spPr>
            <a:xfrm>
              <a:off x="1375450" y="2304250"/>
              <a:ext cx="630525" cy="630525"/>
            </a:xfrm>
            <a:custGeom>
              <a:rect b="b" l="l" r="r" t="t"/>
              <a:pathLst>
                <a:path extrusionOk="0" h="25221" w="25221">
                  <a:moveTo>
                    <a:pt x="4056" y="1"/>
                  </a:moveTo>
                  <a:lnTo>
                    <a:pt x="0" y="4056"/>
                  </a:lnTo>
                  <a:lnTo>
                    <a:pt x="8548" y="12618"/>
                  </a:lnTo>
                  <a:lnTo>
                    <a:pt x="0" y="21165"/>
                  </a:lnTo>
                  <a:lnTo>
                    <a:pt x="4056" y="25221"/>
                  </a:lnTo>
                  <a:lnTo>
                    <a:pt x="12603" y="16673"/>
                  </a:lnTo>
                  <a:lnTo>
                    <a:pt x="21165" y="25221"/>
                  </a:lnTo>
                  <a:lnTo>
                    <a:pt x="25220" y="21165"/>
                  </a:lnTo>
                  <a:lnTo>
                    <a:pt x="16673" y="12618"/>
                  </a:lnTo>
                  <a:lnTo>
                    <a:pt x="25220" y="4056"/>
                  </a:lnTo>
                  <a:lnTo>
                    <a:pt x="21165" y="1"/>
                  </a:lnTo>
                  <a:lnTo>
                    <a:pt x="12603" y="8548"/>
                  </a:lnTo>
                  <a:lnTo>
                    <a:pt x="405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22"/>
            <p:cNvSpPr/>
            <p:nvPr/>
          </p:nvSpPr>
          <p:spPr>
            <a:xfrm>
              <a:off x="1365925" y="2294750"/>
              <a:ext cx="649550" cy="649550"/>
            </a:xfrm>
            <a:custGeom>
              <a:rect b="b" l="l" r="r" t="t"/>
              <a:pathLst>
                <a:path extrusionOk="0" h="25982" w="25982">
                  <a:moveTo>
                    <a:pt x="21546" y="747"/>
                  </a:moveTo>
                  <a:lnTo>
                    <a:pt x="25249" y="4436"/>
                  </a:lnTo>
                  <a:lnTo>
                    <a:pt x="16688" y="12984"/>
                  </a:lnTo>
                  <a:lnTo>
                    <a:pt x="25249" y="21531"/>
                  </a:lnTo>
                  <a:lnTo>
                    <a:pt x="21546" y="25235"/>
                  </a:lnTo>
                  <a:lnTo>
                    <a:pt x="12984" y="16673"/>
                  </a:lnTo>
                  <a:lnTo>
                    <a:pt x="4451" y="25235"/>
                  </a:lnTo>
                  <a:lnTo>
                    <a:pt x="747" y="21545"/>
                  </a:lnTo>
                  <a:lnTo>
                    <a:pt x="9295" y="12998"/>
                  </a:lnTo>
                  <a:lnTo>
                    <a:pt x="747" y="4436"/>
                  </a:lnTo>
                  <a:lnTo>
                    <a:pt x="4437" y="747"/>
                  </a:lnTo>
                  <a:lnTo>
                    <a:pt x="12984" y="9308"/>
                  </a:lnTo>
                  <a:lnTo>
                    <a:pt x="21546" y="747"/>
                  </a:lnTo>
                  <a:close/>
                  <a:moveTo>
                    <a:pt x="4437" y="0"/>
                  </a:moveTo>
                  <a:lnTo>
                    <a:pt x="1" y="4436"/>
                  </a:lnTo>
                  <a:lnTo>
                    <a:pt x="8562" y="12998"/>
                  </a:lnTo>
                  <a:lnTo>
                    <a:pt x="1" y="21545"/>
                  </a:lnTo>
                  <a:lnTo>
                    <a:pt x="4437" y="25981"/>
                  </a:lnTo>
                  <a:lnTo>
                    <a:pt x="12984" y="17419"/>
                  </a:lnTo>
                  <a:lnTo>
                    <a:pt x="21546" y="25981"/>
                  </a:lnTo>
                  <a:lnTo>
                    <a:pt x="25982" y="21545"/>
                  </a:lnTo>
                  <a:lnTo>
                    <a:pt x="17434" y="12998"/>
                  </a:lnTo>
                  <a:lnTo>
                    <a:pt x="25982" y="4436"/>
                  </a:lnTo>
                  <a:lnTo>
                    <a:pt x="21546" y="0"/>
                  </a:lnTo>
                  <a:lnTo>
                    <a:pt x="12984" y="8562"/>
                  </a:lnTo>
                  <a:lnTo>
                    <a:pt x="443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22"/>
            <p:cNvSpPr/>
            <p:nvPr/>
          </p:nvSpPr>
          <p:spPr>
            <a:xfrm>
              <a:off x="1333200" y="2346500"/>
              <a:ext cx="630525" cy="630525"/>
            </a:xfrm>
            <a:custGeom>
              <a:rect b="b" l="l" r="r" t="t"/>
              <a:pathLst>
                <a:path extrusionOk="0" h="25221" w="25221">
                  <a:moveTo>
                    <a:pt x="4056" y="0"/>
                  </a:moveTo>
                  <a:lnTo>
                    <a:pt x="0" y="4056"/>
                  </a:lnTo>
                  <a:lnTo>
                    <a:pt x="8548" y="12618"/>
                  </a:lnTo>
                  <a:lnTo>
                    <a:pt x="0" y="21165"/>
                  </a:lnTo>
                  <a:lnTo>
                    <a:pt x="4056" y="25221"/>
                  </a:lnTo>
                  <a:lnTo>
                    <a:pt x="12603" y="16673"/>
                  </a:lnTo>
                  <a:lnTo>
                    <a:pt x="21165" y="25221"/>
                  </a:lnTo>
                  <a:lnTo>
                    <a:pt x="25221" y="21165"/>
                  </a:lnTo>
                  <a:lnTo>
                    <a:pt x="16673" y="12618"/>
                  </a:lnTo>
                  <a:lnTo>
                    <a:pt x="25221" y="4056"/>
                  </a:lnTo>
                  <a:lnTo>
                    <a:pt x="21165" y="0"/>
                  </a:lnTo>
                  <a:lnTo>
                    <a:pt x="12603" y="8548"/>
                  </a:lnTo>
                  <a:lnTo>
                    <a:pt x="405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22"/>
            <p:cNvSpPr/>
            <p:nvPr/>
          </p:nvSpPr>
          <p:spPr>
            <a:xfrm>
              <a:off x="1323700" y="2337350"/>
              <a:ext cx="649525" cy="649175"/>
            </a:xfrm>
            <a:custGeom>
              <a:rect b="b" l="l" r="r" t="t"/>
              <a:pathLst>
                <a:path extrusionOk="0" h="25967" w="25981">
                  <a:moveTo>
                    <a:pt x="21531" y="733"/>
                  </a:moveTo>
                  <a:lnTo>
                    <a:pt x="25220" y="4422"/>
                  </a:lnTo>
                  <a:lnTo>
                    <a:pt x="16673" y="12984"/>
                  </a:lnTo>
                  <a:lnTo>
                    <a:pt x="25234" y="21531"/>
                  </a:lnTo>
                  <a:lnTo>
                    <a:pt x="21545" y="25221"/>
                  </a:lnTo>
                  <a:lnTo>
                    <a:pt x="12983" y="16673"/>
                  </a:lnTo>
                  <a:lnTo>
                    <a:pt x="4450" y="25221"/>
                  </a:lnTo>
                  <a:lnTo>
                    <a:pt x="746" y="21531"/>
                  </a:lnTo>
                  <a:lnTo>
                    <a:pt x="9294" y="12984"/>
                  </a:lnTo>
                  <a:lnTo>
                    <a:pt x="732" y="4422"/>
                  </a:lnTo>
                  <a:lnTo>
                    <a:pt x="4436" y="747"/>
                  </a:lnTo>
                  <a:lnTo>
                    <a:pt x="12983" y="9294"/>
                  </a:lnTo>
                  <a:lnTo>
                    <a:pt x="21531" y="733"/>
                  </a:lnTo>
                  <a:close/>
                  <a:moveTo>
                    <a:pt x="4436" y="0"/>
                  </a:moveTo>
                  <a:lnTo>
                    <a:pt x="0" y="4422"/>
                  </a:lnTo>
                  <a:lnTo>
                    <a:pt x="8548" y="12984"/>
                  </a:lnTo>
                  <a:lnTo>
                    <a:pt x="0" y="21531"/>
                  </a:lnTo>
                  <a:lnTo>
                    <a:pt x="4436" y="25967"/>
                  </a:lnTo>
                  <a:lnTo>
                    <a:pt x="12983" y="17419"/>
                  </a:lnTo>
                  <a:lnTo>
                    <a:pt x="21545" y="25967"/>
                  </a:lnTo>
                  <a:lnTo>
                    <a:pt x="25981" y="21531"/>
                  </a:lnTo>
                  <a:lnTo>
                    <a:pt x="17433" y="12984"/>
                  </a:lnTo>
                  <a:lnTo>
                    <a:pt x="25967" y="4422"/>
                  </a:lnTo>
                  <a:lnTo>
                    <a:pt x="21545" y="0"/>
                  </a:lnTo>
                  <a:lnTo>
                    <a:pt x="12983" y="8548"/>
                  </a:lnTo>
                  <a:lnTo>
                    <a:pt x="443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470" name="Google Shape;470;p22"/>
          <p:cNvPicPr preferRelativeResize="0"/>
          <p:nvPr/>
        </p:nvPicPr>
        <p:blipFill>
          <a:blip r:embed="rId3">
            <a:alphaModFix/>
          </a:blip>
          <a:stretch>
            <a:fillRect/>
          </a:stretch>
        </p:blipFill>
        <p:spPr>
          <a:xfrm>
            <a:off x="7125700" y="-1096825"/>
            <a:ext cx="2795599" cy="280015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474" name="Shape 474"/>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
    <p:spTree>
      <p:nvGrpSpPr>
        <p:cNvPr id="475" name="Shape 475"/>
        <p:cNvGrpSpPr/>
        <p:nvPr/>
      </p:nvGrpSpPr>
      <p:grpSpPr>
        <a:xfrm>
          <a:off x="0" y="0"/>
          <a:ext cx="0" cy="0"/>
          <a:chOff x="0" y="0"/>
          <a:chExt cx="0" cy="0"/>
        </a:xfrm>
      </p:grpSpPr>
      <p:sp>
        <p:nvSpPr>
          <p:cNvPr id="476" name="Google Shape;476;p25"/>
          <p:cNvSpPr txBox="1"/>
          <p:nvPr>
            <p:ph type="title"/>
          </p:nvPr>
        </p:nvSpPr>
        <p:spPr>
          <a:xfrm>
            <a:off x="723450" y="511025"/>
            <a:ext cx="7697100" cy="4824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Arial"/>
              <a:buNone/>
              <a:defRPr>
                <a:solidFill>
                  <a:schemeClr val="lt1"/>
                </a:solidFill>
                <a:latin typeface="Arial"/>
                <a:ea typeface="Arial"/>
                <a:cs typeface="Arial"/>
                <a:sym typeface="Arial"/>
              </a:defRPr>
            </a:lvl1pPr>
            <a:lvl2pPr lvl="1" rtl="0">
              <a:spcBef>
                <a:spcPts val="0"/>
              </a:spcBef>
              <a:spcAft>
                <a:spcPts val="0"/>
              </a:spcAft>
              <a:buSzPts val="2400"/>
              <a:buFont typeface="Arial"/>
              <a:buNone/>
              <a:defRPr>
                <a:latin typeface="Arial"/>
                <a:ea typeface="Arial"/>
                <a:cs typeface="Arial"/>
                <a:sym typeface="Arial"/>
              </a:defRPr>
            </a:lvl2pPr>
            <a:lvl3pPr lvl="2" rtl="0">
              <a:spcBef>
                <a:spcPts val="0"/>
              </a:spcBef>
              <a:spcAft>
                <a:spcPts val="0"/>
              </a:spcAft>
              <a:buSzPts val="2400"/>
              <a:buFont typeface="Arial"/>
              <a:buNone/>
              <a:defRPr>
                <a:latin typeface="Arial"/>
                <a:ea typeface="Arial"/>
                <a:cs typeface="Arial"/>
                <a:sym typeface="Arial"/>
              </a:defRPr>
            </a:lvl3pPr>
            <a:lvl4pPr lvl="3" rtl="0">
              <a:spcBef>
                <a:spcPts val="0"/>
              </a:spcBef>
              <a:spcAft>
                <a:spcPts val="0"/>
              </a:spcAft>
              <a:buSzPts val="2400"/>
              <a:buFont typeface="Arial"/>
              <a:buNone/>
              <a:defRPr>
                <a:latin typeface="Arial"/>
                <a:ea typeface="Arial"/>
                <a:cs typeface="Arial"/>
                <a:sym typeface="Arial"/>
              </a:defRPr>
            </a:lvl4pPr>
            <a:lvl5pPr lvl="4" rtl="0">
              <a:spcBef>
                <a:spcPts val="0"/>
              </a:spcBef>
              <a:spcAft>
                <a:spcPts val="0"/>
              </a:spcAft>
              <a:buSzPts val="2400"/>
              <a:buFont typeface="Arial"/>
              <a:buNone/>
              <a:defRPr>
                <a:latin typeface="Arial"/>
                <a:ea typeface="Arial"/>
                <a:cs typeface="Arial"/>
                <a:sym typeface="Arial"/>
              </a:defRPr>
            </a:lvl5pPr>
            <a:lvl6pPr lvl="5" rtl="0">
              <a:spcBef>
                <a:spcPts val="0"/>
              </a:spcBef>
              <a:spcAft>
                <a:spcPts val="0"/>
              </a:spcAft>
              <a:buSzPts val="2400"/>
              <a:buFont typeface="Arial"/>
              <a:buNone/>
              <a:defRPr>
                <a:latin typeface="Arial"/>
                <a:ea typeface="Arial"/>
                <a:cs typeface="Arial"/>
                <a:sym typeface="Arial"/>
              </a:defRPr>
            </a:lvl6pPr>
            <a:lvl7pPr lvl="6" rtl="0">
              <a:spcBef>
                <a:spcPts val="0"/>
              </a:spcBef>
              <a:spcAft>
                <a:spcPts val="0"/>
              </a:spcAft>
              <a:buSzPts val="2400"/>
              <a:buFont typeface="Arial"/>
              <a:buNone/>
              <a:defRPr>
                <a:latin typeface="Arial"/>
                <a:ea typeface="Arial"/>
                <a:cs typeface="Arial"/>
                <a:sym typeface="Arial"/>
              </a:defRPr>
            </a:lvl7pPr>
            <a:lvl8pPr lvl="7" rtl="0">
              <a:spcBef>
                <a:spcPts val="0"/>
              </a:spcBef>
              <a:spcAft>
                <a:spcPts val="0"/>
              </a:spcAft>
              <a:buSzPts val="2400"/>
              <a:buFont typeface="Arial"/>
              <a:buNone/>
              <a:defRPr>
                <a:latin typeface="Arial"/>
                <a:ea typeface="Arial"/>
                <a:cs typeface="Arial"/>
                <a:sym typeface="Arial"/>
              </a:defRPr>
            </a:lvl8pPr>
            <a:lvl9pPr lvl="8" rtl="0">
              <a:spcBef>
                <a:spcPts val="0"/>
              </a:spcBef>
              <a:spcAft>
                <a:spcPts val="0"/>
              </a:spcAft>
              <a:buSzPts val="2400"/>
              <a:buFont typeface="Arial"/>
              <a:buNone/>
              <a:defRPr>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slideLayout" Target="../slideLayouts/slideLayout23.xml"/><Relationship Id="rId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chemeClr val="dk1"/>
              </a:buClr>
              <a:buSzPts val="3000"/>
              <a:buFont typeface="Montserrat"/>
              <a:buNone/>
              <a:defRPr b="1" sz="3000">
                <a:solidFill>
                  <a:schemeClr val="dk1"/>
                </a:solidFill>
                <a:latin typeface="Montserrat"/>
                <a:ea typeface="Montserrat"/>
                <a:cs typeface="Montserrat"/>
                <a:sym typeface="Montserrat"/>
              </a:defRPr>
            </a:lvl1pPr>
            <a:lvl2pPr lvl="1" rtl="0">
              <a:spcBef>
                <a:spcPts val="0"/>
              </a:spcBef>
              <a:spcAft>
                <a:spcPts val="0"/>
              </a:spcAft>
              <a:buClr>
                <a:schemeClr val="dk1"/>
              </a:buClr>
              <a:buSzPts val="3000"/>
              <a:buFont typeface="Montserrat"/>
              <a:buNone/>
              <a:defRPr b="1" sz="3000">
                <a:solidFill>
                  <a:schemeClr val="dk1"/>
                </a:solidFill>
                <a:latin typeface="Montserrat"/>
                <a:ea typeface="Montserrat"/>
                <a:cs typeface="Montserrat"/>
                <a:sym typeface="Montserrat"/>
              </a:defRPr>
            </a:lvl2pPr>
            <a:lvl3pPr lvl="2" rtl="0">
              <a:spcBef>
                <a:spcPts val="0"/>
              </a:spcBef>
              <a:spcAft>
                <a:spcPts val="0"/>
              </a:spcAft>
              <a:buClr>
                <a:schemeClr val="dk1"/>
              </a:buClr>
              <a:buSzPts val="3000"/>
              <a:buFont typeface="Montserrat"/>
              <a:buNone/>
              <a:defRPr b="1" sz="3000">
                <a:solidFill>
                  <a:schemeClr val="dk1"/>
                </a:solidFill>
                <a:latin typeface="Montserrat"/>
                <a:ea typeface="Montserrat"/>
                <a:cs typeface="Montserrat"/>
                <a:sym typeface="Montserrat"/>
              </a:defRPr>
            </a:lvl3pPr>
            <a:lvl4pPr lvl="3" rtl="0">
              <a:spcBef>
                <a:spcPts val="0"/>
              </a:spcBef>
              <a:spcAft>
                <a:spcPts val="0"/>
              </a:spcAft>
              <a:buClr>
                <a:schemeClr val="dk1"/>
              </a:buClr>
              <a:buSzPts val="3000"/>
              <a:buFont typeface="Montserrat"/>
              <a:buNone/>
              <a:defRPr b="1" sz="3000">
                <a:solidFill>
                  <a:schemeClr val="dk1"/>
                </a:solidFill>
                <a:latin typeface="Montserrat"/>
                <a:ea typeface="Montserrat"/>
                <a:cs typeface="Montserrat"/>
                <a:sym typeface="Montserrat"/>
              </a:defRPr>
            </a:lvl4pPr>
            <a:lvl5pPr lvl="4" rtl="0">
              <a:spcBef>
                <a:spcPts val="0"/>
              </a:spcBef>
              <a:spcAft>
                <a:spcPts val="0"/>
              </a:spcAft>
              <a:buClr>
                <a:schemeClr val="dk1"/>
              </a:buClr>
              <a:buSzPts val="3000"/>
              <a:buFont typeface="Montserrat"/>
              <a:buNone/>
              <a:defRPr b="1" sz="3000">
                <a:solidFill>
                  <a:schemeClr val="dk1"/>
                </a:solidFill>
                <a:latin typeface="Montserrat"/>
                <a:ea typeface="Montserrat"/>
                <a:cs typeface="Montserrat"/>
                <a:sym typeface="Montserrat"/>
              </a:defRPr>
            </a:lvl5pPr>
            <a:lvl6pPr lvl="5" rtl="0">
              <a:spcBef>
                <a:spcPts val="0"/>
              </a:spcBef>
              <a:spcAft>
                <a:spcPts val="0"/>
              </a:spcAft>
              <a:buClr>
                <a:schemeClr val="dk1"/>
              </a:buClr>
              <a:buSzPts val="3000"/>
              <a:buFont typeface="Montserrat"/>
              <a:buNone/>
              <a:defRPr b="1" sz="3000">
                <a:solidFill>
                  <a:schemeClr val="dk1"/>
                </a:solidFill>
                <a:latin typeface="Montserrat"/>
                <a:ea typeface="Montserrat"/>
                <a:cs typeface="Montserrat"/>
                <a:sym typeface="Montserrat"/>
              </a:defRPr>
            </a:lvl6pPr>
            <a:lvl7pPr lvl="6" rtl="0">
              <a:spcBef>
                <a:spcPts val="0"/>
              </a:spcBef>
              <a:spcAft>
                <a:spcPts val="0"/>
              </a:spcAft>
              <a:buClr>
                <a:schemeClr val="dk1"/>
              </a:buClr>
              <a:buSzPts val="3000"/>
              <a:buFont typeface="Montserrat"/>
              <a:buNone/>
              <a:defRPr b="1" sz="3000">
                <a:solidFill>
                  <a:schemeClr val="dk1"/>
                </a:solidFill>
                <a:latin typeface="Montserrat"/>
                <a:ea typeface="Montserrat"/>
                <a:cs typeface="Montserrat"/>
                <a:sym typeface="Montserrat"/>
              </a:defRPr>
            </a:lvl7pPr>
            <a:lvl8pPr lvl="7" rtl="0">
              <a:spcBef>
                <a:spcPts val="0"/>
              </a:spcBef>
              <a:spcAft>
                <a:spcPts val="0"/>
              </a:spcAft>
              <a:buClr>
                <a:schemeClr val="dk1"/>
              </a:buClr>
              <a:buSzPts val="3000"/>
              <a:buFont typeface="Montserrat"/>
              <a:buNone/>
              <a:defRPr b="1" sz="3000">
                <a:solidFill>
                  <a:schemeClr val="dk1"/>
                </a:solidFill>
                <a:latin typeface="Montserrat"/>
                <a:ea typeface="Montserrat"/>
                <a:cs typeface="Montserrat"/>
                <a:sym typeface="Montserrat"/>
              </a:defRPr>
            </a:lvl8pPr>
            <a:lvl9pPr lvl="8" rtl="0">
              <a:spcBef>
                <a:spcPts val="0"/>
              </a:spcBef>
              <a:spcAft>
                <a:spcPts val="0"/>
              </a:spcAft>
              <a:buClr>
                <a:schemeClr val="dk1"/>
              </a:buClr>
              <a:buSzPts val="3000"/>
              <a:buFont typeface="Montserrat"/>
              <a:buNone/>
              <a:defRPr b="1" sz="3000">
                <a:solidFill>
                  <a:schemeClr val="dk1"/>
                </a:solidFill>
                <a:latin typeface="Montserrat"/>
                <a:ea typeface="Montserrat"/>
                <a:cs typeface="Montserrat"/>
                <a:sym typeface="Montserrat"/>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Inter"/>
              <a:buChar char="●"/>
              <a:defRPr sz="1200">
                <a:solidFill>
                  <a:schemeClr val="dk1"/>
                </a:solidFill>
                <a:latin typeface="Inter"/>
                <a:ea typeface="Inter"/>
                <a:cs typeface="Inter"/>
                <a:sym typeface="Inter"/>
              </a:defRPr>
            </a:lvl1pPr>
            <a:lvl2pPr indent="-304800" lvl="1" marL="914400">
              <a:lnSpc>
                <a:spcPct val="100000"/>
              </a:lnSpc>
              <a:spcBef>
                <a:spcPts val="0"/>
              </a:spcBef>
              <a:spcAft>
                <a:spcPts val="0"/>
              </a:spcAft>
              <a:buClr>
                <a:schemeClr val="dk1"/>
              </a:buClr>
              <a:buSzPts val="1200"/>
              <a:buFont typeface="Inter"/>
              <a:buChar char="○"/>
              <a:defRPr sz="1200">
                <a:solidFill>
                  <a:schemeClr val="dk1"/>
                </a:solidFill>
                <a:latin typeface="Inter"/>
                <a:ea typeface="Inter"/>
                <a:cs typeface="Inter"/>
                <a:sym typeface="Inter"/>
              </a:defRPr>
            </a:lvl2pPr>
            <a:lvl3pPr indent="-304800" lvl="2" marL="1371600">
              <a:lnSpc>
                <a:spcPct val="100000"/>
              </a:lnSpc>
              <a:spcBef>
                <a:spcPts val="0"/>
              </a:spcBef>
              <a:spcAft>
                <a:spcPts val="0"/>
              </a:spcAft>
              <a:buClr>
                <a:schemeClr val="dk1"/>
              </a:buClr>
              <a:buSzPts val="1200"/>
              <a:buFont typeface="Inter"/>
              <a:buChar char="■"/>
              <a:defRPr sz="1200">
                <a:solidFill>
                  <a:schemeClr val="dk1"/>
                </a:solidFill>
                <a:latin typeface="Inter"/>
                <a:ea typeface="Inter"/>
                <a:cs typeface="Inter"/>
                <a:sym typeface="Inter"/>
              </a:defRPr>
            </a:lvl3pPr>
            <a:lvl4pPr indent="-304800" lvl="3" marL="1828800">
              <a:lnSpc>
                <a:spcPct val="100000"/>
              </a:lnSpc>
              <a:spcBef>
                <a:spcPts val="0"/>
              </a:spcBef>
              <a:spcAft>
                <a:spcPts val="0"/>
              </a:spcAft>
              <a:buClr>
                <a:schemeClr val="dk1"/>
              </a:buClr>
              <a:buSzPts val="1200"/>
              <a:buFont typeface="Inter"/>
              <a:buChar char="●"/>
              <a:defRPr sz="1200">
                <a:solidFill>
                  <a:schemeClr val="dk1"/>
                </a:solidFill>
                <a:latin typeface="Inter"/>
                <a:ea typeface="Inter"/>
                <a:cs typeface="Inter"/>
                <a:sym typeface="Inter"/>
              </a:defRPr>
            </a:lvl4pPr>
            <a:lvl5pPr indent="-304800" lvl="4" marL="2286000">
              <a:lnSpc>
                <a:spcPct val="100000"/>
              </a:lnSpc>
              <a:spcBef>
                <a:spcPts val="0"/>
              </a:spcBef>
              <a:spcAft>
                <a:spcPts val="0"/>
              </a:spcAft>
              <a:buClr>
                <a:schemeClr val="dk1"/>
              </a:buClr>
              <a:buSzPts val="1200"/>
              <a:buFont typeface="Inter"/>
              <a:buChar char="○"/>
              <a:defRPr sz="1200">
                <a:solidFill>
                  <a:schemeClr val="dk1"/>
                </a:solidFill>
                <a:latin typeface="Inter"/>
                <a:ea typeface="Inter"/>
                <a:cs typeface="Inter"/>
                <a:sym typeface="Inter"/>
              </a:defRPr>
            </a:lvl5pPr>
            <a:lvl6pPr indent="-304800" lvl="5" marL="2743200">
              <a:lnSpc>
                <a:spcPct val="100000"/>
              </a:lnSpc>
              <a:spcBef>
                <a:spcPts val="0"/>
              </a:spcBef>
              <a:spcAft>
                <a:spcPts val="0"/>
              </a:spcAft>
              <a:buClr>
                <a:schemeClr val="dk1"/>
              </a:buClr>
              <a:buSzPts val="1200"/>
              <a:buFont typeface="Inter"/>
              <a:buChar char="■"/>
              <a:defRPr sz="1200">
                <a:solidFill>
                  <a:schemeClr val="dk1"/>
                </a:solidFill>
                <a:latin typeface="Inter"/>
                <a:ea typeface="Inter"/>
                <a:cs typeface="Inter"/>
                <a:sym typeface="Inter"/>
              </a:defRPr>
            </a:lvl6pPr>
            <a:lvl7pPr indent="-304800" lvl="6" marL="3200400">
              <a:lnSpc>
                <a:spcPct val="100000"/>
              </a:lnSpc>
              <a:spcBef>
                <a:spcPts val="0"/>
              </a:spcBef>
              <a:spcAft>
                <a:spcPts val="0"/>
              </a:spcAft>
              <a:buClr>
                <a:schemeClr val="dk1"/>
              </a:buClr>
              <a:buSzPts val="1200"/>
              <a:buFont typeface="Inter"/>
              <a:buChar char="●"/>
              <a:defRPr sz="1200">
                <a:solidFill>
                  <a:schemeClr val="dk1"/>
                </a:solidFill>
                <a:latin typeface="Inter"/>
                <a:ea typeface="Inter"/>
                <a:cs typeface="Inter"/>
                <a:sym typeface="Inter"/>
              </a:defRPr>
            </a:lvl7pPr>
            <a:lvl8pPr indent="-304800" lvl="7" marL="3657600">
              <a:lnSpc>
                <a:spcPct val="100000"/>
              </a:lnSpc>
              <a:spcBef>
                <a:spcPts val="0"/>
              </a:spcBef>
              <a:spcAft>
                <a:spcPts val="0"/>
              </a:spcAft>
              <a:buClr>
                <a:schemeClr val="dk1"/>
              </a:buClr>
              <a:buSzPts val="1200"/>
              <a:buFont typeface="Inter"/>
              <a:buChar char="○"/>
              <a:defRPr sz="1200">
                <a:solidFill>
                  <a:schemeClr val="dk1"/>
                </a:solidFill>
                <a:latin typeface="Inter"/>
                <a:ea typeface="Inter"/>
                <a:cs typeface="Inter"/>
                <a:sym typeface="Inter"/>
              </a:defRPr>
            </a:lvl8pPr>
            <a:lvl9pPr indent="-304800" lvl="8" marL="4114800">
              <a:lnSpc>
                <a:spcPct val="100000"/>
              </a:lnSpc>
              <a:spcBef>
                <a:spcPts val="0"/>
              </a:spcBef>
              <a:spcAft>
                <a:spcPts val="0"/>
              </a:spcAft>
              <a:buClr>
                <a:schemeClr val="dk1"/>
              </a:buClr>
              <a:buSzPts val="1200"/>
              <a:buFont typeface="Inter"/>
              <a:buChar char="■"/>
              <a:defRPr sz="1200">
                <a:solidFill>
                  <a:schemeClr val="dk1"/>
                </a:solidFill>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0E2A47"/>
        </a:solidFill>
      </p:bgPr>
    </p:bg>
    <p:spTree>
      <p:nvGrpSpPr>
        <p:cNvPr id="471" name="Shape 471"/>
        <p:cNvGrpSpPr/>
        <p:nvPr/>
      </p:nvGrpSpPr>
      <p:grpSpPr>
        <a:xfrm>
          <a:off x="0" y="0"/>
          <a:ext cx="0" cy="0"/>
          <a:chOff x="0" y="0"/>
          <a:chExt cx="0" cy="0"/>
        </a:xfrm>
      </p:grpSpPr>
      <p:sp>
        <p:nvSpPr>
          <p:cNvPr id="472" name="Google Shape;472;p23"/>
          <p:cNvSpPr txBox="1"/>
          <p:nvPr>
            <p:ph type="title"/>
          </p:nvPr>
        </p:nvSpPr>
        <p:spPr>
          <a:xfrm>
            <a:off x="1068100" y="933450"/>
            <a:ext cx="7047300" cy="4824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p:txBody>
      </p:sp>
      <p:sp>
        <p:nvSpPr>
          <p:cNvPr id="473" name="Google Shape;473;p23"/>
          <p:cNvSpPr txBox="1"/>
          <p:nvPr>
            <p:ph idx="1" type="body"/>
          </p:nvPr>
        </p:nvSpPr>
        <p:spPr>
          <a:xfrm>
            <a:off x="1068100" y="1695450"/>
            <a:ext cx="7047300" cy="2502000"/>
          </a:xfrm>
          <a:prstGeom prst="rect">
            <a:avLst/>
          </a:prstGeom>
          <a:noFill/>
          <a:ln>
            <a:noFill/>
          </a:ln>
        </p:spPr>
        <p:txBody>
          <a:bodyPr anchorCtr="0" anchor="t" bIns="91425" lIns="91425" spcFirstLastPara="1" rIns="91425" wrap="square" tIns="91425">
            <a:noAutofit/>
          </a:bodyPr>
          <a:lstStyle>
            <a:lvl1pPr indent="-298450" lvl="0" marL="457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indent="-298450" lvl="1" marL="914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indent="-298450" lvl="2" marL="1371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indent="-298450" lvl="3" marL="1828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indent="-298450" lvl="4" marL="22860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indent="-298450" lvl="5" marL="2743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indent="-298450" lvl="6" marL="3200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indent="-298450" lvl="7" marL="3657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indent="-298450" lvl="8" marL="4114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p:txBody>
      </p:sp>
    </p:spTree>
  </p:cSld>
  <p:clrMap accent1="accent1" accent2="accent2" accent3="accent3" accent4="accent4" accent5="accent5" accent6="accent6" bg1="lt1" bg2="dk2" tx1="dk1" tx2="lt2" folHlink="folHlink" hlink="hlink"/>
  <p:sldLayoutIdLst>
    <p:sldLayoutId id="2147483669" r:id="rId1"/>
    <p:sldLayoutId id="2147483670"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hyperlink" Target="https://www.freepik.com/free-vector/memphis-design-gaming-youtube-channel-art_12811523.htm/?utm_souhttps://www.freepik.com/free-photo/people-working-elegant-cozy-office-space_29794500.htmce=slidesgo_template&amp;utm_medium=referral-link&amp;utm_campaign=sg_resources&amp;utm_content=freepik" TargetMode="External"/><Relationship Id="rId4" Type="http://schemas.openxmlformats.org/officeDocument/2006/relationships/hyperlink" Target="https://www.freepik.com/free-psd/flat-design-influencer-template_42931555.htm/?utm_souhttps://www.freepik.com/free-photo/people-working-elegant-cozy-office-space_29794500.htmce=slidesgo_template&amp;utm_medium=referral-link&amp;utm_campaign=sg_resources&amp;utm_content=freepik" TargetMode="External"/><Relationship Id="rId5" Type="http://schemas.openxmlformats.org/officeDocument/2006/relationships/hyperlink" Target="https://www.freepik.com/free-vector/flat-90s-nostalgic-music-festival-youtube-channel-art_16947201.htm/?utm_souhttps://www.freepik.com/free-photo/people-working-elegant-cozy-office-space_29794500.htmce=slidesgo_template&amp;utm_medium=referral-link&amp;utm_campaign=sg_resources&amp;utm_content=freepik"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hyperlink" Target="https://www.freepik.com/free-photo/industrial-designers-working-3d-model_25176812.htm/?utm_souhttps://www.freepik.com/free-photo/people-working-elegant-cozy-office-space_29794500.htmce=slidesgo_template&amp;utm_medium=referral-link&amp;utm_campaign=sg_resources&amp;utm_content=freepik" TargetMode="External"/><Relationship Id="rId4" Type="http://schemas.openxmlformats.org/officeDocument/2006/relationships/hyperlink" Target="https://www.freepik.com/free-photo/industrial-designers-working-3d-model_25176625.htm/?utm_souhttps://www.freepik.com/free-photo/people-working-elegant-cozy-office-space_29794500.htmce=slidesgo_template&amp;utm_medium=referral-link&amp;utm_campaign=sg_resources&amp;utm_content=freepik" TargetMode="External"/><Relationship Id="rId5" Type="http://schemas.openxmlformats.org/officeDocument/2006/relationships/hyperlink" Target="https://www.freepik.com/free-vector/electronic-music-event-twitch-background_33760638.htm/?utm_souhttps://www.freepik.com/free-photo/people-working-elegant-cozy-office-space_29794500.htmce=slidesgo_template&amp;utm_medium=referral-link&amp;utm_campaign=sg_resources&amp;utm_content=freepik" TargetMode="External"/><Relationship Id="rId6" Type="http://schemas.openxmlformats.org/officeDocument/2006/relationships/hyperlink" Target="https://www.freepik.com/free-vector/electronic-music-event-social-media-cover-template_33760599.htm/?utm_souhttps://www.freepik.com/free-photo/people-working-elegant-cozy-office-space_29794500.htmce=slidesgo_template&amp;utm_medium=referral-link&amp;utm_campaign=sg_resources&amp;utm_content=freepik" TargetMode="External"/><Relationship Id="rId7" Type="http://schemas.openxmlformats.org/officeDocument/2006/relationships/hyperlink" Target="https://www.freepik.com/free-vector/electronic-music-event-youtube-thumbnail_33760657.htm/?utm_souhttps://www.freepik.com/free-photo/people-working-elegant-cozy-office-space_29794500.htmce=slidesgo_template&amp;utm_medium=referral-link&amp;utm_campaign=sg_resources&amp;utm_content=freepik" TargetMode="External"/><Relationship Id="rId8" Type="http://schemas.openxmlformats.org/officeDocument/2006/relationships/hyperlink" Target="https://www.flaticon.com/packs/business-243/?utm_source=slidesgo_template&amp;utm_medium=referral-link&amp;utm_campaign=sg_resources&amp;utm_content=flaticon"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7.xml"/><Relationship Id="rId3" Type="http://schemas.openxmlformats.org/officeDocument/2006/relationships/image" Target="../media/image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80" name="Shape 480"/>
        <p:cNvGrpSpPr/>
        <p:nvPr/>
      </p:nvGrpSpPr>
      <p:grpSpPr>
        <a:xfrm>
          <a:off x="0" y="0"/>
          <a:ext cx="0" cy="0"/>
          <a:chOff x="0" y="0"/>
          <a:chExt cx="0" cy="0"/>
        </a:xfrm>
      </p:grpSpPr>
      <p:sp>
        <p:nvSpPr>
          <p:cNvPr id="481" name="Google Shape;481;p26"/>
          <p:cNvSpPr txBox="1"/>
          <p:nvPr>
            <p:ph type="ctrTitle"/>
          </p:nvPr>
        </p:nvSpPr>
        <p:spPr>
          <a:xfrm>
            <a:off x="1396950" y="1097280"/>
            <a:ext cx="6350100" cy="173736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800"/>
              <a:t>What-If Database: </a:t>
            </a:r>
            <a:r>
              <a:rPr lang="en" sz="2800">
                <a:solidFill>
                  <a:schemeClr val="dk2"/>
                </a:solidFill>
              </a:rPr>
              <a:t>Impact Analysis for University Databases</a:t>
            </a:r>
            <a:endParaRPr>
              <a:solidFill>
                <a:schemeClr val="dk2"/>
              </a:solidFill>
            </a:endParaRPr>
          </a:p>
        </p:txBody>
      </p:sp>
      <p:sp>
        <p:nvSpPr>
          <p:cNvPr id="482" name="Google Shape;482;p26"/>
          <p:cNvSpPr txBox="1"/>
          <p:nvPr>
            <p:ph idx="1" type="subTitle"/>
          </p:nvPr>
        </p:nvSpPr>
        <p:spPr>
          <a:xfrm>
            <a:off x="1828800" y="3063240"/>
            <a:ext cx="5486400" cy="475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BACSE202 – Database Management Systems | First Review</a:t>
            </a:r>
            <a:endParaRPr/>
          </a:p>
          <a:p>
            <a:pPr indent="0" lvl="0" marL="0" rtl="0" algn="ctr">
              <a:spcBef>
                <a:spcPts val="0"/>
              </a:spcBef>
              <a:spcAft>
                <a:spcPts val="0"/>
              </a:spcAft>
              <a:buNone/>
            </a:pPr>
            <a:r>
              <a:rPr lang="en"/>
              <a:t>Prakriti Prakash Jha (25BDS0066)</a:t>
            </a:r>
            <a:endParaRPr/>
          </a:p>
          <a:p>
            <a:pPr indent="0" lvl="0" marL="0" rtl="0" algn="ctr">
              <a:spcBef>
                <a:spcPts val="0"/>
              </a:spcBef>
              <a:spcAft>
                <a:spcPts val="0"/>
              </a:spcAft>
              <a:buNone/>
            </a:pPr>
            <a:r>
              <a:rPr lang="en"/>
              <a:t>Kahill Manuel Alvares (25BCE2873)</a:t>
            </a:r>
            <a:endParaRPr/>
          </a:p>
          <a:p>
            <a:pPr indent="0" lvl="0" marL="0" rtl="0" algn="ctr">
              <a:spcBef>
                <a:spcPts val="0"/>
              </a:spcBef>
              <a:spcAft>
                <a:spcPts val="0"/>
              </a:spcAft>
              <a:buNone/>
            </a:pPr>
            <a:r>
              <a:rPr lang="en"/>
              <a:t>Himali Agarwal (25BAI0012)</a:t>
            </a:r>
            <a:endParaRPr/>
          </a:p>
        </p:txBody>
      </p:sp>
      <p:pic>
        <p:nvPicPr>
          <p:cNvPr id="483" name="Picture 482" descr="logo.png"/>
          <p:cNvPicPr>
            <a:picLocks noChangeAspect="1"/>
          </p:cNvPicPr>
          <p:nvPr/>
        </p:nvPicPr>
        <p:blipFill>
          <a:blip r:embed="rId3"/>
          <a:stretch>
            <a:fillRect/>
          </a:stretch>
        </p:blipFill>
        <p:spPr>
          <a:xfrm>
            <a:off x="3657600" y="274320"/>
            <a:ext cx="1828800" cy="645917"/>
          </a:xfrm>
          <a:prstGeom prst="rect">
            <a:avLst/>
          </a:prstGeom>
        </p:spPr>
      </p:pic>
      <p:sp>
        <p:nvSpPr>
          <p:cNvPr id="484" name="TextBox 483"/>
          <p:cNvSpPr txBox="1"/>
          <p:nvPr/>
        </p:nvSpPr>
        <p:spPr>
          <a:xfrm>
            <a:off x="411480" y="4965192"/>
            <a:ext cx="5486400" cy="155448"/>
          </a:xfrm>
          <a:prstGeom prst="rect">
            <a:avLst/>
          </a:prstGeom>
          <a:noFill/>
        </p:spPr>
        <p:txBody>
          <a:bodyPr wrap="none" lIns="0" rIns="0" tIns="0" bIns="0">
            <a:spAutoFit/>
          </a:bodyPr>
          <a:lstStyle/>
          <a:p>
            <a:pPr algn="l"/>
            <a:r>
              <a:rPr sz="800">
                <a:solidFill>
                  <a:srgbClr val="9AA0A8"/>
                </a:solidFill>
              </a:rPr>
              <a:t>BACSE202 – Database Management Systems  |  First Review  |  Fall Semester 2026</a:t>
            </a:r>
          </a:p>
        </p:txBody>
      </p:sp>
      <p:sp>
        <p:nvSpPr>
          <p:cNvPr id="485" name="TextBox 484"/>
          <p:cNvSpPr txBox="1"/>
          <p:nvPr/>
        </p:nvSpPr>
        <p:spPr>
          <a:xfrm>
            <a:off x="7863840" y="4956048"/>
            <a:ext cx="868680" cy="155448"/>
          </a:xfrm>
          <a:prstGeom prst="rect">
            <a:avLst/>
          </a:prstGeom>
          <a:noFill/>
        </p:spPr>
        <p:txBody>
          <a:bodyPr wrap="none" lIns="0" rIns="0" tIns="0" bIns="0">
            <a:spAutoFit/>
          </a:bodyPr>
          <a:lstStyle/>
          <a:p>
            <a:pPr algn="r"/>
            <a:r>
              <a:rPr sz="800">
                <a:solidFill>
                  <a:srgbClr val="9AA0A8"/>
                </a:solidFill>
              </a:rPr>
              <a:t>1</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2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Index</a:t>
            </a:r>
            <a:endParaRPr/>
          </a:p>
        </p:txBody>
      </p:sp>
      <p:sp>
        <p:nvSpPr>
          <p:cNvPr id="497" name="Google Shape;497;p28"/>
          <p:cNvSpPr txBox="1"/>
          <p:nvPr>
            <p:ph idx="2" type="title"/>
          </p:nvPr>
        </p:nvSpPr>
        <p:spPr>
          <a:xfrm>
            <a:off x="1836663" y="1480883"/>
            <a:ext cx="7347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498" name="Google Shape;498;p28"/>
          <p:cNvSpPr txBox="1"/>
          <p:nvPr>
            <p:ph idx="3" type="title"/>
          </p:nvPr>
        </p:nvSpPr>
        <p:spPr>
          <a:xfrm>
            <a:off x="1836663" y="2914291"/>
            <a:ext cx="7347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499" name="Google Shape;499;p28"/>
          <p:cNvSpPr txBox="1"/>
          <p:nvPr>
            <p:ph idx="4" type="title"/>
          </p:nvPr>
        </p:nvSpPr>
        <p:spPr>
          <a:xfrm>
            <a:off x="4204550" y="1480883"/>
            <a:ext cx="7347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500" name="Google Shape;500;p28"/>
          <p:cNvSpPr txBox="1"/>
          <p:nvPr>
            <p:ph idx="5" type="title"/>
          </p:nvPr>
        </p:nvSpPr>
        <p:spPr>
          <a:xfrm>
            <a:off x="4204550" y="2914291"/>
            <a:ext cx="7347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05</a:t>
            </a:r>
            <a:endParaRPr/>
          </a:p>
        </p:txBody>
      </p:sp>
      <p:sp>
        <p:nvSpPr>
          <p:cNvPr id="501" name="Google Shape;501;p28"/>
          <p:cNvSpPr txBox="1"/>
          <p:nvPr>
            <p:ph idx="6" type="title"/>
          </p:nvPr>
        </p:nvSpPr>
        <p:spPr>
          <a:xfrm>
            <a:off x="6572513" y="1480883"/>
            <a:ext cx="7347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502" name="Google Shape;502;p28"/>
          <p:cNvSpPr txBox="1"/>
          <p:nvPr>
            <p:ph idx="7" type="title"/>
          </p:nvPr>
        </p:nvSpPr>
        <p:spPr>
          <a:xfrm>
            <a:off x="6572513" y="2914291"/>
            <a:ext cx="7347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06</a:t>
            </a:r>
            <a:endParaRPr/>
          </a:p>
        </p:txBody>
      </p:sp>
      <p:sp>
        <p:nvSpPr>
          <p:cNvPr id="503" name="Google Shape;503;p28"/>
          <p:cNvSpPr txBox="1"/>
          <p:nvPr>
            <p:ph idx="1" type="subTitle"/>
          </p:nvPr>
        </p:nvSpPr>
        <p:spPr>
          <a:xfrm>
            <a:off x="1103613" y="1928475"/>
            <a:ext cx="2200800" cy="735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Abstract and overview</a:t>
            </a:r>
            <a:endParaRPr/>
          </a:p>
        </p:txBody>
      </p:sp>
      <p:sp>
        <p:nvSpPr>
          <p:cNvPr id="504" name="Google Shape;504;p28"/>
          <p:cNvSpPr txBox="1"/>
          <p:nvPr>
            <p:ph idx="8" type="subTitle"/>
          </p:nvPr>
        </p:nvSpPr>
        <p:spPr>
          <a:xfrm>
            <a:off x="3471550" y="1928475"/>
            <a:ext cx="2200800" cy="735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Literature review</a:t>
            </a:r>
            <a:endParaRPr/>
          </a:p>
        </p:txBody>
      </p:sp>
      <p:sp>
        <p:nvSpPr>
          <p:cNvPr id="505" name="Google Shape;505;p28"/>
          <p:cNvSpPr txBox="1"/>
          <p:nvPr>
            <p:ph idx="9" type="subTitle"/>
          </p:nvPr>
        </p:nvSpPr>
        <p:spPr>
          <a:xfrm>
            <a:off x="5839463" y="1928475"/>
            <a:ext cx="2200800" cy="735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Key techniques</a:t>
            </a:r>
            <a:endParaRPr/>
          </a:p>
        </p:txBody>
      </p:sp>
      <p:sp>
        <p:nvSpPr>
          <p:cNvPr id="506" name="Google Shape;506;p28"/>
          <p:cNvSpPr txBox="1"/>
          <p:nvPr>
            <p:ph idx="13" type="subTitle"/>
          </p:nvPr>
        </p:nvSpPr>
        <p:spPr>
          <a:xfrm>
            <a:off x="1103613" y="3361850"/>
            <a:ext cx="2200800" cy="735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Research gaps</a:t>
            </a:r>
            <a:endParaRPr/>
          </a:p>
        </p:txBody>
      </p:sp>
      <p:sp>
        <p:nvSpPr>
          <p:cNvPr id="507" name="Google Shape;507;p28"/>
          <p:cNvSpPr txBox="1"/>
          <p:nvPr>
            <p:ph idx="14" type="subTitle"/>
          </p:nvPr>
        </p:nvSpPr>
        <p:spPr>
          <a:xfrm>
            <a:off x="3471550" y="3361850"/>
            <a:ext cx="2200800" cy="735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Framework</a:t>
            </a:r>
            <a:endParaRPr/>
          </a:p>
        </p:txBody>
      </p:sp>
      <p:sp>
        <p:nvSpPr>
          <p:cNvPr id="508" name="Google Shape;508;p28"/>
          <p:cNvSpPr txBox="1"/>
          <p:nvPr>
            <p:ph idx="15" type="subTitle"/>
          </p:nvPr>
        </p:nvSpPr>
        <p:spPr>
          <a:xfrm>
            <a:off x="5839463" y="3361850"/>
            <a:ext cx="2200800" cy="735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Objectives, comparison, summary</a:t>
            </a:r>
            <a:endParaRPr/>
          </a:p>
        </p:txBody>
      </p:sp>
      <p:sp>
        <p:nvSpPr>
          <p:cNvPr id="509" name="TextBox 508"/>
          <p:cNvSpPr txBox="1"/>
          <p:nvPr/>
        </p:nvSpPr>
        <p:spPr>
          <a:xfrm>
            <a:off x="411480" y="4965192"/>
            <a:ext cx="5486400" cy="155448"/>
          </a:xfrm>
          <a:prstGeom prst="rect">
            <a:avLst/>
          </a:prstGeom>
          <a:noFill/>
        </p:spPr>
        <p:txBody>
          <a:bodyPr wrap="none" lIns="0" rIns="0" tIns="0" bIns="0">
            <a:spAutoFit/>
          </a:bodyPr>
          <a:lstStyle/>
          <a:p>
            <a:pPr algn="l"/>
            <a:r>
              <a:rPr sz="800">
                <a:solidFill>
                  <a:srgbClr val="9AA0A8"/>
                </a:solidFill>
              </a:rPr>
              <a:t>BACSE202 – Database Management Systems  |  First Review  |  Fall Semester 2026</a:t>
            </a:r>
          </a:p>
        </p:txBody>
      </p:sp>
      <p:sp>
        <p:nvSpPr>
          <p:cNvPr id="510" name="TextBox 509"/>
          <p:cNvSpPr txBox="1"/>
          <p:nvPr/>
        </p:nvSpPr>
        <p:spPr>
          <a:xfrm>
            <a:off x="7863840" y="4956048"/>
            <a:ext cx="868680" cy="155448"/>
          </a:xfrm>
          <a:prstGeom prst="rect">
            <a:avLst/>
          </a:prstGeom>
          <a:noFill/>
        </p:spPr>
        <p:txBody>
          <a:bodyPr wrap="none" lIns="0" rIns="0" tIns="0" bIns="0">
            <a:spAutoFit/>
          </a:bodyPr>
          <a:lstStyle/>
          <a:p>
            <a:pPr algn="r"/>
            <a:r>
              <a:rPr sz="800">
                <a:solidFill>
                  <a:srgbClr val="9AA0A8"/>
                </a:solidFill>
              </a:rPr>
              <a:t>2</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31"/>
          <p:cNvSpPr txBox="1"/>
          <p:nvPr>
            <p:ph idx="4" type="subTitle"/>
          </p:nvPr>
        </p:nvSpPr>
        <p:spPr>
          <a:xfrm>
            <a:off x="4798770" y="2210500"/>
            <a:ext cx="3058500" cy="429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Why it matters</a:t>
            </a:r>
            <a:endParaRPr/>
          </a:p>
        </p:txBody>
      </p:sp>
      <p:sp>
        <p:nvSpPr>
          <p:cNvPr id="539" name="Google Shape;539;p3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Summary</a:t>
            </a:r>
            <a:endParaRPr/>
          </a:p>
        </p:txBody>
      </p:sp>
      <p:sp>
        <p:nvSpPr>
          <p:cNvPr id="540" name="Google Shape;540;p31"/>
          <p:cNvSpPr txBox="1"/>
          <p:nvPr>
            <p:ph idx="1" type="subTitle"/>
          </p:nvPr>
        </p:nvSpPr>
        <p:spPr>
          <a:xfrm>
            <a:off x="4798772" y="2583575"/>
            <a:ext cx="3058500" cy="1445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Existing tools are analytical, historical or branch-based. Ours gives a one-step, exact impact report on a live university database and leaves the real data unchanged.</a:t>
            </a:r>
            <a:endParaRPr/>
          </a:p>
        </p:txBody>
      </p:sp>
      <p:sp>
        <p:nvSpPr>
          <p:cNvPr id="541" name="Google Shape;541;p31"/>
          <p:cNvSpPr txBox="1"/>
          <p:nvPr>
            <p:ph idx="2" type="subTitle"/>
          </p:nvPr>
        </p:nvSpPr>
        <p:spPr>
          <a:xfrm>
            <a:off x="1286725" y="2583575"/>
            <a:ext cx="3058500" cy="1445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 WHAT_IF layer on PostgreSQL that runs a hypothetical change in a rolled-back transaction and reports the exact impact on data and schema.</a:t>
            </a:r>
            <a:endParaRPr/>
          </a:p>
        </p:txBody>
      </p:sp>
      <p:sp>
        <p:nvSpPr>
          <p:cNvPr id="542" name="Google Shape;542;p31"/>
          <p:cNvSpPr txBox="1"/>
          <p:nvPr>
            <p:ph idx="3" type="subTitle"/>
          </p:nvPr>
        </p:nvSpPr>
        <p:spPr>
          <a:xfrm>
            <a:off x="1286725" y="2210500"/>
            <a:ext cx="3058500" cy="429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What we built</a:t>
            </a:r>
            <a:endParaRPr/>
          </a:p>
        </p:txBody>
      </p:sp>
      <p:grpSp>
        <p:nvGrpSpPr>
          <p:cNvPr id="543" name="Google Shape;543;p31"/>
          <p:cNvGrpSpPr/>
          <p:nvPr/>
        </p:nvGrpSpPr>
        <p:grpSpPr>
          <a:xfrm>
            <a:off x="2621609" y="1688666"/>
            <a:ext cx="388752" cy="369040"/>
            <a:chOff x="2554800" y="2024425"/>
            <a:chExt cx="326875" cy="310300"/>
          </a:xfrm>
        </p:grpSpPr>
        <p:sp>
          <p:nvSpPr>
            <p:cNvPr id="544" name="Google Shape;544;p31"/>
            <p:cNvSpPr/>
            <p:nvPr/>
          </p:nvSpPr>
          <p:spPr>
            <a:xfrm>
              <a:off x="2749700" y="2170825"/>
              <a:ext cx="18025" cy="18000"/>
            </a:xfrm>
            <a:custGeom>
              <a:rect b="b" l="l" r="r" t="t"/>
              <a:pathLst>
                <a:path extrusionOk="0" h="720" w="721">
                  <a:moveTo>
                    <a:pt x="361" y="0"/>
                  </a:moveTo>
                  <a:cubicBezTo>
                    <a:pt x="155" y="0"/>
                    <a:pt x="1" y="154"/>
                    <a:pt x="1" y="360"/>
                  </a:cubicBezTo>
                  <a:cubicBezTo>
                    <a:pt x="1" y="566"/>
                    <a:pt x="155" y="720"/>
                    <a:pt x="361" y="720"/>
                  </a:cubicBezTo>
                  <a:cubicBezTo>
                    <a:pt x="549" y="720"/>
                    <a:pt x="721" y="566"/>
                    <a:pt x="721" y="360"/>
                  </a:cubicBezTo>
                  <a:cubicBezTo>
                    <a:pt x="721" y="154"/>
                    <a:pt x="549" y="0"/>
                    <a:pt x="3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31"/>
            <p:cNvSpPr/>
            <p:nvPr/>
          </p:nvSpPr>
          <p:spPr>
            <a:xfrm>
              <a:off x="2700875" y="2170825"/>
              <a:ext cx="18450" cy="18000"/>
            </a:xfrm>
            <a:custGeom>
              <a:rect b="b" l="l" r="r" t="t"/>
              <a:pathLst>
                <a:path extrusionOk="0" h="720" w="738">
                  <a:moveTo>
                    <a:pt x="378" y="0"/>
                  </a:moveTo>
                  <a:cubicBezTo>
                    <a:pt x="275" y="0"/>
                    <a:pt x="172" y="35"/>
                    <a:pt x="121" y="103"/>
                  </a:cubicBezTo>
                  <a:cubicBezTo>
                    <a:pt x="35" y="172"/>
                    <a:pt x="1" y="257"/>
                    <a:pt x="1" y="360"/>
                  </a:cubicBezTo>
                  <a:cubicBezTo>
                    <a:pt x="1" y="463"/>
                    <a:pt x="52" y="549"/>
                    <a:pt x="121" y="617"/>
                  </a:cubicBezTo>
                  <a:cubicBezTo>
                    <a:pt x="189" y="686"/>
                    <a:pt x="275" y="720"/>
                    <a:pt x="378" y="720"/>
                  </a:cubicBezTo>
                  <a:cubicBezTo>
                    <a:pt x="566" y="720"/>
                    <a:pt x="737" y="566"/>
                    <a:pt x="737" y="360"/>
                  </a:cubicBezTo>
                  <a:cubicBezTo>
                    <a:pt x="737" y="154"/>
                    <a:pt x="566" y="0"/>
                    <a:pt x="37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31"/>
            <p:cNvSpPr/>
            <p:nvPr/>
          </p:nvSpPr>
          <p:spPr>
            <a:xfrm>
              <a:off x="2652050" y="2170825"/>
              <a:ext cx="18450" cy="18000"/>
            </a:xfrm>
            <a:custGeom>
              <a:rect b="b" l="l" r="r" t="t"/>
              <a:pathLst>
                <a:path extrusionOk="0" h="720" w="738">
                  <a:moveTo>
                    <a:pt x="371" y="0"/>
                  </a:moveTo>
                  <a:cubicBezTo>
                    <a:pt x="279" y="0"/>
                    <a:pt x="189" y="35"/>
                    <a:pt x="120" y="103"/>
                  </a:cubicBezTo>
                  <a:cubicBezTo>
                    <a:pt x="35" y="172"/>
                    <a:pt x="0" y="257"/>
                    <a:pt x="0" y="360"/>
                  </a:cubicBezTo>
                  <a:cubicBezTo>
                    <a:pt x="0" y="463"/>
                    <a:pt x="52" y="549"/>
                    <a:pt x="120" y="617"/>
                  </a:cubicBezTo>
                  <a:cubicBezTo>
                    <a:pt x="189" y="686"/>
                    <a:pt x="274" y="720"/>
                    <a:pt x="377" y="720"/>
                  </a:cubicBezTo>
                  <a:cubicBezTo>
                    <a:pt x="463" y="720"/>
                    <a:pt x="549" y="686"/>
                    <a:pt x="634" y="617"/>
                  </a:cubicBezTo>
                  <a:cubicBezTo>
                    <a:pt x="686" y="549"/>
                    <a:pt x="737" y="463"/>
                    <a:pt x="737" y="360"/>
                  </a:cubicBezTo>
                  <a:cubicBezTo>
                    <a:pt x="737" y="257"/>
                    <a:pt x="703" y="172"/>
                    <a:pt x="634" y="103"/>
                  </a:cubicBezTo>
                  <a:cubicBezTo>
                    <a:pt x="557" y="35"/>
                    <a:pt x="463" y="0"/>
                    <a:pt x="3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31"/>
            <p:cNvSpPr/>
            <p:nvPr/>
          </p:nvSpPr>
          <p:spPr>
            <a:xfrm>
              <a:off x="2603650" y="2170825"/>
              <a:ext cx="18000" cy="18000"/>
            </a:xfrm>
            <a:custGeom>
              <a:rect b="b" l="l" r="r" t="t"/>
              <a:pathLst>
                <a:path extrusionOk="0" h="720" w="720">
                  <a:moveTo>
                    <a:pt x="360" y="0"/>
                  </a:moveTo>
                  <a:cubicBezTo>
                    <a:pt x="154" y="0"/>
                    <a:pt x="0" y="154"/>
                    <a:pt x="0" y="360"/>
                  </a:cubicBezTo>
                  <a:cubicBezTo>
                    <a:pt x="0" y="566"/>
                    <a:pt x="154" y="720"/>
                    <a:pt x="360" y="720"/>
                  </a:cubicBezTo>
                  <a:cubicBezTo>
                    <a:pt x="446" y="720"/>
                    <a:pt x="548" y="686"/>
                    <a:pt x="617" y="617"/>
                  </a:cubicBezTo>
                  <a:cubicBezTo>
                    <a:pt x="685" y="549"/>
                    <a:pt x="720" y="463"/>
                    <a:pt x="720" y="360"/>
                  </a:cubicBezTo>
                  <a:cubicBezTo>
                    <a:pt x="720" y="257"/>
                    <a:pt x="685" y="172"/>
                    <a:pt x="617" y="103"/>
                  </a:cubicBezTo>
                  <a:cubicBezTo>
                    <a:pt x="548" y="35"/>
                    <a:pt x="463" y="0"/>
                    <a:pt x="3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31"/>
            <p:cNvSpPr/>
            <p:nvPr/>
          </p:nvSpPr>
          <p:spPr>
            <a:xfrm>
              <a:off x="2603650" y="2219225"/>
              <a:ext cx="18000" cy="18500"/>
            </a:xfrm>
            <a:custGeom>
              <a:rect b="b" l="l" r="r" t="t"/>
              <a:pathLst>
                <a:path extrusionOk="0" h="740" w="720">
                  <a:moveTo>
                    <a:pt x="360" y="0"/>
                  </a:moveTo>
                  <a:cubicBezTo>
                    <a:pt x="154" y="18"/>
                    <a:pt x="0" y="172"/>
                    <a:pt x="0" y="377"/>
                  </a:cubicBezTo>
                  <a:cubicBezTo>
                    <a:pt x="0" y="597"/>
                    <a:pt x="172" y="739"/>
                    <a:pt x="358" y="739"/>
                  </a:cubicBezTo>
                  <a:cubicBezTo>
                    <a:pt x="447" y="739"/>
                    <a:pt x="539" y="707"/>
                    <a:pt x="617" y="634"/>
                  </a:cubicBezTo>
                  <a:cubicBezTo>
                    <a:pt x="685" y="566"/>
                    <a:pt x="720" y="463"/>
                    <a:pt x="720" y="377"/>
                  </a:cubicBezTo>
                  <a:cubicBezTo>
                    <a:pt x="720" y="275"/>
                    <a:pt x="685" y="189"/>
                    <a:pt x="617" y="120"/>
                  </a:cubicBezTo>
                  <a:cubicBezTo>
                    <a:pt x="548" y="52"/>
                    <a:pt x="463" y="18"/>
                    <a:pt x="3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31"/>
            <p:cNvSpPr/>
            <p:nvPr/>
          </p:nvSpPr>
          <p:spPr>
            <a:xfrm>
              <a:off x="2783550" y="2233150"/>
              <a:ext cx="41575" cy="38350"/>
            </a:xfrm>
            <a:custGeom>
              <a:rect b="b" l="l" r="r" t="t"/>
              <a:pathLst>
                <a:path extrusionOk="0" h="1534" w="1663">
                  <a:moveTo>
                    <a:pt x="362" y="0"/>
                  </a:moveTo>
                  <a:cubicBezTo>
                    <a:pt x="189" y="0"/>
                    <a:pt x="18" y="112"/>
                    <a:pt x="1" y="334"/>
                  </a:cubicBezTo>
                  <a:lnTo>
                    <a:pt x="1" y="1174"/>
                  </a:lnTo>
                  <a:cubicBezTo>
                    <a:pt x="1" y="1380"/>
                    <a:pt x="172" y="1534"/>
                    <a:pt x="360" y="1534"/>
                  </a:cubicBezTo>
                  <a:lnTo>
                    <a:pt x="1217" y="1534"/>
                  </a:lnTo>
                  <a:cubicBezTo>
                    <a:pt x="1663" y="1500"/>
                    <a:pt x="1663" y="848"/>
                    <a:pt x="1217" y="814"/>
                  </a:cubicBezTo>
                  <a:lnTo>
                    <a:pt x="737" y="814"/>
                  </a:lnTo>
                  <a:lnTo>
                    <a:pt x="737" y="334"/>
                  </a:lnTo>
                  <a:cubicBezTo>
                    <a:pt x="712" y="112"/>
                    <a:pt x="536" y="0"/>
                    <a:pt x="3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31"/>
            <p:cNvSpPr/>
            <p:nvPr/>
          </p:nvSpPr>
          <p:spPr>
            <a:xfrm>
              <a:off x="2644750" y="2210850"/>
              <a:ext cx="33025" cy="31525"/>
            </a:xfrm>
            <a:custGeom>
              <a:rect b="b" l="l" r="r" t="t"/>
              <a:pathLst>
                <a:path extrusionOk="0" h="1261" w="1321">
                  <a:moveTo>
                    <a:pt x="678" y="0"/>
                  </a:moveTo>
                  <a:cubicBezTo>
                    <a:pt x="350" y="0"/>
                    <a:pt x="29" y="310"/>
                    <a:pt x="155" y="712"/>
                  </a:cubicBezTo>
                  <a:cubicBezTo>
                    <a:pt x="1" y="952"/>
                    <a:pt x="189" y="1261"/>
                    <a:pt x="464" y="1261"/>
                  </a:cubicBezTo>
                  <a:cubicBezTo>
                    <a:pt x="524" y="1226"/>
                    <a:pt x="592" y="1209"/>
                    <a:pt x="661" y="1209"/>
                  </a:cubicBezTo>
                  <a:cubicBezTo>
                    <a:pt x="729" y="1209"/>
                    <a:pt x="798" y="1226"/>
                    <a:pt x="858" y="1261"/>
                  </a:cubicBezTo>
                  <a:cubicBezTo>
                    <a:pt x="1149" y="1261"/>
                    <a:pt x="1320" y="952"/>
                    <a:pt x="1166" y="712"/>
                  </a:cubicBezTo>
                  <a:cubicBezTo>
                    <a:pt x="1252" y="558"/>
                    <a:pt x="1235" y="370"/>
                    <a:pt x="1115" y="250"/>
                  </a:cubicBezTo>
                  <a:cubicBezTo>
                    <a:pt x="1002" y="75"/>
                    <a:pt x="839" y="0"/>
                    <a:pt x="67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31"/>
            <p:cNvSpPr/>
            <p:nvPr/>
          </p:nvSpPr>
          <p:spPr>
            <a:xfrm>
              <a:off x="2554800" y="2024425"/>
              <a:ext cx="326875" cy="310300"/>
            </a:xfrm>
            <a:custGeom>
              <a:rect b="b" l="l" r="r" t="t"/>
              <a:pathLst>
                <a:path extrusionOk="0" h="12412" w="13075">
                  <a:moveTo>
                    <a:pt x="9733" y="4640"/>
                  </a:moveTo>
                  <a:lnTo>
                    <a:pt x="9733" y="6644"/>
                  </a:lnTo>
                  <a:lnTo>
                    <a:pt x="9527" y="6644"/>
                  </a:lnTo>
                  <a:cubicBezTo>
                    <a:pt x="7917" y="6644"/>
                    <a:pt x="6632" y="7930"/>
                    <a:pt x="6632" y="9540"/>
                  </a:cubicBezTo>
                  <a:lnTo>
                    <a:pt x="6632" y="9746"/>
                  </a:lnTo>
                  <a:lnTo>
                    <a:pt x="1337" y="9746"/>
                  </a:lnTo>
                  <a:cubicBezTo>
                    <a:pt x="995" y="9746"/>
                    <a:pt x="738" y="9472"/>
                    <a:pt x="738" y="9146"/>
                  </a:cubicBezTo>
                  <a:lnTo>
                    <a:pt x="738" y="4640"/>
                  </a:lnTo>
                  <a:close/>
                  <a:moveTo>
                    <a:pt x="9512" y="7354"/>
                  </a:moveTo>
                  <a:cubicBezTo>
                    <a:pt x="10626" y="7354"/>
                    <a:pt x="11692" y="8216"/>
                    <a:pt x="11704" y="9523"/>
                  </a:cubicBezTo>
                  <a:cubicBezTo>
                    <a:pt x="11704" y="10722"/>
                    <a:pt x="10727" y="11699"/>
                    <a:pt x="9527" y="11699"/>
                  </a:cubicBezTo>
                  <a:cubicBezTo>
                    <a:pt x="7591" y="11699"/>
                    <a:pt x="6632" y="9369"/>
                    <a:pt x="7985" y="7998"/>
                  </a:cubicBezTo>
                  <a:cubicBezTo>
                    <a:pt x="8431" y="7553"/>
                    <a:pt x="8977" y="7354"/>
                    <a:pt x="9512" y="7354"/>
                  </a:cubicBezTo>
                  <a:close/>
                  <a:moveTo>
                    <a:pt x="5878" y="1"/>
                  </a:moveTo>
                  <a:cubicBezTo>
                    <a:pt x="5698" y="1"/>
                    <a:pt x="5518" y="125"/>
                    <a:pt x="5518" y="373"/>
                  </a:cubicBezTo>
                  <a:lnTo>
                    <a:pt x="5518" y="785"/>
                  </a:lnTo>
                  <a:lnTo>
                    <a:pt x="5021" y="785"/>
                  </a:lnTo>
                  <a:lnTo>
                    <a:pt x="5021" y="1933"/>
                  </a:lnTo>
                  <a:cubicBezTo>
                    <a:pt x="5021" y="2172"/>
                    <a:pt x="4837" y="2292"/>
                    <a:pt x="4653" y="2292"/>
                  </a:cubicBezTo>
                  <a:cubicBezTo>
                    <a:pt x="4469" y="2292"/>
                    <a:pt x="4284" y="2172"/>
                    <a:pt x="4284" y="1933"/>
                  </a:cubicBezTo>
                  <a:lnTo>
                    <a:pt x="4284" y="373"/>
                  </a:lnTo>
                  <a:cubicBezTo>
                    <a:pt x="4267" y="151"/>
                    <a:pt x="4096" y="39"/>
                    <a:pt x="3925" y="39"/>
                  </a:cubicBezTo>
                  <a:cubicBezTo>
                    <a:pt x="3753" y="39"/>
                    <a:pt x="3582" y="151"/>
                    <a:pt x="3565" y="373"/>
                  </a:cubicBezTo>
                  <a:lnTo>
                    <a:pt x="3565" y="785"/>
                  </a:lnTo>
                  <a:lnTo>
                    <a:pt x="3068" y="785"/>
                  </a:lnTo>
                  <a:lnTo>
                    <a:pt x="3068" y="1933"/>
                  </a:lnTo>
                  <a:cubicBezTo>
                    <a:pt x="3068" y="2172"/>
                    <a:pt x="2888" y="2292"/>
                    <a:pt x="2708" y="2292"/>
                  </a:cubicBezTo>
                  <a:cubicBezTo>
                    <a:pt x="2528" y="2292"/>
                    <a:pt x="2348" y="2172"/>
                    <a:pt x="2348" y="1933"/>
                  </a:cubicBezTo>
                  <a:lnTo>
                    <a:pt x="2348" y="373"/>
                  </a:lnTo>
                  <a:cubicBezTo>
                    <a:pt x="2331" y="151"/>
                    <a:pt x="2155" y="39"/>
                    <a:pt x="1980" y="39"/>
                  </a:cubicBezTo>
                  <a:cubicBezTo>
                    <a:pt x="1804" y="39"/>
                    <a:pt x="1629" y="151"/>
                    <a:pt x="1611" y="373"/>
                  </a:cubicBezTo>
                  <a:lnTo>
                    <a:pt x="1611" y="785"/>
                  </a:lnTo>
                  <a:lnTo>
                    <a:pt x="1354" y="785"/>
                  </a:lnTo>
                  <a:cubicBezTo>
                    <a:pt x="600" y="785"/>
                    <a:pt x="1" y="1384"/>
                    <a:pt x="18" y="2121"/>
                  </a:cubicBezTo>
                  <a:lnTo>
                    <a:pt x="18" y="9129"/>
                  </a:lnTo>
                  <a:cubicBezTo>
                    <a:pt x="18" y="9866"/>
                    <a:pt x="600" y="10465"/>
                    <a:pt x="1354" y="10465"/>
                  </a:cubicBezTo>
                  <a:lnTo>
                    <a:pt x="6786" y="10465"/>
                  </a:lnTo>
                  <a:cubicBezTo>
                    <a:pt x="7219" y="11712"/>
                    <a:pt x="8362" y="12411"/>
                    <a:pt x="9528" y="12411"/>
                  </a:cubicBezTo>
                  <a:cubicBezTo>
                    <a:pt x="10253" y="12411"/>
                    <a:pt x="10988" y="12140"/>
                    <a:pt x="11566" y="11562"/>
                  </a:cubicBezTo>
                  <a:cubicBezTo>
                    <a:pt x="13074" y="10054"/>
                    <a:pt x="12492" y="7484"/>
                    <a:pt x="10470" y="6782"/>
                  </a:cubicBezTo>
                  <a:lnTo>
                    <a:pt x="10470" y="2138"/>
                  </a:lnTo>
                  <a:cubicBezTo>
                    <a:pt x="10470" y="1384"/>
                    <a:pt x="9870" y="785"/>
                    <a:pt x="9133" y="785"/>
                  </a:cubicBezTo>
                  <a:lnTo>
                    <a:pt x="8911" y="785"/>
                  </a:lnTo>
                  <a:lnTo>
                    <a:pt x="8911" y="1933"/>
                  </a:lnTo>
                  <a:cubicBezTo>
                    <a:pt x="8894" y="2155"/>
                    <a:pt x="8722" y="2267"/>
                    <a:pt x="8551" y="2267"/>
                  </a:cubicBezTo>
                  <a:cubicBezTo>
                    <a:pt x="8379" y="2267"/>
                    <a:pt x="8208" y="2155"/>
                    <a:pt x="8191" y="1933"/>
                  </a:cubicBezTo>
                  <a:lnTo>
                    <a:pt x="8191" y="373"/>
                  </a:lnTo>
                  <a:cubicBezTo>
                    <a:pt x="8191" y="125"/>
                    <a:pt x="8007" y="1"/>
                    <a:pt x="7823" y="1"/>
                  </a:cubicBezTo>
                  <a:cubicBezTo>
                    <a:pt x="7638" y="1"/>
                    <a:pt x="7454" y="125"/>
                    <a:pt x="7454" y="373"/>
                  </a:cubicBezTo>
                  <a:lnTo>
                    <a:pt x="7454" y="785"/>
                  </a:lnTo>
                  <a:lnTo>
                    <a:pt x="6974" y="785"/>
                  </a:lnTo>
                  <a:lnTo>
                    <a:pt x="6974" y="1933"/>
                  </a:lnTo>
                  <a:cubicBezTo>
                    <a:pt x="6949" y="2155"/>
                    <a:pt x="6773" y="2267"/>
                    <a:pt x="6600" y="2267"/>
                  </a:cubicBezTo>
                  <a:cubicBezTo>
                    <a:pt x="6426" y="2267"/>
                    <a:pt x="6255" y="2155"/>
                    <a:pt x="6238" y="1933"/>
                  </a:cubicBezTo>
                  <a:lnTo>
                    <a:pt x="6238" y="373"/>
                  </a:lnTo>
                  <a:cubicBezTo>
                    <a:pt x="6238" y="125"/>
                    <a:pt x="6058" y="1"/>
                    <a:pt x="58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2" name="Google Shape;552;p31"/>
          <p:cNvSpPr/>
          <p:nvPr/>
        </p:nvSpPr>
        <p:spPr>
          <a:xfrm>
            <a:off x="6143848" y="1689137"/>
            <a:ext cx="368356" cy="368951"/>
          </a:xfrm>
          <a:custGeom>
            <a:rect b="b" l="l" r="r" t="t"/>
            <a:pathLst>
              <a:path extrusionOk="0" h="12409" w="12389">
                <a:moveTo>
                  <a:pt x="4455" y="720"/>
                </a:moveTo>
                <a:cubicBezTo>
                  <a:pt x="4798" y="720"/>
                  <a:pt x="5055" y="994"/>
                  <a:pt x="5072" y="1337"/>
                </a:cubicBezTo>
                <a:lnTo>
                  <a:pt x="5072" y="3290"/>
                </a:lnTo>
                <a:cubicBezTo>
                  <a:pt x="5055" y="3616"/>
                  <a:pt x="4798" y="3890"/>
                  <a:pt x="4455" y="3890"/>
                </a:cubicBezTo>
                <a:lnTo>
                  <a:pt x="1337" y="3890"/>
                </a:lnTo>
                <a:cubicBezTo>
                  <a:pt x="994" y="3890"/>
                  <a:pt x="720" y="3616"/>
                  <a:pt x="737" y="3290"/>
                </a:cubicBezTo>
                <a:lnTo>
                  <a:pt x="737" y="1337"/>
                </a:lnTo>
                <a:cubicBezTo>
                  <a:pt x="720" y="994"/>
                  <a:pt x="994" y="720"/>
                  <a:pt x="1337" y="720"/>
                </a:cubicBezTo>
                <a:close/>
                <a:moveTo>
                  <a:pt x="9733" y="2673"/>
                </a:moveTo>
                <a:lnTo>
                  <a:pt x="9733" y="5843"/>
                </a:lnTo>
                <a:lnTo>
                  <a:pt x="7951" y="5843"/>
                </a:lnTo>
                <a:cubicBezTo>
                  <a:pt x="7214" y="5843"/>
                  <a:pt x="6614" y="6443"/>
                  <a:pt x="6614" y="7180"/>
                </a:cubicBezTo>
                <a:lnTo>
                  <a:pt x="6614" y="9133"/>
                </a:lnTo>
                <a:lnTo>
                  <a:pt x="6614" y="9219"/>
                </a:lnTo>
                <a:lnTo>
                  <a:pt x="6254" y="8876"/>
                </a:lnTo>
                <a:cubicBezTo>
                  <a:pt x="6186" y="8799"/>
                  <a:pt x="6092" y="8760"/>
                  <a:pt x="5997" y="8760"/>
                </a:cubicBezTo>
                <a:cubicBezTo>
                  <a:pt x="5903" y="8760"/>
                  <a:pt x="5809" y="8799"/>
                  <a:pt x="5740" y="8876"/>
                </a:cubicBezTo>
                <a:cubicBezTo>
                  <a:pt x="5586" y="9013"/>
                  <a:pt x="5586" y="9236"/>
                  <a:pt x="5740" y="9390"/>
                </a:cubicBezTo>
                <a:lnTo>
                  <a:pt x="6083" y="9733"/>
                </a:lnTo>
                <a:lnTo>
                  <a:pt x="2656" y="9733"/>
                </a:lnTo>
                <a:lnTo>
                  <a:pt x="2673" y="6563"/>
                </a:lnTo>
                <a:lnTo>
                  <a:pt x="4644" y="6563"/>
                </a:lnTo>
                <a:cubicBezTo>
                  <a:pt x="5141" y="6563"/>
                  <a:pt x="5141" y="5843"/>
                  <a:pt x="4644" y="5843"/>
                </a:cubicBezTo>
                <a:lnTo>
                  <a:pt x="4233" y="5843"/>
                </a:lnTo>
                <a:lnTo>
                  <a:pt x="4233" y="4627"/>
                </a:lnTo>
                <a:lnTo>
                  <a:pt x="4455" y="4627"/>
                </a:lnTo>
                <a:cubicBezTo>
                  <a:pt x="5192" y="4627"/>
                  <a:pt x="5775" y="4027"/>
                  <a:pt x="5792" y="3290"/>
                </a:cubicBezTo>
                <a:lnTo>
                  <a:pt x="5792" y="3187"/>
                </a:lnTo>
                <a:lnTo>
                  <a:pt x="6134" y="3547"/>
                </a:lnTo>
                <a:cubicBezTo>
                  <a:pt x="6203" y="3616"/>
                  <a:pt x="6289" y="3650"/>
                  <a:pt x="6391" y="3650"/>
                </a:cubicBezTo>
                <a:cubicBezTo>
                  <a:pt x="6717" y="3650"/>
                  <a:pt x="6871" y="3256"/>
                  <a:pt x="6648" y="3033"/>
                </a:cubicBezTo>
                <a:lnTo>
                  <a:pt x="6306" y="2673"/>
                </a:lnTo>
                <a:close/>
                <a:moveTo>
                  <a:pt x="11069" y="6563"/>
                </a:moveTo>
                <a:cubicBezTo>
                  <a:pt x="11412" y="6563"/>
                  <a:pt x="11686" y="6837"/>
                  <a:pt x="11686" y="7180"/>
                </a:cubicBezTo>
                <a:lnTo>
                  <a:pt x="11686" y="9133"/>
                </a:lnTo>
                <a:cubicBezTo>
                  <a:pt x="11686" y="9459"/>
                  <a:pt x="11412" y="9733"/>
                  <a:pt x="11069" y="9733"/>
                </a:cubicBezTo>
                <a:lnTo>
                  <a:pt x="7951" y="9733"/>
                </a:lnTo>
                <a:cubicBezTo>
                  <a:pt x="7625" y="9733"/>
                  <a:pt x="7351" y="9459"/>
                  <a:pt x="7351" y="9133"/>
                </a:cubicBezTo>
                <a:lnTo>
                  <a:pt x="7351" y="7180"/>
                </a:lnTo>
                <a:cubicBezTo>
                  <a:pt x="7351" y="6837"/>
                  <a:pt x="7625" y="6563"/>
                  <a:pt x="7951" y="6563"/>
                </a:cubicBezTo>
                <a:close/>
                <a:moveTo>
                  <a:pt x="1337" y="0"/>
                </a:moveTo>
                <a:cubicBezTo>
                  <a:pt x="600" y="0"/>
                  <a:pt x="0" y="600"/>
                  <a:pt x="0" y="1337"/>
                </a:cubicBezTo>
                <a:lnTo>
                  <a:pt x="0" y="3290"/>
                </a:lnTo>
                <a:cubicBezTo>
                  <a:pt x="0" y="4027"/>
                  <a:pt x="600" y="4627"/>
                  <a:pt x="1337" y="4627"/>
                </a:cubicBezTo>
                <a:lnTo>
                  <a:pt x="1560" y="4627"/>
                </a:lnTo>
                <a:lnTo>
                  <a:pt x="1560" y="5843"/>
                </a:lnTo>
                <a:lnTo>
                  <a:pt x="1131" y="5843"/>
                </a:lnTo>
                <a:cubicBezTo>
                  <a:pt x="651" y="5843"/>
                  <a:pt x="651" y="6563"/>
                  <a:pt x="1131" y="6563"/>
                </a:cubicBezTo>
                <a:lnTo>
                  <a:pt x="1937" y="6563"/>
                </a:lnTo>
                <a:lnTo>
                  <a:pt x="1937" y="10093"/>
                </a:lnTo>
                <a:cubicBezTo>
                  <a:pt x="1937" y="10298"/>
                  <a:pt x="2108" y="10470"/>
                  <a:pt x="2313" y="10470"/>
                </a:cubicBezTo>
                <a:lnTo>
                  <a:pt x="6100" y="10470"/>
                </a:lnTo>
                <a:lnTo>
                  <a:pt x="5740" y="10812"/>
                </a:lnTo>
                <a:cubicBezTo>
                  <a:pt x="5518" y="11052"/>
                  <a:pt x="5672" y="11429"/>
                  <a:pt x="5997" y="11429"/>
                </a:cubicBezTo>
                <a:cubicBezTo>
                  <a:pt x="6100" y="11429"/>
                  <a:pt x="6186" y="11395"/>
                  <a:pt x="6254" y="11326"/>
                </a:cubicBezTo>
                <a:lnTo>
                  <a:pt x="7231" y="10350"/>
                </a:lnTo>
                <a:cubicBezTo>
                  <a:pt x="7248" y="10332"/>
                  <a:pt x="7265" y="10315"/>
                  <a:pt x="7282" y="10281"/>
                </a:cubicBezTo>
                <a:cubicBezTo>
                  <a:pt x="7488" y="10401"/>
                  <a:pt x="7711" y="10470"/>
                  <a:pt x="7951" y="10470"/>
                </a:cubicBezTo>
                <a:lnTo>
                  <a:pt x="8173" y="10470"/>
                </a:lnTo>
                <a:lnTo>
                  <a:pt x="8173" y="11686"/>
                </a:lnTo>
                <a:lnTo>
                  <a:pt x="7745" y="11686"/>
                </a:lnTo>
                <a:cubicBezTo>
                  <a:pt x="7300" y="11720"/>
                  <a:pt x="7300" y="12371"/>
                  <a:pt x="7745" y="12406"/>
                </a:cubicBezTo>
                <a:lnTo>
                  <a:pt x="11258" y="12406"/>
                </a:lnTo>
                <a:cubicBezTo>
                  <a:pt x="11274" y="12407"/>
                  <a:pt x="11289" y="12408"/>
                  <a:pt x="11304" y="12408"/>
                </a:cubicBezTo>
                <a:cubicBezTo>
                  <a:pt x="11761" y="12408"/>
                  <a:pt x="11756" y="11685"/>
                  <a:pt x="11289" y="11685"/>
                </a:cubicBezTo>
                <a:cubicBezTo>
                  <a:pt x="11279" y="11685"/>
                  <a:pt x="11268" y="11685"/>
                  <a:pt x="11258" y="11686"/>
                </a:cubicBezTo>
                <a:lnTo>
                  <a:pt x="10846" y="11686"/>
                </a:lnTo>
                <a:lnTo>
                  <a:pt x="10846" y="10470"/>
                </a:lnTo>
                <a:lnTo>
                  <a:pt x="11052" y="10470"/>
                </a:lnTo>
                <a:cubicBezTo>
                  <a:pt x="11789" y="10470"/>
                  <a:pt x="12388" y="9870"/>
                  <a:pt x="12388" y="9133"/>
                </a:cubicBezTo>
                <a:lnTo>
                  <a:pt x="12388" y="7180"/>
                </a:lnTo>
                <a:cubicBezTo>
                  <a:pt x="12388" y="6443"/>
                  <a:pt x="11789" y="5843"/>
                  <a:pt x="11052" y="5843"/>
                </a:cubicBezTo>
                <a:lnTo>
                  <a:pt x="10469" y="5843"/>
                </a:lnTo>
                <a:lnTo>
                  <a:pt x="10469" y="2314"/>
                </a:lnTo>
                <a:cubicBezTo>
                  <a:pt x="10469" y="2108"/>
                  <a:pt x="10298" y="1954"/>
                  <a:pt x="10092" y="1954"/>
                </a:cubicBezTo>
                <a:lnTo>
                  <a:pt x="6306" y="1954"/>
                </a:lnTo>
                <a:lnTo>
                  <a:pt x="6666" y="1594"/>
                </a:lnTo>
                <a:cubicBezTo>
                  <a:pt x="6891" y="1329"/>
                  <a:pt x="6654" y="981"/>
                  <a:pt x="6385" y="981"/>
                </a:cubicBezTo>
                <a:cubicBezTo>
                  <a:pt x="6306" y="981"/>
                  <a:pt x="6225" y="1010"/>
                  <a:pt x="6152" y="1080"/>
                </a:cubicBezTo>
                <a:lnTo>
                  <a:pt x="5792" y="1440"/>
                </a:lnTo>
                <a:lnTo>
                  <a:pt x="5792" y="1337"/>
                </a:lnTo>
                <a:cubicBezTo>
                  <a:pt x="5775" y="600"/>
                  <a:pt x="5192" y="0"/>
                  <a:pt x="445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31"/>
          <p:cNvSpPr/>
          <p:nvPr/>
        </p:nvSpPr>
        <p:spPr>
          <a:xfrm rot="10800000">
            <a:off x="7857275" y="4028675"/>
            <a:ext cx="448175" cy="448175"/>
          </a:xfrm>
          <a:custGeom>
            <a:rect b="b" l="l" r="r" t="t"/>
            <a:pathLst>
              <a:path extrusionOk="0" h="17927" w="17927">
                <a:moveTo>
                  <a:pt x="1" y="0"/>
                </a:moveTo>
                <a:lnTo>
                  <a:pt x="1" y="5985"/>
                </a:lnTo>
                <a:lnTo>
                  <a:pt x="1" y="17926"/>
                </a:lnTo>
                <a:lnTo>
                  <a:pt x="5986" y="17926"/>
                </a:lnTo>
                <a:lnTo>
                  <a:pt x="5986" y="5985"/>
                </a:lnTo>
                <a:lnTo>
                  <a:pt x="17927" y="5985"/>
                </a:lnTo>
                <a:lnTo>
                  <a:pt x="1792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TextBox 553"/>
          <p:cNvSpPr txBox="1"/>
          <p:nvPr/>
        </p:nvSpPr>
        <p:spPr>
          <a:xfrm>
            <a:off x="411480" y="4965192"/>
            <a:ext cx="5486400" cy="155448"/>
          </a:xfrm>
          <a:prstGeom prst="rect">
            <a:avLst/>
          </a:prstGeom>
          <a:noFill/>
        </p:spPr>
        <p:txBody>
          <a:bodyPr wrap="none" lIns="0" rIns="0" tIns="0" bIns="0">
            <a:spAutoFit/>
          </a:bodyPr>
          <a:lstStyle/>
          <a:p>
            <a:pPr algn="l"/>
            <a:r>
              <a:rPr sz="800">
                <a:solidFill>
                  <a:srgbClr val="9AA0A8"/>
                </a:solidFill>
              </a:rPr>
              <a:t>BACSE202 – Database Management Systems  |  First Review  |  Fall Semester 2026</a:t>
            </a:r>
          </a:p>
        </p:txBody>
      </p:sp>
      <p:sp>
        <p:nvSpPr>
          <p:cNvPr id="555" name="TextBox 554"/>
          <p:cNvSpPr txBox="1"/>
          <p:nvPr/>
        </p:nvSpPr>
        <p:spPr>
          <a:xfrm>
            <a:off x="7863840" y="4956048"/>
            <a:ext cx="868680" cy="155448"/>
          </a:xfrm>
          <a:prstGeom prst="rect">
            <a:avLst/>
          </a:prstGeom>
          <a:noFill/>
        </p:spPr>
        <p:txBody>
          <a:bodyPr wrap="none" lIns="0" rIns="0" tIns="0" bIns="0">
            <a:spAutoFit/>
          </a:bodyPr>
          <a:lstStyle/>
          <a:p>
            <a:pPr algn="r"/>
            <a:r>
              <a:rPr sz="800">
                <a:solidFill>
                  <a:srgbClr val="9AA0A8"/>
                </a:solidFill>
              </a:rPr>
              <a:t>15</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3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Brief description of the project</a:t>
            </a:r>
            <a:endParaRPr/>
          </a:p>
        </p:txBody>
      </p:sp>
      <p:sp>
        <p:nvSpPr>
          <p:cNvPr id="559" name="Google Shape;559;p32"/>
          <p:cNvSpPr txBox="1"/>
          <p:nvPr>
            <p:ph idx="4" type="subTitle"/>
          </p:nvPr>
        </p:nvSpPr>
        <p:spPr>
          <a:xfrm>
            <a:off x="1205788" y="2016375"/>
            <a:ext cx="1823400" cy="728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Problem statement</a:t>
            </a:r>
            <a:endParaRPr/>
          </a:p>
        </p:txBody>
      </p:sp>
      <p:sp>
        <p:nvSpPr>
          <p:cNvPr id="560" name="Google Shape;560;p32"/>
          <p:cNvSpPr txBox="1"/>
          <p:nvPr>
            <p:ph idx="5" type="subTitle"/>
          </p:nvPr>
        </p:nvSpPr>
        <p:spPr>
          <a:xfrm>
            <a:off x="3660233" y="2016375"/>
            <a:ext cx="1823400" cy="728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Proposed solution</a:t>
            </a:r>
            <a:endParaRPr/>
          </a:p>
        </p:txBody>
      </p:sp>
      <p:sp>
        <p:nvSpPr>
          <p:cNvPr id="561" name="Google Shape;561;p32"/>
          <p:cNvSpPr txBox="1"/>
          <p:nvPr>
            <p:ph idx="1" type="subTitle"/>
          </p:nvPr>
        </p:nvSpPr>
        <p:spPr>
          <a:xfrm>
            <a:off x="1014538" y="2685650"/>
            <a:ext cx="2205900" cy="1668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Testing a database change means cloning it or hand-writing before/after queries, which is slow and risky on live data. Existing tools are analytical, look at the past, or need a branch first.</a:t>
            </a:r>
            <a:endParaRPr/>
          </a:p>
        </p:txBody>
      </p:sp>
      <p:sp>
        <p:nvSpPr>
          <p:cNvPr id="562" name="Google Shape;562;p32"/>
          <p:cNvSpPr txBox="1"/>
          <p:nvPr>
            <p:ph idx="2" type="subTitle"/>
          </p:nvPr>
        </p:nvSpPr>
        <p:spPr>
          <a:xfrm>
            <a:off x="3468983" y="2685650"/>
            <a:ext cx="2205900" cy="1668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 WHAT_IF layer on PostgreSQL runs the change inside a transaction, recomputes the metrics, then rolls back. Cascades and schema changes are reported exactly, not estimated.</a:t>
            </a:r>
            <a:endParaRPr/>
          </a:p>
        </p:txBody>
      </p:sp>
      <p:sp>
        <p:nvSpPr>
          <p:cNvPr id="563" name="Google Shape;563;p32"/>
          <p:cNvSpPr txBox="1"/>
          <p:nvPr>
            <p:ph idx="3" type="subTitle"/>
          </p:nvPr>
        </p:nvSpPr>
        <p:spPr>
          <a:xfrm>
            <a:off x="5923397" y="2685650"/>
            <a:ext cx="2205900" cy="1668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An impact report with affected tables, CGPA change and eligibility change, plus broken objects for schema changes. Success: correct reports on 6-7 demo scenarios with real data unchanged.</a:t>
            </a:r>
            <a:endParaRPr/>
          </a:p>
        </p:txBody>
      </p:sp>
      <p:sp>
        <p:nvSpPr>
          <p:cNvPr id="564" name="Google Shape;564;p32"/>
          <p:cNvSpPr txBox="1"/>
          <p:nvPr>
            <p:ph idx="6" type="subTitle"/>
          </p:nvPr>
        </p:nvSpPr>
        <p:spPr>
          <a:xfrm>
            <a:off x="6114647" y="2016375"/>
            <a:ext cx="1823400" cy="728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Expected outcome</a:t>
            </a:r>
            <a:endParaRPr/>
          </a:p>
        </p:txBody>
      </p:sp>
      <p:sp>
        <p:nvSpPr>
          <p:cNvPr id="565" name="Google Shape;565;p32"/>
          <p:cNvSpPr/>
          <p:nvPr/>
        </p:nvSpPr>
        <p:spPr>
          <a:xfrm>
            <a:off x="6854200" y="1530075"/>
            <a:ext cx="338865" cy="338428"/>
          </a:xfrm>
          <a:custGeom>
            <a:rect b="b" l="l" r="r" t="t"/>
            <a:pathLst>
              <a:path extrusionOk="0" h="12408" w="12424">
                <a:moveTo>
                  <a:pt x="6469" y="739"/>
                </a:moveTo>
                <a:cubicBezTo>
                  <a:pt x="7686" y="756"/>
                  <a:pt x="8834" y="1356"/>
                  <a:pt x="9553" y="2349"/>
                </a:cubicBezTo>
                <a:lnTo>
                  <a:pt x="7069" y="4817"/>
                </a:lnTo>
                <a:lnTo>
                  <a:pt x="5955" y="3703"/>
                </a:lnTo>
                <a:cubicBezTo>
                  <a:pt x="5878" y="3634"/>
                  <a:pt x="5784" y="3600"/>
                  <a:pt x="5692" y="3600"/>
                </a:cubicBezTo>
                <a:cubicBezTo>
                  <a:pt x="5600" y="3600"/>
                  <a:pt x="5510" y="3634"/>
                  <a:pt x="5441" y="3703"/>
                </a:cubicBezTo>
                <a:lnTo>
                  <a:pt x="2837" y="6307"/>
                </a:lnTo>
                <a:cubicBezTo>
                  <a:pt x="2580" y="5793"/>
                  <a:pt x="2460" y="5228"/>
                  <a:pt x="2460" y="4645"/>
                </a:cubicBezTo>
                <a:cubicBezTo>
                  <a:pt x="2477" y="2521"/>
                  <a:pt x="4173" y="790"/>
                  <a:pt x="6298" y="739"/>
                </a:cubicBezTo>
                <a:close/>
                <a:moveTo>
                  <a:pt x="9930" y="2983"/>
                </a:moveTo>
                <a:cubicBezTo>
                  <a:pt x="10821" y="4902"/>
                  <a:pt x="10050" y="7164"/>
                  <a:pt x="8165" y="8124"/>
                </a:cubicBezTo>
                <a:lnTo>
                  <a:pt x="8165" y="8141"/>
                </a:lnTo>
                <a:cubicBezTo>
                  <a:pt x="8045" y="8209"/>
                  <a:pt x="7960" y="8329"/>
                  <a:pt x="7960" y="8466"/>
                </a:cubicBezTo>
                <a:lnTo>
                  <a:pt x="7960" y="9340"/>
                </a:lnTo>
                <a:lnTo>
                  <a:pt x="4790" y="9340"/>
                </a:lnTo>
                <a:lnTo>
                  <a:pt x="4790" y="8466"/>
                </a:lnTo>
                <a:cubicBezTo>
                  <a:pt x="4790" y="8329"/>
                  <a:pt x="4721" y="8209"/>
                  <a:pt x="4601" y="8141"/>
                </a:cubicBezTo>
                <a:cubicBezTo>
                  <a:pt x="4036" y="7867"/>
                  <a:pt x="3573" y="7455"/>
                  <a:pt x="3196" y="6959"/>
                </a:cubicBezTo>
                <a:lnTo>
                  <a:pt x="5698" y="4474"/>
                </a:lnTo>
                <a:lnTo>
                  <a:pt x="6812" y="5588"/>
                </a:lnTo>
                <a:cubicBezTo>
                  <a:pt x="6880" y="5665"/>
                  <a:pt x="6975" y="5703"/>
                  <a:pt x="7069" y="5703"/>
                </a:cubicBezTo>
                <a:cubicBezTo>
                  <a:pt x="7163" y="5703"/>
                  <a:pt x="7257" y="5665"/>
                  <a:pt x="7326" y="5588"/>
                </a:cubicBezTo>
                <a:lnTo>
                  <a:pt x="9930" y="2983"/>
                </a:lnTo>
                <a:close/>
                <a:moveTo>
                  <a:pt x="10635" y="1"/>
                </a:moveTo>
                <a:cubicBezTo>
                  <a:pt x="10152" y="1"/>
                  <a:pt x="10147" y="724"/>
                  <a:pt x="10619" y="724"/>
                </a:cubicBezTo>
                <a:cubicBezTo>
                  <a:pt x="10635" y="724"/>
                  <a:pt x="10651" y="723"/>
                  <a:pt x="10667" y="722"/>
                </a:cubicBezTo>
                <a:lnTo>
                  <a:pt x="11164" y="722"/>
                </a:lnTo>
                <a:lnTo>
                  <a:pt x="10067" y="1818"/>
                </a:lnTo>
                <a:cubicBezTo>
                  <a:pt x="9211" y="705"/>
                  <a:pt x="7891" y="36"/>
                  <a:pt x="6486" y="2"/>
                </a:cubicBezTo>
                <a:lnTo>
                  <a:pt x="6281" y="2"/>
                </a:lnTo>
                <a:cubicBezTo>
                  <a:pt x="2820" y="88"/>
                  <a:pt x="661" y="3789"/>
                  <a:pt x="2288" y="6839"/>
                </a:cubicBezTo>
                <a:lnTo>
                  <a:pt x="301" y="8860"/>
                </a:lnTo>
                <a:cubicBezTo>
                  <a:pt x="1" y="9121"/>
                  <a:pt x="257" y="9502"/>
                  <a:pt x="548" y="9502"/>
                </a:cubicBezTo>
                <a:cubicBezTo>
                  <a:pt x="639" y="9502"/>
                  <a:pt x="733" y="9464"/>
                  <a:pt x="815" y="9374"/>
                </a:cubicBezTo>
                <a:lnTo>
                  <a:pt x="2700" y="7490"/>
                </a:lnTo>
                <a:cubicBezTo>
                  <a:pt x="3059" y="7969"/>
                  <a:pt x="3539" y="8381"/>
                  <a:pt x="4070" y="8689"/>
                </a:cubicBezTo>
                <a:lnTo>
                  <a:pt x="4070" y="11276"/>
                </a:lnTo>
                <a:cubicBezTo>
                  <a:pt x="4070" y="11379"/>
                  <a:pt x="4122" y="11482"/>
                  <a:pt x="4207" y="11551"/>
                </a:cubicBezTo>
                <a:lnTo>
                  <a:pt x="5184" y="12339"/>
                </a:lnTo>
                <a:cubicBezTo>
                  <a:pt x="5253" y="12390"/>
                  <a:pt x="5321" y="12407"/>
                  <a:pt x="5407" y="12407"/>
                </a:cubicBezTo>
                <a:lnTo>
                  <a:pt x="7360" y="12407"/>
                </a:lnTo>
                <a:cubicBezTo>
                  <a:pt x="7446" y="12407"/>
                  <a:pt x="7514" y="12390"/>
                  <a:pt x="7583" y="12339"/>
                </a:cubicBezTo>
                <a:lnTo>
                  <a:pt x="8560" y="11551"/>
                </a:lnTo>
                <a:cubicBezTo>
                  <a:pt x="8645" y="11482"/>
                  <a:pt x="8697" y="11379"/>
                  <a:pt x="8697" y="11276"/>
                </a:cubicBezTo>
                <a:lnTo>
                  <a:pt x="8697" y="8689"/>
                </a:lnTo>
                <a:cubicBezTo>
                  <a:pt x="10136" y="7849"/>
                  <a:pt x="11027" y="6307"/>
                  <a:pt x="11027" y="4645"/>
                </a:cubicBezTo>
                <a:cubicBezTo>
                  <a:pt x="11027" y="3874"/>
                  <a:pt x="10838" y="3120"/>
                  <a:pt x="10479" y="2452"/>
                </a:cubicBezTo>
                <a:lnTo>
                  <a:pt x="11678" y="1236"/>
                </a:lnTo>
                <a:lnTo>
                  <a:pt x="11678" y="1733"/>
                </a:lnTo>
                <a:cubicBezTo>
                  <a:pt x="11661" y="1998"/>
                  <a:pt x="11854" y="2131"/>
                  <a:pt x="12044" y="2131"/>
                </a:cubicBezTo>
                <a:cubicBezTo>
                  <a:pt x="12235" y="2131"/>
                  <a:pt x="12423" y="1998"/>
                  <a:pt x="12398" y="1733"/>
                </a:cubicBezTo>
                <a:lnTo>
                  <a:pt x="12398" y="362"/>
                </a:lnTo>
                <a:cubicBezTo>
                  <a:pt x="12398" y="156"/>
                  <a:pt x="12243" y="2"/>
                  <a:pt x="12038" y="2"/>
                </a:cubicBezTo>
                <a:lnTo>
                  <a:pt x="10667" y="2"/>
                </a:lnTo>
                <a:cubicBezTo>
                  <a:pt x="10656" y="1"/>
                  <a:pt x="10645" y="1"/>
                  <a:pt x="1063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32"/>
          <p:cNvSpPr/>
          <p:nvPr/>
        </p:nvSpPr>
        <p:spPr>
          <a:xfrm>
            <a:off x="1945181" y="1529837"/>
            <a:ext cx="344647" cy="338892"/>
          </a:xfrm>
          <a:custGeom>
            <a:rect b="b" l="l" r="r" t="t"/>
            <a:pathLst>
              <a:path extrusionOk="0" h="12425" w="12636">
                <a:moveTo>
                  <a:pt x="2804" y="1953"/>
                </a:moveTo>
                <a:cubicBezTo>
                  <a:pt x="2819" y="1953"/>
                  <a:pt x="2835" y="1954"/>
                  <a:pt x="2852" y="1955"/>
                </a:cubicBezTo>
                <a:lnTo>
                  <a:pt x="9860" y="1955"/>
                </a:lnTo>
                <a:cubicBezTo>
                  <a:pt x="10305" y="1990"/>
                  <a:pt x="10305" y="2641"/>
                  <a:pt x="9860" y="2675"/>
                </a:cubicBezTo>
                <a:lnTo>
                  <a:pt x="2852" y="2675"/>
                </a:lnTo>
                <a:cubicBezTo>
                  <a:pt x="2841" y="2676"/>
                  <a:pt x="2830" y="2676"/>
                  <a:pt x="2819" y="2676"/>
                </a:cubicBezTo>
                <a:cubicBezTo>
                  <a:pt x="2337" y="2676"/>
                  <a:pt x="2331" y="1953"/>
                  <a:pt x="2804" y="1953"/>
                </a:cubicBezTo>
                <a:close/>
                <a:moveTo>
                  <a:pt x="8646" y="3890"/>
                </a:moveTo>
                <a:cubicBezTo>
                  <a:pt x="8656" y="3890"/>
                  <a:pt x="8667" y="3891"/>
                  <a:pt x="8677" y="3891"/>
                </a:cubicBezTo>
                <a:lnTo>
                  <a:pt x="9860" y="3891"/>
                </a:lnTo>
                <a:cubicBezTo>
                  <a:pt x="10305" y="3926"/>
                  <a:pt x="10305" y="4594"/>
                  <a:pt x="9860" y="4628"/>
                </a:cubicBezTo>
                <a:lnTo>
                  <a:pt x="8677" y="4628"/>
                </a:lnTo>
                <a:cubicBezTo>
                  <a:pt x="8667" y="4629"/>
                  <a:pt x="8656" y="4629"/>
                  <a:pt x="8646" y="4629"/>
                </a:cubicBezTo>
                <a:cubicBezTo>
                  <a:pt x="8174" y="4629"/>
                  <a:pt x="8174" y="3890"/>
                  <a:pt x="8646" y="3890"/>
                </a:cubicBezTo>
                <a:close/>
                <a:moveTo>
                  <a:pt x="9860" y="5845"/>
                </a:moveTo>
                <a:cubicBezTo>
                  <a:pt x="10339" y="5845"/>
                  <a:pt x="10339" y="6564"/>
                  <a:pt x="9860" y="6564"/>
                </a:cubicBezTo>
                <a:lnTo>
                  <a:pt x="8677" y="6564"/>
                </a:lnTo>
                <a:cubicBezTo>
                  <a:pt x="8198" y="6564"/>
                  <a:pt x="8198" y="5845"/>
                  <a:pt x="8677" y="5845"/>
                </a:cubicBezTo>
                <a:close/>
                <a:moveTo>
                  <a:pt x="4788" y="3891"/>
                </a:moveTo>
                <a:cubicBezTo>
                  <a:pt x="4994" y="3891"/>
                  <a:pt x="5148" y="4063"/>
                  <a:pt x="5148" y="4268"/>
                </a:cubicBezTo>
                <a:lnTo>
                  <a:pt x="5148" y="5845"/>
                </a:lnTo>
                <a:lnTo>
                  <a:pt x="6741" y="5845"/>
                </a:lnTo>
                <a:cubicBezTo>
                  <a:pt x="6947" y="5845"/>
                  <a:pt x="7101" y="5999"/>
                  <a:pt x="7101" y="6205"/>
                </a:cubicBezTo>
                <a:cubicBezTo>
                  <a:pt x="7101" y="7490"/>
                  <a:pt x="6073" y="8518"/>
                  <a:pt x="4788" y="8518"/>
                </a:cubicBezTo>
                <a:cubicBezTo>
                  <a:pt x="3520" y="8518"/>
                  <a:pt x="2475" y="7490"/>
                  <a:pt x="2475" y="6205"/>
                </a:cubicBezTo>
                <a:cubicBezTo>
                  <a:pt x="2475" y="4937"/>
                  <a:pt x="3520" y="3891"/>
                  <a:pt x="4788" y="3891"/>
                </a:cubicBezTo>
                <a:close/>
                <a:moveTo>
                  <a:pt x="9860" y="7798"/>
                </a:moveTo>
                <a:cubicBezTo>
                  <a:pt x="10339" y="7798"/>
                  <a:pt x="10339" y="8518"/>
                  <a:pt x="9860" y="8518"/>
                </a:cubicBezTo>
                <a:lnTo>
                  <a:pt x="8677" y="8518"/>
                </a:lnTo>
                <a:cubicBezTo>
                  <a:pt x="8198" y="8518"/>
                  <a:pt x="8198" y="7798"/>
                  <a:pt x="8677" y="7798"/>
                </a:cubicBezTo>
                <a:close/>
                <a:moveTo>
                  <a:pt x="6364" y="11431"/>
                </a:moveTo>
                <a:cubicBezTo>
                  <a:pt x="6519" y="11431"/>
                  <a:pt x="6519" y="11688"/>
                  <a:pt x="6364" y="11688"/>
                </a:cubicBezTo>
                <a:cubicBezTo>
                  <a:pt x="6193" y="11688"/>
                  <a:pt x="6193" y="11431"/>
                  <a:pt x="6364" y="11431"/>
                </a:cubicBezTo>
                <a:close/>
                <a:moveTo>
                  <a:pt x="473" y="1"/>
                </a:moveTo>
                <a:cubicBezTo>
                  <a:pt x="6" y="1"/>
                  <a:pt x="1" y="724"/>
                  <a:pt x="458" y="724"/>
                </a:cubicBezTo>
                <a:cubicBezTo>
                  <a:pt x="473" y="724"/>
                  <a:pt x="488" y="723"/>
                  <a:pt x="504" y="722"/>
                </a:cubicBezTo>
                <a:lnTo>
                  <a:pt x="539" y="722"/>
                </a:lnTo>
                <a:lnTo>
                  <a:pt x="539" y="9135"/>
                </a:lnTo>
                <a:cubicBezTo>
                  <a:pt x="539" y="9871"/>
                  <a:pt x="1138" y="10471"/>
                  <a:pt x="1875" y="10471"/>
                </a:cubicBezTo>
                <a:lnTo>
                  <a:pt x="5987" y="10471"/>
                </a:lnTo>
                <a:lnTo>
                  <a:pt x="5987" y="10797"/>
                </a:lnTo>
                <a:cubicBezTo>
                  <a:pt x="5148" y="11174"/>
                  <a:pt x="5439" y="12424"/>
                  <a:pt x="6347" y="12424"/>
                </a:cubicBezTo>
                <a:cubicBezTo>
                  <a:pt x="7272" y="12424"/>
                  <a:pt x="7547" y="11174"/>
                  <a:pt x="6707" y="10797"/>
                </a:cubicBezTo>
                <a:lnTo>
                  <a:pt x="6707" y="10471"/>
                </a:lnTo>
                <a:lnTo>
                  <a:pt x="10836" y="10471"/>
                </a:lnTo>
                <a:cubicBezTo>
                  <a:pt x="11573" y="10471"/>
                  <a:pt x="12156" y="9871"/>
                  <a:pt x="12173" y="9135"/>
                </a:cubicBezTo>
                <a:lnTo>
                  <a:pt x="12173" y="722"/>
                </a:lnTo>
                <a:lnTo>
                  <a:pt x="12190" y="722"/>
                </a:lnTo>
                <a:cubicBezTo>
                  <a:pt x="12635" y="687"/>
                  <a:pt x="12635" y="36"/>
                  <a:pt x="12190" y="2"/>
                </a:cubicBezTo>
                <a:lnTo>
                  <a:pt x="504" y="2"/>
                </a:lnTo>
                <a:cubicBezTo>
                  <a:pt x="494" y="1"/>
                  <a:pt x="483" y="1"/>
                  <a:pt x="4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7" name="Google Shape;567;p32"/>
          <p:cNvGrpSpPr/>
          <p:nvPr/>
        </p:nvGrpSpPr>
        <p:grpSpPr>
          <a:xfrm>
            <a:off x="4429225" y="1525563"/>
            <a:ext cx="285569" cy="338401"/>
            <a:chOff x="7855750" y="4048725"/>
            <a:chExt cx="261750" cy="310175"/>
          </a:xfrm>
        </p:grpSpPr>
        <p:sp>
          <p:nvSpPr>
            <p:cNvPr id="568" name="Google Shape;568;p32"/>
            <p:cNvSpPr/>
            <p:nvPr/>
          </p:nvSpPr>
          <p:spPr>
            <a:xfrm>
              <a:off x="8039525" y="4053875"/>
              <a:ext cx="72425" cy="72850"/>
            </a:xfrm>
            <a:custGeom>
              <a:rect b="b" l="l" r="r" t="t"/>
              <a:pathLst>
                <a:path extrusionOk="0" h="2914" w="2897">
                  <a:moveTo>
                    <a:pt x="0" y="1"/>
                  </a:moveTo>
                  <a:lnTo>
                    <a:pt x="0" y="2297"/>
                  </a:lnTo>
                  <a:cubicBezTo>
                    <a:pt x="0" y="2639"/>
                    <a:pt x="274" y="2913"/>
                    <a:pt x="600" y="2913"/>
                  </a:cubicBezTo>
                  <a:lnTo>
                    <a:pt x="2896" y="2913"/>
                  </a:ln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32"/>
            <p:cNvSpPr/>
            <p:nvPr/>
          </p:nvSpPr>
          <p:spPr>
            <a:xfrm>
              <a:off x="7855750" y="4048725"/>
              <a:ext cx="261750" cy="310175"/>
            </a:xfrm>
            <a:custGeom>
              <a:rect b="b" l="l" r="r" t="t"/>
              <a:pathLst>
                <a:path extrusionOk="0" h="12407" w="10470">
                  <a:moveTo>
                    <a:pt x="3770" y="1954"/>
                  </a:moveTo>
                  <a:cubicBezTo>
                    <a:pt x="4935" y="1954"/>
                    <a:pt x="5535" y="3325"/>
                    <a:pt x="4764" y="4182"/>
                  </a:cubicBezTo>
                  <a:cubicBezTo>
                    <a:pt x="5278" y="4524"/>
                    <a:pt x="5586" y="5107"/>
                    <a:pt x="5604" y="5724"/>
                  </a:cubicBezTo>
                  <a:lnTo>
                    <a:pt x="5604" y="6204"/>
                  </a:lnTo>
                  <a:cubicBezTo>
                    <a:pt x="5604" y="6392"/>
                    <a:pt x="5432" y="6563"/>
                    <a:pt x="5227" y="6563"/>
                  </a:cubicBezTo>
                  <a:lnTo>
                    <a:pt x="2314" y="6563"/>
                  </a:lnTo>
                  <a:cubicBezTo>
                    <a:pt x="2108" y="6563"/>
                    <a:pt x="1954" y="6392"/>
                    <a:pt x="1954" y="6204"/>
                  </a:cubicBezTo>
                  <a:lnTo>
                    <a:pt x="1954" y="5724"/>
                  </a:lnTo>
                  <a:cubicBezTo>
                    <a:pt x="1954" y="5107"/>
                    <a:pt x="2262" y="4524"/>
                    <a:pt x="2794" y="4182"/>
                  </a:cubicBezTo>
                  <a:cubicBezTo>
                    <a:pt x="2005" y="3325"/>
                    <a:pt x="2605" y="1954"/>
                    <a:pt x="3770" y="1954"/>
                  </a:cubicBezTo>
                  <a:close/>
                  <a:moveTo>
                    <a:pt x="8157" y="5844"/>
                  </a:moveTo>
                  <a:cubicBezTo>
                    <a:pt x="8636" y="5844"/>
                    <a:pt x="8636" y="6563"/>
                    <a:pt x="8157" y="6563"/>
                  </a:cubicBezTo>
                  <a:lnTo>
                    <a:pt x="7180" y="6563"/>
                  </a:lnTo>
                  <a:cubicBezTo>
                    <a:pt x="6700" y="6563"/>
                    <a:pt x="6700" y="5844"/>
                    <a:pt x="7180" y="5844"/>
                  </a:cubicBezTo>
                  <a:close/>
                  <a:moveTo>
                    <a:pt x="2297" y="7797"/>
                  </a:moveTo>
                  <a:cubicBezTo>
                    <a:pt x="2303" y="7797"/>
                    <a:pt x="2308" y="7797"/>
                    <a:pt x="2314" y="7797"/>
                  </a:cubicBezTo>
                  <a:lnTo>
                    <a:pt x="8157" y="7797"/>
                  </a:lnTo>
                  <a:cubicBezTo>
                    <a:pt x="8636" y="7797"/>
                    <a:pt x="8636" y="8517"/>
                    <a:pt x="8157" y="8517"/>
                  </a:cubicBezTo>
                  <a:lnTo>
                    <a:pt x="2314" y="8517"/>
                  </a:lnTo>
                  <a:cubicBezTo>
                    <a:pt x="1840" y="8517"/>
                    <a:pt x="1834" y="7797"/>
                    <a:pt x="2297" y="7797"/>
                  </a:cubicBezTo>
                  <a:close/>
                  <a:moveTo>
                    <a:pt x="8157" y="9733"/>
                  </a:moveTo>
                  <a:cubicBezTo>
                    <a:pt x="8636" y="9733"/>
                    <a:pt x="8636" y="10470"/>
                    <a:pt x="8157" y="10470"/>
                  </a:cubicBezTo>
                  <a:lnTo>
                    <a:pt x="2314" y="10470"/>
                  </a:lnTo>
                  <a:cubicBezTo>
                    <a:pt x="1834" y="10470"/>
                    <a:pt x="1834" y="9733"/>
                    <a:pt x="2314" y="9733"/>
                  </a:cubicBezTo>
                  <a:close/>
                  <a:moveTo>
                    <a:pt x="1337" y="1"/>
                  </a:moveTo>
                  <a:cubicBezTo>
                    <a:pt x="600" y="1"/>
                    <a:pt x="1" y="601"/>
                    <a:pt x="1" y="1337"/>
                  </a:cubicBezTo>
                  <a:lnTo>
                    <a:pt x="1" y="11070"/>
                  </a:lnTo>
                  <a:cubicBezTo>
                    <a:pt x="1" y="11806"/>
                    <a:pt x="600" y="12406"/>
                    <a:pt x="1337" y="12406"/>
                  </a:cubicBezTo>
                  <a:lnTo>
                    <a:pt x="9133" y="12406"/>
                  </a:lnTo>
                  <a:cubicBezTo>
                    <a:pt x="9870" y="12406"/>
                    <a:pt x="10470" y="11806"/>
                    <a:pt x="10470" y="11070"/>
                  </a:cubicBezTo>
                  <a:lnTo>
                    <a:pt x="10470" y="3839"/>
                  </a:lnTo>
                  <a:lnTo>
                    <a:pt x="7951" y="3839"/>
                  </a:lnTo>
                  <a:cubicBezTo>
                    <a:pt x="7214" y="3839"/>
                    <a:pt x="6615" y="3239"/>
                    <a:pt x="6615" y="2503"/>
                  </a:cubicBezTo>
                  <a:lnTo>
                    <a:pt x="661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0" name="TextBox 569"/>
          <p:cNvSpPr txBox="1"/>
          <p:nvPr/>
        </p:nvSpPr>
        <p:spPr>
          <a:xfrm>
            <a:off x="411480" y="4965192"/>
            <a:ext cx="5486400" cy="155448"/>
          </a:xfrm>
          <a:prstGeom prst="rect">
            <a:avLst/>
          </a:prstGeom>
          <a:noFill/>
        </p:spPr>
        <p:txBody>
          <a:bodyPr wrap="none" lIns="0" rIns="0" tIns="0" bIns="0">
            <a:spAutoFit/>
          </a:bodyPr>
          <a:lstStyle/>
          <a:p>
            <a:pPr algn="l"/>
            <a:r>
              <a:rPr sz="800">
                <a:solidFill>
                  <a:srgbClr val="9AA0A8"/>
                </a:solidFill>
              </a:rPr>
              <a:t>BACSE202 – Database Management Systems  |  First Review  |  Fall Semester 2026</a:t>
            </a:r>
          </a:p>
        </p:txBody>
      </p:sp>
      <p:sp>
        <p:nvSpPr>
          <p:cNvPr id="571" name="TextBox 570"/>
          <p:cNvSpPr txBox="1"/>
          <p:nvPr/>
        </p:nvSpPr>
        <p:spPr>
          <a:xfrm>
            <a:off x="7863840" y="4956048"/>
            <a:ext cx="868680" cy="155448"/>
          </a:xfrm>
          <a:prstGeom prst="rect">
            <a:avLst/>
          </a:prstGeom>
          <a:noFill/>
        </p:spPr>
        <p:txBody>
          <a:bodyPr wrap="none" lIns="0" rIns="0" tIns="0" bIns="0">
            <a:spAutoFit/>
          </a:bodyPr>
          <a:lstStyle/>
          <a:p>
            <a:pPr algn="r"/>
            <a:r>
              <a:rPr sz="800">
                <a:solidFill>
                  <a:srgbClr val="9AA0A8"/>
                </a:solidFill>
              </a:rPr>
              <a:t>4</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33"/>
          <p:cNvSpPr txBox="1"/>
          <p:nvPr>
            <p:ph idx="6" type="subTitle"/>
          </p:nvPr>
        </p:nvSpPr>
        <p:spPr>
          <a:xfrm>
            <a:off x="1514688" y="2998225"/>
            <a:ext cx="2848200" cy="429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G3: Looks backward</a:t>
            </a:r>
            <a:endParaRPr/>
          </a:p>
        </p:txBody>
      </p:sp>
      <p:sp>
        <p:nvSpPr>
          <p:cNvPr id="575" name="Google Shape;575;p3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Research gaps</a:t>
            </a:r>
            <a:endParaRPr/>
          </a:p>
        </p:txBody>
      </p:sp>
      <p:sp>
        <p:nvSpPr>
          <p:cNvPr id="576" name="Google Shape;576;p33"/>
          <p:cNvSpPr txBox="1"/>
          <p:nvPr>
            <p:ph idx="1" type="subTitle"/>
          </p:nvPr>
        </p:nvSpPr>
        <p:spPr>
          <a:xfrm>
            <a:off x="1514688" y="1708325"/>
            <a:ext cx="2811000" cy="108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No one-step what-if on a live operational database. Work targets warehouses [1] or needs a branch first [5].</a:t>
            </a:r>
            <a:endParaRPr/>
          </a:p>
        </p:txBody>
      </p:sp>
      <p:sp>
        <p:nvSpPr>
          <p:cNvPr id="577" name="Google Shape;577;p33"/>
          <p:cNvSpPr txBox="1"/>
          <p:nvPr>
            <p:ph idx="2" type="subTitle"/>
          </p:nvPr>
        </p:nvSpPr>
        <p:spPr>
          <a:xfrm>
            <a:off x="4818313" y="1708325"/>
            <a:ext cx="2811000" cy="108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Causal methods give estimates [3] and how-to methods solve the reverse problem [2]. Exact simulation of cascades is missing.</a:t>
            </a:r>
            <a:endParaRPr/>
          </a:p>
        </p:txBody>
      </p:sp>
      <p:sp>
        <p:nvSpPr>
          <p:cNvPr id="578" name="Google Shape;578;p33"/>
          <p:cNvSpPr txBox="1"/>
          <p:nvPr>
            <p:ph idx="3" type="subTitle"/>
          </p:nvPr>
        </p:nvSpPr>
        <p:spPr>
          <a:xfrm>
            <a:off x="1514688" y="3368900"/>
            <a:ext cx="2848200" cy="108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Historical what-if [4] and temporal tables [7] look at the past; snapshot isolation [6] is a mechanism, not a user feature.</a:t>
            </a:r>
            <a:endParaRPr/>
          </a:p>
        </p:txBody>
      </p:sp>
      <p:sp>
        <p:nvSpPr>
          <p:cNvPr id="579" name="Google Shape;579;p33"/>
          <p:cNvSpPr txBox="1"/>
          <p:nvPr>
            <p:ph idx="4" type="subTitle"/>
          </p:nvPr>
        </p:nvSpPr>
        <p:spPr>
          <a:xfrm>
            <a:off x="4818313" y="3368900"/>
            <a:ext cx="2811000" cy="108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None of [1]-[7] reports which views, constraints and metrics break if a column or table is dropped.</a:t>
            </a:r>
            <a:endParaRPr/>
          </a:p>
        </p:txBody>
      </p:sp>
      <p:sp>
        <p:nvSpPr>
          <p:cNvPr id="580" name="Google Shape;580;p33"/>
          <p:cNvSpPr txBox="1"/>
          <p:nvPr>
            <p:ph idx="5" type="subTitle"/>
          </p:nvPr>
        </p:nvSpPr>
        <p:spPr>
          <a:xfrm>
            <a:off x="1514688" y="1337575"/>
            <a:ext cx="2811000" cy="429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G1: Live databases</a:t>
            </a:r>
            <a:endParaRPr/>
          </a:p>
        </p:txBody>
      </p:sp>
      <p:sp>
        <p:nvSpPr>
          <p:cNvPr id="581" name="Google Shape;581;p33"/>
          <p:cNvSpPr txBox="1"/>
          <p:nvPr>
            <p:ph idx="7" type="subTitle"/>
          </p:nvPr>
        </p:nvSpPr>
        <p:spPr>
          <a:xfrm>
            <a:off x="4818288" y="1337575"/>
            <a:ext cx="2811000" cy="429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G2: Exact vs estimates</a:t>
            </a:r>
            <a:endParaRPr/>
          </a:p>
        </p:txBody>
      </p:sp>
      <p:sp>
        <p:nvSpPr>
          <p:cNvPr id="582" name="Google Shape;582;p33"/>
          <p:cNvSpPr txBox="1"/>
          <p:nvPr>
            <p:ph idx="8" type="subTitle"/>
          </p:nvPr>
        </p:nvSpPr>
        <p:spPr>
          <a:xfrm>
            <a:off x="4818287" y="2998225"/>
            <a:ext cx="2811000" cy="429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G4: Schema changes</a:t>
            </a:r>
            <a:endParaRPr/>
          </a:p>
        </p:txBody>
      </p:sp>
      <p:grpSp>
        <p:nvGrpSpPr>
          <p:cNvPr id="583" name="Google Shape;583;p33"/>
          <p:cNvGrpSpPr/>
          <p:nvPr/>
        </p:nvGrpSpPr>
        <p:grpSpPr>
          <a:xfrm>
            <a:off x="-517361" y="1761512"/>
            <a:ext cx="2065698" cy="2268248"/>
            <a:chOff x="-517361" y="1761512"/>
            <a:chExt cx="2065698" cy="2268248"/>
          </a:xfrm>
        </p:grpSpPr>
        <p:pic>
          <p:nvPicPr>
            <p:cNvPr id="584" name="Google Shape;584;p33"/>
            <p:cNvPicPr preferRelativeResize="0"/>
            <p:nvPr/>
          </p:nvPicPr>
          <p:blipFill>
            <a:blip r:embed="rId3">
              <a:alphaModFix/>
            </a:blip>
            <a:stretch>
              <a:fillRect/>
            </a:stretch>
          </p:blipFill>
          <p:spPr>
            <a:xfrm flipH="1">
              <a:off x="-517361" y="1761512"/>
              <a:ext cx="2065698" cy="2268248"/>
            </a:xfrm>
            <a:prstGeom prst="rect">
              <a:avLst/>
            </a:prstGeom>
            <a:noFill/>
            <a:ln>
              <a:noFill/>
            </a:ln>
          </p:spPr>
        </p:pic>
        <p:grpSp>
          <p:nvGrpSpPr>
            <p:cNvPr id="585" name="Google Shape;585;p33"/>
            <p:cNvGrpSpPr/>
            <p:nvPr/>
          </p:nvGrpSpPr>
          <p:grpSpPr>
            <a:xfrm>
              <a:off x="174705" y="2522709"/>
              <a:ext cx="745872" cy="745872"/>
              <a:chOff x="1323700" y="2294750"/>
              <a:chExt cx="691775" cy="691775"/>
            </a:xfrm>
          </p:grpSpPr>
          <p:sp>
            <p:nvSpPr>
              <p:cNvPr id="586" name="Google Shape;586;p33"/>
              <p:cNvSpPr/>
              <p:nvPr/>
            </p:nvSpPr>
            <p:spPr>
              <a:xfrm>
                <a:off x="1375450" y="2304250"/>
                <a:ext cx="630525" cy="630525"/>
              </a:xfrm>
              <a:custGeom>
                <a:rect b="b" l="l" r="r" t="t"/>
                <a:pathLst>
                  <a:path extrusionOk="0" h="25221" w="25221">
                    <a:moveTo>
                      <a:pt x="4056" y="1"/>
                    </a:moveTo>
                    <a:lnTo>
                      <a:pt x="0" y="4056"/>
                    </a:lnTo>
                    <a:lnTo>
                      <a:pt x="8548" y="12618"/>
                    </a:lnTo>
                    <a:lnTo>
                      <a:pt x="0" y="21165"/>
                    </a:lnTo>
                    <a:lnTo>
                      <a:pt x="4056" y="25221"/>
                    </a:lnTo>
                    <a:lnTo>
                      <a:pt x="12603" y="16673"/>
                    </a:lnTo>
                    <a:lnTo>
                      <a:pt x="21165" y="25221"/>
                    </a:lnTo>
                    <a:lnTo>
                      <a:pt x="25220" y="21165"/>
                    </a:lnTo>
                    <a:lnTo>
                      <a:pt x="16673" y="12618"/>
                    </a:lnTo>
                    <a:lnTo>
                      <a:pt x="25220" y="4056"/>
                    </a:lnTo>
                    <a:lnTo>
                      <a:pt x="21165" y="1"/>
                    </a:lnTo>
                    <a:lnTo>
                      <a:pt x="12603" y="8548"/>
                    </a:lnTo>
                    <a:lnTo>
                      <a:pt x="405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33"/>
              <p:cNvSpPr/>
              <p:nvPr/>
            </p:nvSpPr>
            <p:spPr>
              <a:xfrm>
                <a:off x="1365925" y="2294750"/>
                <a:ext cx="649550" cy="649550"/>
              </a:xfrm>
              <a:custGeom>
                <a:rect b="b" l="l" r="r" t="t"/>
                <a:pathLst>
                  <a:path extrusionOk="0" h="25982" w="25982">
                    <a:moveTo>
                      <a:pt x="21546" y="747"/>
                    </a:moveTo>
                    <a:lnTo>
                      <a:pt x="25249" y="4436"/>
                    </a:lnTo>
                    <a:lnTo>
                      <a:pt x="16688" y="12984"/>
                    </a:lnTo>
                    <a:lnTo>
                      <a:pt x="25249" y="21531"/>
                    </a:lnTo>
                    <a:lnTo>
                      <a:pt x="21546" y="25235"/>
                    </a:lnTo>
                    <a:lnTo>
                      <a:pt x="12984" y="16673"/>
                    </a:lnTo>
                    <a:lnTo>
                      <a:pt x="4451" y="25235"/>
                    </a:lnTo>
                    <a:lnTo>
                      <a:pt x="747" y="21545"/>
                    </a:lnTo>
                    <a:lnTo>
                      <a:pt x="9295" y="12998"/>
                    </a:lnTo>
                    <a:lnTo>
                      <a:pt x="747" y="4436"/>
                    </a:lnTo>
                    <a:lnTo>
                      <a:pt x="4437" y="747"/>
                    </a:lnTo>
                    <a:lnTo>
                      <a:pt x="12984" y="9308"/>
                    </a:lnTo>
                    <a:lnTo>
                      <a:pt x="21546" y="747"/>
                    </a:lnTo>
                    <a:close/>
                    <a:moveTo>
                      <a:pt x="4437" y="0"/>
                    </a:moveTo>
                    <a:lnTo>
                      <a:pt x="1" y="4436"/>
                    </a:lnTo>
                    <a:lnTo>
                      <a:pt x="8562" y="12998"/>
                    </a:lnTo>
                    <a:lnTo>
                      <a:pt x="1" y="21545"/>
                    </a:lnTo>
                    <a:lnTo>
                      <a:pt x="4437" y="25981"/>
                    </a:lnTo>
                    <a:lnTo>
                      <a:pt x="12984" y="17419"/>
                    </a:lnTo>
                    <a:lnTo>
                      <a:pt x="21546" y="25981"/>
                    </a:lnTo>
                    <a:lnTo>
                      <a:pt x="25982" y="21545"/>
                    </a:lnTo>
                    <a:lnTo>
                      <a:pt x="17434" y="12998"/>
                    </a:lnTo>
                    <a:lnTo>
                      <a:pt x="25982" y="4436"/>
                    </a:lnTo>
                    <a:lnTo>
                      <a:pt x="21546" y="0"/>
                    </a:lnTo>
                    <a:lnTo>
                      <a:pt x="12984" y="8562"/>
                    </a:lnTo>
                    <a:lnTo>
                      <a:pt x="443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33"/>
              <p:cNvSpPr/>
              <p:nvPr/>
            </p:nvSpPr>
            <p:spPr>
              <a:xfrm>
                <a:off x="1333200" y="2346500"/>
                <a:ext cx="630525" cy="630525"/>
              </a:xfrm>
              <a:custGeom>
                <a:rect b="b" l="l" r="r" t="t"/>
                <a:pathLst>
                  <a:path extrusionOk="0" h="25221" w="25221">
                    <a:moveTo>
                      <a:pt x="4056" y="0"/>
                    </a:moveTo>
                    <a:lnTo>
                      <a:pt x="0" y="4056"/>
                    </a:lnTo>
                    <a:lnTo>
                      <a:pt x="8548" y="12618"/>
                    </a:lnTo>
                    <a:lnTo>
                      <a:pt x="0" y="21165"/>
                    </a:lnTo>
                    <a:lnTo>
                      <a:pt x="4056" y="25221"/>
                    </a:lnTo>
                    <a:lnTo>
                      <a:pt x="12603" y="16673"/>
                    </a:lnTo>
                    <a:lnTo>
                      <a:pt x="21165" y="25221"/>
                    </a:lnTo>
                    <a:lnTo>
                      <a:pt x="25221" y="21165"/>
                    </a:lnTo>
                    <a:lnTo>
                      <a:pt x="16673" y="12618"/>
                    </a:lnTo>
                    <a:lnTo>
                      <a:pt x="25221" y="4056"/>
                    </a:lnTo>
                    <a:lnTo>
                      <a:pt x="21165" y="0"/>
                    </a:lnTo>
                    <a:lnTo>
                      <a:pt x="12603" y="8548"/>
                    </a:lnTo>
                    <a:lnTo>
                      <a:pt x="405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33"/>
              <p:cNvSpPr/>
              <p:nvPr/>
            </p:nvSpPr>
            <p:spPr>
              <a:xfrm>
                <a:off x="1323700" y="2337350"/>
                <a:ext cx="649525" cy="649175"/>
              </a:xfrm>
              <a:custGeom>
                <a:rect b="b" l="l" r="r" t="t"/>
                <a:pathLst>
                  <a:path extrusionOk="0" h="25967" w="25981">
                    <a:moveTo>
                      <a:pt x="21531" y="733"/>
                    </a:moveTo>
                    <a:lnTo>
                      <a:pt x="25220" y="4422"/>
                    </a:lnTo>
                    <a:lnTo>
                      <a:pt x="16673" y="12984"/>
                    </a:lnTo>
                    <a:lnTo>
                      <a:pt x="25234" y="21531"/>
                    </a:lnTo>
                    <a:lnTo>
                      <a:pt x="21545" y="25221"/>
                    </a:lnTo>
                    <a:lnTo>
                      <a:pt x="12983" y="16673"/>
                    </a:lnTo>
                    <a:lnTo>
                      <a:pt x="4450" y="25221"/>
                    </a:lnTo>
                    <a:lnTo>
                      <a:pt x="746" y="21531"/>
                    </a:lnTo>
                    <a:lnTo>
                      <a:pt x="9294" y="12984"/>
                    </a:lnTo>
                    <a:lnTo>
                      <a:pt x="732" y="4422"/>
                    </a:lnTo>
                    <a:lnTo>
                      <a:pt x="4436" y="747"/>
                    </a:lnTo>
                    <a:lnTo>
                      <a:pt x="12983" y="9294"/>
                    </a:lnTo>
                    <a:lnTo>
                      <a:pt x="21531" y="733"/>
                    </a:lnTo>
                    <a:close/>
                    <a:moveTo>
                      <a:pt x="4436" y="0"/>
                    </a:moveTo>
                    <a:lnTo>
                      <a:pt x="0" y="4422"/>
                    </a:lnTo>
                    <a:lnTo>
                      <a:pt x="8548" y="12984"/>
                    </a:lnTo>
                    <a:lnTo>
                      <a:pt x="0" y="21531"/>
                    </a:lnTo>
                    <a:lnTo>
                      <a:pt x="4436" y="25967"/>
                    </a:lnTo>
                    <a:lnTo>
                      <a:pt x="12983" y="17419"/>
                    </a:lnTo>
                    <a:lnTo>
                      <a:pt x="21545" y="25967"/>
                    </a:lnTo>
                    <a:lnTo>
                      <a:pt x="25981" y="21531"/>
                    </a:lnTo>
                    <a:lnTo>
                      <a:pt x="17433" y="12984"/>
                    </a:lnTo>
                    <a:lnTo>
                      <a:pt x="25967" y="4422"/>
                    </a:lnTo>
                    <a:lnTo>
                      <a:pt x="21545" y="0"/>
                    </a:lnTo>
                    <a:lnTo>
                      <a:pt x="12983" y="8548"/>
                    </a:lnTo>
                    <a:lnTo>
                      <a:pt x="443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90" name="TextBox 589"/>
          <p:cNvSpPr txBox="1"/>
          <p:nvPr/>
        </p:nvSpPr>
        <p:spPr>
          <a:xfrm>
            <a:off x="411480" y="4965192"/>
            <a:ext cx="5486400" cy="155448"/>
          </a:xfrm>
          <a:prstGeom prst="rect">
            <a:avLst/>
          </a:prstGeom>
          <a:noFill/>
        </p:spPr>
        <p:txBody>
          <a:bodyPr wrap="none" lIns="0" rIns="0" tIns="0" bIns="0">
            <a:spAutoFit/>
          </a:bodyPr>
          <a:lstStyle/>
          <a:p>
            <a:pPr algn="l"/>
            <a:r>
              <a:rPr sz="800">
                <a:solidFill>
                  <a:srgbClr val="9AA0A8"/>
                </a:solidFill>
              </a:rPr>
              <a:t>BACSE202 – Database Management Systems  |  First Review  |  Fall Semester 2026</a:t>
            </a:r>
          </a:p>
        </p:txBody>
      </p:sp>
      <p:sp>
        <p:nvSpPr>
          <p:cNvPr id="591" name="TextBox 590"/>
          <p:cNvSpPr txBox="1"/>
          <p:nvPr/>
        </p:nvSpPr>
        <p:spPr>
          <a:xfrm>
            <a:off x="7863840" y="4956048"/>
            <a:ext cx="868680" cy="155448"/>
          </a:xfrm>
          <a:prstGeom prst="rect">
            <a:avLst/>
          </a:prstGeom>
          <a:noFill/>
        </p:spPr>
        <p:txBody>
          <a:bodyPr wrap="none" lIns="0" rIns="0" tIns="0" bIns="0">
            <a:spAutoFit/>
          </a:bodyPr>
          <a:lstStyle/>
          <a:p>
            <a:pPr algn="r"/>
            <a:r>
              <a:rPr sz="800">
                <a:solidFill>
                  <a:srgbClr val="9AA0A8"/>
                </a:solidFill>
              </a:rPr>
              <a:t>8</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3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Key techniques in the domain</a:t>
            </a:r>
            <a:endParaRPr/>
          </a:p>
        </p:txBody>
      </p:sp>
      <p:sp>
        <p:nvSpPr>
          <p:cNvPr id="595" name="Google Shape;595;p34"/>
          <p:cNvSpPr txBox="1"/>
          <p:nvPr>
            <p:ph idx="1" type="subTitle"/>
          </p:nvPr>
        </p:nvSpPr>
        <p:spPr>
          <a:xfrm>
            <a:off x="823075" y="1669471"/>
            <a:ext cx="2199600" cy="1105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Evaluate a query as if an update had been applied (Q when U). The idea behind every WHAT_IF statement.</a:t>
            </a:r>
            <a:endParaRPr/>
          </a:p>
        </p:txBody>
      </p:sp>
      <p:sp>
        <p:nvSpPr>
          <p:cNvPr id="596" name="Google Shape;596;p34"/>
          <p:cNvSpPr txBox="1"/>
          <p:nvPr>
            <p:ph idx="2" type="subTitle"/>
          </p:nvPr>
        </p:nvSpPr>
        <p:spPr>
          <a:xfrm>
            <a:off x="3472291" y="1669449"/>
            <a:ext cx="2199600" cy="1105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Group statements atomically and undo them with ROLLBACK. Our non-destructive sandbox.</a:t>
            </a:r>
            <a:endParaRPr/>
          </a:p>
        </p:txBody>
      </p:sp>
      <p:sp>
        <p:nvSpPr>
          <p:cNvPr id="597" name="Google Shape;597;p34"/>
          <p:cNvSpPr txBox="1"/>
          <p:nvPr>
            <p:ph idx="3" type="subTitle"/>
          </p:nvPr>
        </p:nvSpPr>
        <p:spPr>
          <a:xfrm>
            <a:off x="823075" y="3325725"/>
            <a:ext cx="2199600" cy="1105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Turn custom syntax into standard SQL the engine can run. We parse WHAT_IF and validate it with sqlglot.</a:t>
            </a:r>
            <a:endParaRPr/>
          </a:p>
        </p:txBody>
      </p:sp>
      <p:sp>
        <p:nvSpPr>
          <p:cNvPr id="598" name="Google Shape;598;p34"/>
          <p:cNvSpPr txBox="1"/>
          <p:nvPr>
            <p:ph idx="4" type="subTitle"/>
          </p:nvPr>
        </p:nvSpPr>
        <p:spPr>
          <a:xfrm>
            <a:off x="3472291" y="3325721"/>
            <a:ext cx="2199600" cy="1105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Find foreign keys, views and triggers that depend on an object. Used to report what schema changes break.</a:t>
            </a:r>
            <a:endParaRPr/>
          </a:p>
        </p:txBody>
      </p:sp>
      <p:sp>
        <p:nvSpPr>
          <p:cNvPr id="599" name="Google Shape;599;p34"/>
          <p:cNvSpPr txBox="1"/>
          <p:nvPr>
            <p:ph idx="7" type="subTitle"/>
          </p:nvPr>
        </p:nvSpPr>
        <p:spPr>
          <a:xfrm>
            <a:off x="827409" y="1296775"/>
            <a:ext cx="2199600" cy="429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Hypothetical queries</a:t>
            </a:r>
            <a:endParaRPr/>
          </a:p>
        </p:txBody>
      </p:sp>
      <p:sp>
        <p:nvSpPr>
          <p:cNvPr id="600" name="Google Shape;600;p34"/>
          <p:cNvSpPr txBox="1"/>
          <p:nvPr>
            <p:ph idx="8" type="subTitle"/>
          </p:nvPr>
        </p:nvSpPr>
        <p:spPr>
          <a:xfrm>
            <a:off x="3476458" y="1296775"/>
            <a:ext cx="2199600" cy="429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Transactions &amp; savepoints</a:t>
            </a:r>
            <a:endParaRPr/>
          </a:p>
        </p:txBody>
      </p:sp>
      <p:sp>
        <p:nvSpPr>
          <p:cNvPr id="601" name="Google Shape;601;p34"/>
          <p:cNvSpPr txBox="1"/>
          <p:nvPr>
            <p:ph idx="9" type="subTitle"/>
          </p:nvPr>
        </p:nvSpPr>
        <p:spPr>
          <a:xfrm>
            <a:off x="6121332" y="1296775"/>
            <a:ext cx="2199600" cy="429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Snapshot isolation</a:t>
            </a:r>
            <a:endParaRPr/>
          </a:p>
        </p:txBody>
      </p:sp>
      <p:sp>
        <p:nvSpPr>
          <p:cNvPr id="602" name="Google Shape;602;p34"/>
          <p:cNvSpPr txBox="1"/>
          <p:nvPr>
            <p:ph idx="5" type="subTitle"/>
          </p:nvPr>
        </p:nvSpPr>
        <p:spPr>
          <a:xfrm>
            <a:off x="6117332" y="1669449"/>
            <a:ext cx="2199600" cy="1105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Each transaction reads a consistent snapshot, keeping real data pristine during a simulation.</a:t>
            </a:r>
            <a:endParaRPr/>
          </a:p>
        </p:txBody>
      </p:sp>
      <p:sp>
        <p:nvSpPr>
          <p:cNvPr id="603" name="Google Shape;603;p34"/>
          <p:cNvSpPr txBox="1"/>
          <p:nvPr>
            <p:ph idx="6" type="subTitle"/>
          </p:nvPr>
        </p:nvSpPr>
        <p:spPr>
          <a:xfrm>
            <a:off x="6117332" y="3325721"/>
            <a:ext cx="2199600" cy="1105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Keeps past states of data. Used for comparison: they look backward, we simulate forward.</a:t>
            </a:r>
            <a:endParaRPr/>
          </a:p>
        </p:txBody>
      </p:sp>
      <p:sp>
        <p:nvSpPr>
          <p:cNvPr id="604" name="Google Shape;604;p34"/>
          <p:cNvSpPr txBox="1"/>
          <p:nvPr>
            <p:ph idx="13" type="subTitle"/>
          </p:nvPr>
        </p:nvSpPr>
        <p:spPr>
          <a:xfrm>
            <a:off x="827409" y="2949772"/>
            <a:ext cx="2199600" cy="429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Query parsing</a:t>
            </a:r>
            <a:endParaRPr/>
          </a:p>
        </p:txBody>
      </p:sp>
      <p:sp>
        <p:nvSpPr>
          <p:cNvPr id="605" name="Google Shape;605;p34"/>
          <p:cNvSpPr txBox="1"/>
          <p:nvPr>
            <p:ph idx="14" type="subTitle"/>
          </p:nvPr>
        </p:nvSpPr>
        <p:spPr>
          <a:xfrm>
            <a:off x="3476458" y="2949772"/>
            <a:ext cx="2199600" cy="429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Dependency tracing</a:t>
            </a:r>
            <a:endParaRPr/>
          </a:p>
        </p:txBody>
      </p:sp>
      <p:sp>
        <p:nvSpPr>
          <p:cNvPr id="606" name="Google Shape;606;p34"/>
          <p:cNvSpPr txBox="1"/>
          <p:nvPr>
            <p:ph idx="15" type="subTitle"/>
          </p:nvPr>
        </p:nvSpPr>
        <p:spPr>
          <a:xfrm>
            <a:off x="6121332" y="2949772"/>
            <a:ext cx="2199600" cy="429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Temporal data</a:t>
            </a:r>
            <a:endParaRPr/>
          </a:p>
        </p:txBody>
      </p:sp>
      <p:sp>
        <p:nvSpPr>
          <p:cNvPr id="607" name="TextBox 606"/>
          <p:cNvSpPr txBox="1"/>
          <p:nvPr/>
        </p:nvSpPr>
        <p:spPr>
          <a:xfrm>
            <a:off x="411480" y="4965192"/>
            <a:ext cx="5486400" cy="155448"/>
          </a:xfrm>
          <a:prstGeom prst="rect">
            <a:avLst/>
          </a:prstGeom>
          <a:noFill/>
        </p:spPr>
        <p:txBody>
          <a:bodyPr wrap="none" lIns="0" rIns="0" tIns="0" bIns="0">
            <a:spAutoFit/>
          </a:bodyPr>
          <a:lstStyle/>
          <a:p>
            <a:pPr algn="l"/>
            <a:r>
              <a:rPr sz="800">
                <a:solidFill>
                  <a:srgbClr val="9AA0A8"/>
                </a:solidFill>
              </a:rPr>
              <a:t>BACSE202 – Database Management Systems  |  First Review  |  Fall Semester 2026</a:t>
            </a:r>
          </a:p>
        </p:txBody>
      </p:sp>
      <p:sp>
        <p:nvSpPr>
          <p:cNvPr id="608" name="TextBox 607"/>
          <p:cNvSpPr txBox="1"/>
          <p:nvPr/>
        </p:nvSpPr>
        <p:spPr>
          <a:xfrm>
            <a:off x="7863840" y="4956048"/>
            <a:ext cx="868680" cy="155448"/>
          </a:xfrm>
          <a:prstGeom prst="rect">
            <a:avLst/>
          </a:prstGeom>
          <a:noFill/>
        </p:spPr>
        <p:txBody>
          <a:bodyPr wrap="none" lIns="0" rIns="0" tIns="0" bIns="0">
            <a:spAutoFit/>
          </a:bodyPr>
          <a:lstStyle/>
          <a:p>
            <a:pPr algn="r"/>
            <a:r>
              <a:rPr sz="800">
                <a:solidFill>
                  <a:srgbClr val="9AA0A8"/>
                </a:solidFill>
              </a:rPr>
              <a:t>7</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37"/>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Literature review</a:t>
            </a:r>
            <a:endParaRPr/>
          </a:p>
        </p:txBody>
      </p:sp>
      <p:graphicFrame>
        <p:nvGraphicFramePr>
          <p:cNvPr id="631" name="Google Shape;631;p37"/>
          <p:cNvGraphicFramePr/>
          <p:nvPr/>
        </p:nvGraphicFramePr>
        <p:xfrm>
          <a:off x="719963" y="1314010"/>
          <a:ext cx="7680960" cy="3246120"/>
        </p:xfrm>
        <a:graphic>
          <a:graphicData uri="http://schemas.openxmlformats.org/drawingml/2006/table">
            <a:tbl>
              <a:tblPr>
                <a:noFill/>
                <a:tableStyleId>{67832C32-2E7E-4939-8477-0794B29BAEF9}</a:tableStyleId>
              </a:tblPr>
              <a:tblGrid>
                <a:gridCol w="365760"/>
                <a:gridCol w="868680"/>
                <a:gridCol w="822960"/>
                <a:gridCol w="1417320"/>
                <a:gridCol w="1143000"/>
                <a:gridCol w="1600200"/>
                <a:gridCol w="1463040"/>
              </a:tblGrid>
              <a:tr h="320040">
                <a:tc>
                  <a:txBody>
                    <a:bodyPr/>
                    <a:lstStyle/>
                    <a:p>
                      <a:pPr indent="0" lvl="0" marL="0" rtl="0" algn="ctr">
                        <a:spcBef>
                          <a:spcPts val="0"/>
                        </a:spcBef>
                        <a:spcAft>
                          <a:spcPts val="0"/>
                        </a:spcAft>
                        <a:buNone/>
                      </a:pPr>
                      <a:r>
                        <a:rPr sz="700" b="1">
                          <a:solidFill>
                            <a:srgbClr val="FFFFFF"/>
                          </a:solidFill>
                        </a:rPr>
                        <a:t>Ref.</a:t>
                      </a:r>
                      <a:endParaRPr sz="1800">
                        <a:solidFill>
                          <a:schemeClr val="dk1"/>
                        </a:solidFill>
                        <a:latin typeface="Inter"/>
                        <a:ea typeface="Inter"/>
                        <a:cs typeface="Inter"/>
                        <a:sym typeface="Inter"/>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b="1" lang="en" sz="700">
                          <a:solidFill>
                            <a:srgbClr val="FFFFFF"/>
                          </a:solidFill>
                          <a:latin typeface="Montserrat"/>
                          <a:ea typeface="Montserrat"/>
                          <a:cs typeface="Montserrat"/>
                          <a:sym typeface="Montserrat"/>
                        </a:rPr>
                        <a:t>Author(s), Year</a:t>
                      </a:r>
                      <a:endParaRPr b="1" sz="1600">
                        <a:solidFill>
                          <a:schemeClr val="dk1"/>
                        </a:solidFill>
                        <a:latin typeface="Montserrat"/>
                        <a:ea typeface="Montserrat"/>
                        <a:cs typeface="Montserrat"/>
                        <a:sym typeface="Montserrat"/>
                      </a:endParaRPr>
                    </a:p>
                  </a:txBody>
                  <a:tcPr marT="68575" marB="6857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b="1" lang="en" sz="700">
                          <a:solidFill>
                            <a:srgbClr val="FFFFFF"/>
                          </a:solidFill>
                          <a:latin typeface="Montserrat"/>
                          <a:ea typeface="Montserrat"/>
                          <a:cs typeface="Montserrat"/>
                          <a:sym typeface="Montserrat"/>
                        </a:rPr>
                        <a:t>Theme</a:t>
                      </a:r>
                      <a:endParaRPr b="1" sz="1600">
                        <a:solidFill>
                          <a:schemeClr val="dk1"/>
                        </a:solidFill>
                        <a:latin typeface="Montserrat"/>
                        <a:ea typeface="Montserrat"/>
                        <a:cs typeface="Montserrat"/>
                        <a:sym typeface="Montserrat"/>
                      </a:endParaRPr>
                    </a:p>
                  </a:txBody>
                  <a:tcPr marT="68575" marB="6857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100"/>
                        <a:buFont typeface="Arial"/>
                        <a:buNone/>
                      </a:pPr>
                      <a:r>
                        <a:rPr b="1" lang="en" sz="700">
                          <a:solidFill>
                            <a:srgbClr val="FFFFFF"/>
                          </a:solidFill>
                          <a:latin typeface="Montserrat"/>
                          <a:ea typeface="Montserrat"/>
                          <a:cs typeface="Montserrat"/>
                          <a:sym typeface="Montserrat"/>
                        </a:rPr>
                        <a:t>Technique</a:t>
                      </a:r>
                      <a:endParaRPr b="1" sz="1600">
                        <a:solidFill>
                          <a:schemeClr val="dk1"/>
                        </a:solidFill>
                        <a:latin typeface="Montserrat"/>
                        <a:ea typeface="Montserrat"/>
                        <a:cs typeface="Montserrat"/>
                        <a:sym typeface="Montserrat"/>
                      </a:endParaRPr>
                    </a:p>
                  </a:txBody>
                  <a:tcPr marT="68575" marB="6857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b="1" lang="en" sz="700">
                          <a:solidFill>
                            <a:srgbClr val="FFFFFF"/>
                          </a:solidFill>
                          <a:latin typeface="Montserrat"/>
                          <a:ea typeface="Montserrat"/>
                          <a:cs typeface="Montserrat"/>
                          <a:sym typeface="Montserrat"/>
                        </a:rPr>
                        <a:t>Dataset / tools</a:t>
                      </a:r>
                      <a:endParaRPr b="1" sz="1600">
                        <a:solidFill>
                          <a:schemeClr val="dk1"/>
                        </a:solidFill>
                        <a:latin typeface="Montserrat"/>
                        <a:ea typeface="Montserrat"/>
                        <a:cs typeface="Montserrat"/>
                        <a:sym typeface="Montserrat"/>
                      </a:endParaRPr>
                    </a:p>
                  </a:txBody>
                  <a:tcPr marT="68575" marB="6857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b="1" lang="en" sz="700">
                          <a:solidFill>
                            <a:srgbClr val="FFFFFF"/>
                          </a:solidFill>
                          <a:latin typeface="Montserrat"/>
                          <a:ea typeface="Montserrat"/>
                          <a:cs typeface="Montserrat"/>
                          <a:sym typeface="Montserrat"/>
                        </a:rPr>
                        <a:t>Key findings</a:t>
                      </a:r>
                      <a:endParaRPr b="1" sz="1600">
                        <a:solidFill>
                          <a:schemeClr val="dk1"/>
                        </a:solidFill>
                        <a:latin typeface="Montserrat"/>
                        <a:ea typeface="Montserrat"/>
                        <a:cs typeface="Montserrat"/>
                        <a:sym typeface="Montserrat"/>
                      </a:endParaRPr>
                    </a:p>
                  </a:txBody>
                  <a:tcPr marT="68575" marB="6857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b="1" lang="en" sz="700">
                          <a:solidFill>
                            <a:srgbClr val="FFFFFF"/>
                          </a:solidFill>
                          <a:latin typeface="Montserrat"/>
                          <a:ea typeface="Montserrat"/>
                          <a:cs typeface="Montserrat"/>
                          <a:sym typeface="Montserrat"/>
                        </a:rPr>
                        <a:t>Limitations</a:t>
                      </a:r>
                      <a:endParaRPr b="1" sz="1600">
                        <a:solidFill>
                          <a:schemeClr val="dk1"/>
                        </a:solidFill>
                        <a:latin typeface="Montserrat"/>
                        <a:ea typeface="Montserrat"/>
                        <a:cs typeface="Montserrat"/>
                        <a:sym typeface="Montserrat"/>
                      </a:endParaRPr>
                    </a:p>
                  </a:txBody>
                  <a:tcPr marT="68575" marB="6857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731520">
                <a:tc>
                  <a:txBody>
                    <a:bodyPr/>
                    <a:lstStyle/>
                    <a:p>
                      <a:pPr indent="0" lvl="0" marL="0" rtl="0" algn="ctr">
                        <a:spcBef>
                          <a:spcPts val="0"/>
                        </a:spcBef>
                        <a:spcAft>
                          <a:spcPts val="0"/>
                        </a:spcAft>
                        <a:buNone/>
                      </a:pPr>
                      <a:r>
                        <a:rPr b="1" lang="en" sz="700">
                          <a:solidFill>
                            <a:schemeClr val="dk1"/>
                          </a:solidFill>
                          <a:latin typeface="Montserrat"/>
                          <a:ea typeface="Montserrat"/>
                          <a:cs typeface="Montserrat"/>
                          <a:sym typeface="Montserrat"/>
                        </a:rPr>
                        <a:t>[1]</a:t>
                      </a:r>
                      <a:endParaRPr b="1" sz="1200">
                        <a:solidFill>
                          <a:schemeClr val="dk1"/>
                        </a:solidFill>
                        <a:latin typeface="Montserrat"/>
                        <a:ea typeface="Montserrat"/>
                        <a:cs typeface="Montserrat"/>
                        <a:sym typeface="Montserrat"/>
                      </a:endParaRPr>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700">
                          <a:solidFill>
                            <a:schemeClr val="dk1"/>
                          </a:solidFill>
                          <a:latin typeface="Inter"/>
                          <a:ea typeface="Inter"/>
                          <a:cs typeface="Inter"/>
                          <a:sym typeface="Inter"/>
                        </a:rPr>
                        <a:t>Balmin et al., 2000</a:t>
                      </a:r>
                      <a:endParaRPr sz="1000">
                        <a:solidFill>
                          <a:schemeClr val="dk1"/>
                        </a:solidFill>
                        <a:latin typeface="Inter"/>
                        <a:ea typeface="Inter"/>
                        <a:cs typeface="Inter"/>
                        <a:sym typeface="Inte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700">
                          <a:solidFill>
                            <a:schemeClr val="dk1"/>
                          </a:solidFill>
                          <a:latin typeface="Inter"/>
                          <a:ea typeface="Inter"/>
                          <a:cs typeface="Inter"/>
                          <a:sym typeface="Inter"/>
                        </a:rPr>
                        <a:t>G1: Hypothetical queries</a:t>
                      </a:r>
                      <a:endParaRPr sz="1000">
                        <a:solidFill>
                          <a:schemeClr val="dk1"/>
                        </a:solidFill>
                        <a:latin typeface="Inter"/>
                        <a:ea typeface="Inter"/>
                        <a:cs typeface="Inter"/>
                        <a:sym typeface="Inte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700">
                          <a:solidFill>
                            <a:schemeClr val="dk1"/>
                          </a:solidFill>
                          <a:latin typeface="Inter"/>
                          <a:ea typeface="Inter"/>
                          <a:cs typeface="Inter"/>
                          <a:sym typeface="Inter"/>
                        </a:rPr>
                        <a:t>Hypothetical queries "Q when U"</a:t>
                      </a:r>
                      <a:endParaRPr sz="1000">
                        <a:solidFill>
                          <a:schemeClr val="dk1"/>
                        </a:solidFill>
                        <a:latin typeface="Inter"/>
                        <a:ea typeface="Inter"/>
                        <a:cs typeface="Inter"/>
                        <a:sym typeface="Inte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700">
                          <a:solidFill>
                            <a:schemeClr val="dk1"/>
                          </a:solidFill>
                          <a:latin typeface="Inter"/>
                          <a:ea typeface="Inter"/>
                          <a:cs typeface="Inter"/>
                          <a:sym typeface="Inter"/>
                        </a:rPr>
                        <a:t>OLAP / data warehouse</a:t>
                      </a:r>
                      <a:endParaRPr sz="1000">
                        <a:solidFill>
                          <a:schemeClr val="dk1"/>
                        </a:solidFill>
                        <a:latin typeface="Inter"/>
                        <a:ea typeface="Inter"/>
                        <a:cs typeface="Inter"/>
                        <a:sym typeface="Inte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700">
                          <a:solidFill>
                            <a:schemeClr val="dk1"/>
                          </a:solidFill>
                          <a:latin typeface="Inter"/>
                          <a:ea typeface="Inter"/>
                          <a:cs typeface="Inter"/>
                          <a:sym typeface="Inter"/>
                        </a:rPr>
                        <a:t>Formal semantics and efficient evaluation of what-if queries</a:t>
                      </a:r>
                      <a:endParaRPr sz="1000">
                        <a:solidFill>
                          <a:schemeClr val="dk1"/>
                        </a:solidFill>
                        <a:latin typeface="Inter"/>
                        <a:ea typeface="Inter"/>
                        <a:cs typeface="Inter"/>
                        <a:sym typeface="Inte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700">
                          <a:solidFill>
                            <a:schemeClr val="dk1"/>
                          </a:solidFill>
                          <a:latin typeface="Inter"/>
                          <a:ea typeface="Inter"/>
                          <a:cs typeface="Inter"/>
                          <a:sym typeface="Inter"/>
                        </a:rPr>
                        <a:t>Analytical warehouses only; not live transactional databases</a:t>
                      </a:r>
                      <a:endParaRPr sz="1000">
                        <a:solidFill>
                          <a:schemeClr val="dk1"/>
                        </a:solidFill>
                        <a:latin typeface="Inter"/>
                        <a:ea typeface="Inter"/>
                        <a:cs typeface="Inter"/>
                        <a:sym typeface="Inte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731520">
                <a:tc>
                  <a:txBody>
                    <a:bodyPr/>
                    <a:lstStyle/>
                    <a:p>
                      <a:pPr indent="0" lvl="0" marL="0" rtl="0" algn="ctr">
                        <a:spcBef>
                          <a:spcPts val="0"/>
                        </a:spcBef>
                        <a:spcAft>
                          <a:spcPts val="0"/>
                        </a:spcAft>
                        <a:buNone/>
                      </a:pPr>
                      <a:r>
                        <a:rPr b="1" lang="en" sz="700">
                          <a:solidFill>
                            <a:schemeClr val="dk1"/>
                          </a:solidFill>
                          <a:latin typeface="Montserrat"/>
                          <a:ea typeface="Montserrat"/>
                          <a:cs typeface="Montserrat"/>
                          <a:sym typeface="Montserrat"/>
                        </a:rPr>
                        <a:t>[2]</a:t>
                      </a:r>
                      <a:endParaRPr b="1" sz="1200">
                        <a:solidFill>
                          <a:schemeClr val="dk1"/>
                        </a:solidFill>
                        <a:latin typeface="Montserrat"/>
                        <a:ea typeface="Montserrat"/>
                        <a:cs typeface="Montserrat"/>
                        <a:sym typeface="Montserrat"/>
                      </a:endParaRPr>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700">
                          <a:solidFill>
                            <a:schemeClr val="dk1"/>
                          </a:solidFill>
                          <a:latin typeface="Inter"/>
                          <a:ea typeface="Inter"/>
                          <a:cs typeface="Inter"/>
                          <a:sym typeface="Inter"/>
                        </a:rPr>
                        <a:t>Meliou &amp; Suciu, 2012</a:t>
                      </a:r>
                      <a:endParaRPr sz="1000">
                        <a:solidFill>
                          <a:schemeClr val="dk1"/>
                        </a:solidFill>
                        <a:latin typeface="Inter"/>
                        <a:ea typeface="Inter"/>
                        <a:cs typeface="Inter"/>
                        <a:sym typeface="Inte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700">
                          <a:solidFill>
                            <a:schemeClr val="dk1"/>
                          </a:solidFill>
                          <a:latin typeface="Inter"/>
                          <a:ea typeface="Inter"/>
                          <a:cs typeface="Inter"/>
                          <a:sym typeface="Inter"/>
                        </a:rPr>
                        <a:t>G1: Hypothetical queries</a:t>
                      </a:r>
                      <a:endParaRPr sz="1000">
                        <a:solidFill>
                          <a:schemeClr val="dk1"/>
                        </a:solidFill>
                        <a:latin typeface="Inter"/>
                        <a:ea typeface="Inter"/>
                        <a:cs typeface="Inter"/>
                        <a:sym typeface="Inte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700">
                          <a:solidFill>
                            <a:schemeClr val="dk1"/>
                          </a:solidFill>
                          <a:latin typeface="Inter"/>
                          <a:ea typeface="Inter"/>
                          <a:cs typeface="Inter"/>
                          <a:sym typeface="Inter"/>
                        </a:rPr>
                        <a:t>Tiresias: how-to queries as an optimisation problem</a:t>
                      </a:r>
                      <a:endParaRPr sz="1000">
                        <a:solidFill>
                          <a:schemeClr val="dk1"/>
                        </a:solidFill>
                        <a:latin typeface="Inter"/>
                        <a:ea typeface="Inter"/>
                        <a:cs typeface="Inter"/>
                        <a:sym typeface="Inte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700">
                          <a:solidFill>
                            <a:schemeClr val="dk1"/>
                          </a:solidFill>
                          <a:latin typeface="Inter"/>
                          <a:ea typeface="Inter"/>
                          <a:cs typeface="Inter"/>
                          <a:sym typeface="Inter"/>
                        </a:rPr>
                        <a:t>Relational data with a solver</a:t>
                      </a:r>
                      <a:endParaRPr sz="1000">
                        <a:solidFill>
                          <a:schemeClr val="dk1"/>
                        </a:solidFill>
                        <a:latin typeface="Inter"/>
                        <a:ea typeface="Inter"/>
                        <a:cs typeface="Inter"/>
                        <a:sym typeface="Inte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700">
                          <a:solidFill>
                            <a:schemeClr val="dk1"/>
                          </a:solidFill>
                          <a:latin typeface="Inter"/>
                          <a:ea typeface="Inter"/>
                          <a:cs typeface="Inter"/>
                          <a:sym typeface="Inter"/>
                        </a:rPr>
                        <a:t>Finds the data changes needed to reach a goal (reverse what-if)</a:t>
                      </a:r>
                      <a:endParaRPr sz="1000">
                        <a:solidFill>
                          <a:schemeClr val="dk1"/>
                        </a:solidFill>
                        <a:latin typeface="Inter"/>
                        <a:ea typeface="Inter"/>
                        <a:cs typeface="Inter"/>
                        <a:sym typeface="Inte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700">
                          <a:solidFill>
                            <a:schemeClr val="dk1"/>
                          </a:solidFill>
                          <a:latin typeface="Inter"/>
                          <a:ea typeface="Inter"/>
                          <a:cs typeface="Inter"/>
                          <a:sym typeface="Inter"/>
                        </a:rPr>
                        <a:t>Answers the reverse question; solver-based and costly</a:t>
                      </a:r>
                      <a:endParaRPr sz="1000">
                        <a:solidFill>
                          <a:schemeClr val="dk1"/>
                        </a:solidFill>
                        <a:latin typeface="Inter"/>
                        <a:ea typeface="Inter"/>
                        <a:cs typeface="Inter"/>
                        <a:sym typeface="Inte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731520">
                <a:tc>
                  <a:txBody>
                    <a:bodyPr/>
                    <a:lstStyle/>
                    <a:p>
                      <a:pPr indent="0" lvl="0" marL="0" rtl="0" algn="ctr">
                        <a:spcBef>
                          <a:spcPts val="0"/>
                        </a:spcBef>
                        <a:spcAft>
                          <a:spcPts val="0"/>
                        </a:spcAft>
                        <a:buNone/>
                      </a:pPr>
                      <a:r>
                        <a:rPr b="1" lang="en" sz="700">
                          <a:solidFill>
                            <a:schemeClr val="dk1"/>
                          </a:solidFill>
                          <a:latin typeface="Montserrat"/>
                          <a:ea typeface="Montserrat"/>
                          <a:cs typeface="Montserrat"/>
                          <a:sym typeface="Montserrat"/>
                        </a:rPr>
                        <a:t>[3]</a:t>
                      </a:r>
                      <a:endParaRPr b="1" sz="1200">
                        <a:solidFill>
                          <a:schemeClr val="dk1"/>
                        </a:solidFill>
                        <a:latin typeface="Montserrat"/>
                        <a:ea typeface="Montserrat"/>
                        <a:cs typeface="Montserrat"/>
                        <a:sym typeface="Montserrat"/>
                      </a:endParaRPr>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700">
                          <a:solidFill>
                            <a:schemeClr val="dk1"/>
                          </a:solidFill>
                          <a:latin typeface="Inter"/>
                          <a:ea typeface="Inter"/>
                          <a:cs typeface="Inter"/>
                          <a:sym typeface="Inter"/>
                        </a:rPr>
                        <a:t>Galhotra et al., 2022</a:t>
                      </a:r>
                      <a:endParaRPr sz="1000">
                        <a:solidFill>
                          <a:schemeClr val="dk1"/>
                        </a:solidFill>
                        <a:latin typeface="Inter"/>
                        <a:ea typeface="Inter"/>
                        <a:cs typeface="Inter"/>
                        <a:sym typeface="Inte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700">
                          <a:solidFill>
                            <a:schemeClr val="dk1"/>
                          </a:solidFill>
                          <a:latin typeface="Inter"/>
                          <a:ea typeface="Inter"/>
                          <a:cs typeface="Inter"/>
                          <a:sym typeface="Inter"/>
                        </a:rPr>
                        <a:t>G1: Hypothetical queries</a:t>
                      </a:r>
                      <a:endParaRPr sz="1000">
                        <a:solidFill>
                          <a:schemeClr val="dk1"/>
                        </a:solidFill>
                        <a:latin typeface="Inter"/>
                        <a:ea typeface="Inter"/>
                        <a:cs typeface="Inter"/>
                        <a:sym typeface="Inte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700">
                          <a:solidFill>
                            <a:schemeClr val="dk1"/>
                          </a:solidFill>
                          <a:latin typeface="Inter"/>
                          <a:ea typeface="Inter"/>
                          <a:cs typeface="Inter"/>
                          <a:sym typeface="Inter"/>
                        </a:rPr>
                        <a:t>HypeR: what-if and how-to with a probabilistic causal model</a:t>
                      </a:r>
                      <a:endParaRPr sz="1000">
                        <a:solidFill>
                          <a:schemeClr val="dk1"/>
                        </a:solidFill>
                        <a:latin typeface="Inter"/>
                        <a:ea typeface="Inter"/>
                        <a:cs typeface="Inter"/>
                        <a:sym typeface="Inte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700">
                          <a:solidFill>
                            <a:schemeClr val="dk1"/>
                          </a:solidFill>
                          <a:latin typeface="Inter"/>
                          <a:ea typeface="Inter"/>
                          <a:cs typeface="Inter"/>
                          <a:sym typeface="Inter"/>
                        </a:rPr>
                        <a:t>Relational data plus causal graph</a:t>
                      </a:r>
                      <a:endParaRPr sz="1000">
                        <a:solidFill>
                          <a:schemeClr val="dk1"/>
                        </a:solidFill>
                        <a:latin typeface="Inter"/>
                        <a:ea typeface="Inter"/>
                        <a:cs typeface="Inter"/>
                        <a:sym typeface="Inte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700">
                          <a:solidFill>
                            <a:schemeClr val="dk1"/>
                          </a:solidFill>
                          <a:latin typeface="Inter"/>
                          <a:ea typeface="Inter"/>
                          <a:cs typeface="Inter"/>
                          <a:sym typeface="Inter"/>
                        </a:rPr>
                        <a:t>Estimates the effect of hypothetical updates</a:t>
                      </a:r>
                      <a:endParaRPr sz="1000">
                        <a:solidFill>
                          <a:schemeClr val="dk1"/>
                        </a:solidFill>
                        <a:latin typeface="Inter"/>
                        <a:ea typeface="Inter"/>
                        <a:cs typeface="Inter"/>
                        <a:sym typeface="Inte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700">
                          <a:solidFill>
                            <a:schemeClr val="dk1"/>
                          </a:solidFill>
                          <a:latin typeface="Inter"/>
                          <a:ea typeface="Inter"/>
                          <a:cs typeface="Inter"/>
                          <a:sym typeface="Inter"/>
                        </a:rPr>
                        <a:t>Needs a causal model; estimates, not exact</a:t>
                      </a:r>
                      <a:endParaRPr sz="1000">
                        <a:solidFill>
                          <a:schemeClr val="dk1"/>
                        </a:solidFill>
                        <a:latin typeface="Inter"/>
                        <a:ea typeface="Inter"/>
                        <a:cs typeface="Inter"/>
                        <a:sym typeface="Inte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731520">
                <a:tc>
                  <a:txBody>
                    <a:bodyPr/>
                    <a:lstStyle/>
                    <a:p>
                      <a:pPr indent="0" lvl="0" marL="0" rtl="0" algn="ctr">
                        <a:spcBef>
                          <a:spcPts val="0"/>
                        </a:spcBef>
                        <a:spcAft>
                          <a:spcPts val="0"/>
                        </a:spcAft>
                        <a:buNone/>
                      </a:pPr>
                      <a:r>
                        <a:rPr b="1" lang="en" sz="700">
                          <a:solidFill>
                            <a:schemeClr val="dk1"/>
                          </a:solidFill>
                          <a:latin typeface="Montserrat"/>
                          <a:ea typeface="Montserrat"/>
                          <a:cs typeface="Montserrat"/>
                          <a:sym typeface="Montserrat"/>
                        </a:rPr>
                        <a:t>[4]</a:t>
                      </a:r>
                      <a:endParaRPr b="1" sz="1200">
                        <a:solidFill>
                          <a:schemeClr val="dk1"/>
                        </a:solidFill>
                        <a:latin typeface="Montserrat"/>
                        <a:ea typeface="Montserrat"/>
                        <a:cs typeface="Montserrat"/>
                        <a:sym typeface="Montserrat"/>
                      </a:endParaRPr>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700">
                          <a:solidFill>
                            <a:schemeClr val="dk1"/>
                          </a:solidFill>
                          <a:latin typeface="Inter"/>
                          <a:ea typeface="Inter"/>
                          <a:cs typeface="Inter"/>
                          <a:sym typeface="Inter"/>
                        </a:rPr>
                        <a:t>Campbell et al., 2022</a:t>
                      </a:r>
                      <a:endParaRPr sz="1000">
                        <a:solidFill>
                          <a:schemeClr val="dk1"/>
                        </a:solidFill>
                        <a:latin typeface="Inter"/>
                        <a:ea typeface="Inter"/>
                        <a:cs typeface="Inter"/>
                        <a:sym typeface="Inte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700">
                          <a:solidFill>
                            <a:schemeClr val="dk1"/>
                          </a:solidFill>
                          <a:latin typeface="Inter"/>
                          <a:ea typeface="Inter"/>
                          <a:cs typeface="Inter"/>
                          <a:sym typeface="Inter"/>
                        </a:rPr>
                        <a:t>G1: Hypothetical queries</a:t>
                      </a:r>
                      <a:endParaRPr sz="1000">
                        <a:solidFill>
                          <a:schemeClr val="dk1"/>
                        </a:solidFill>
                        <a:latin typeface="Inter"/>
                        <a:ea typeface="Inter"/>
                        <a:cs typeface="Inter"/>
                        <a:sym typeface="Inte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700">
                          <a:solidFill>
                            <a:schemeClr val="dk1"/>
                          </a:solidFill>
                          <a:latin typeface="Inter"/>
                          <a:ea typeface="Inter"/>
                          <a:cs typeface="Inter"/>
                          <a:sym typeface="Inter"/>
                        </a:rPr>
                        <a:t>Mahif: historical what-if answered by slicing</a:t>
                      </a:r>
                      <a:endParaRPr sz="1000">
                        <a:solidFill>
                          <a:schemeClr val="dk1"/>
                        </a:solidFill>
                        <a:latin typeface="Inter"/>
                        <a:ea typeface="Inter"/>
                        <a:cs typeface="Inter"/>
                        <a:sym typeface="Inte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700">
                          <a:solidFill>
                            <a:schemeClr val="dk1"/>
                          </a:solidFill>
                          <a:latin typeface="Inter"/>
                          <a:ea typeface="Inter"/>
                          <a:cs typeface="Inter"/>
                          <a:sym typeface="Inter"/>
                        </a:rPr>
                        <a:t>Transaction histories</a:t>
                      </a:r>
                      <a:endParaRPr sz="1000">
                        <a:solidFill>
                          <a:schemeClr val="dk1"/>
                        </a:solidFill>
                        <a:latin typeface="Inter"/>
                        <a:ea typeface="Inter"/>
                        <a:cs typeface="Inter"/>
                        <a:sym typeface="Inte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700">
                          <a:solidFill>
                            <a:schemeClr val="dk1"/>
                          </a:solidFill>
                          <a:latin typeface="Inter"/>
                          <a:ea typeface="Inter"/>
                          <a:cs typeface="Inter"/>
                          <a:sym typeface="Inter"/>
                        </a:rPr>
                        <a:t>Answers "what if a past update had differed?" efficiently</a:t>
                      </a:r>
                      <a:endParaRPr sz="1000">
                        <a:solidFill>
                          <a:schemeClr val="dk1"/>
                        </a:solidFill>
                        <a:latin typeface="Inter"/>
                        <a:ea typeface="Inter"/>
                        <a:cs typeface="Inter"/>
                        <a:sym typeface="Inte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700">
                          <a:solidFill>
                            <a:schemeClr val="dk1"/>
                          </a:solidFill>
                          <a:latin typeface="Inter"/>
                          <a:ea typeface="Inter"/>
                          <a:cs typeface="Inter"/>
                          <a:sym typeface="Inter"/>
                        </a:rPr>
                        <a:t>Concerns past histories, not future changes</a:t>
                      </a:r>
                      <a:endParaRPr sz="1000">
                        <a:solidFill>
                          <a:schemeClr val="dk1"/>
                        </a:solidFill>
                        <a:latin typeface="Inter"/>
                        <a:ea typeface="Inter"/>
                        <a:cs typeface="Inter"/>
                        <a:sym typeface="Inte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632" name="TextBox 631"/>
          <p:cNvSpPr txBox="1"/>
          <p:nvPr/>
        </p:nvSpPr>
        <p:spPr>
          <a:xfrm>
            <a:off x="411480" y="4965192"/>
            <a:ext cx="5486400" cy="155448"/>
          </a:xfrm>
          <a:prstGeom prst="rect">
            <a:avLst/>
          </a:prstGeom>
          <a:noFill/>
        </p:spPr>
        <p:txBody>
          <a:bodyPr wrap="none" lIns="0" rIns="0" tIns="0" bIns="0">
            <a:spAutoFit/>
          </a:bodyPr>
          <a:lstStyle/>
          <a:p>
            <a:pPr algn="l"/>
            <a:r>
              <a:rPr sz="800">
                <a:solidFill>
                  <a:srgbClr val="9AA0A8"/>
                </a:solidFill>
              </a:rPr>
              <a:t>BACSE202 – Database Management Systems  |  First Review  |  Fall Semester 2026</a:t>
            </a:r>
          </a:p>
        </p:txBody>
      </p:sp>
      <p:sp>
        <p:nvSpPr>
          <p:cNvPr id="633" name="TextBox 632"/>
          <p:cNvSpPr txBox="1"/>
          <p:nvPr/>
        </p:nvSpPr>
        <p:spPr>
          <a:xfrm>
            <a:off x="7863840" y="4956048"/>
            <a:ext cx="868680" cy="155448"/>
          </a:xfrm>
          <a:prstGeom prst="rect">
            <a:avLst/>
          </a:prstGeom>
          <a:noFill/>
        </p:spPr>
        <p:txBody>
          <a:bodyPr wrap="none" lIns="0" rIns="0" tIns="0" bIns="0">
            <a:spAutoFit/>
          </a:bodyPr>
          <a:lstStyle/>
          <a:p>
            <a:pPr algn="r"/>
            <a:r>
              <a:rPr sz="800">
                <a:solidFill>
                  <a:srgbClr val="9AA0A8"/>
                </a:solidFill>
              </a:rPr>
              <a:t>5</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p3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Diagram 1: The ripple effect</a:t>
            </a:r>
            <a:endParaRPr/>
          </a:p>
        </p:txBody>
      </p:sp>
      <p:sp>
        <p:nvSpPr>
          <p:cNvPr id="654" name="Google Shape;654;p39"/>
          <p:cNvSpPr txBox="1"/>
          <p:nvPr/>
        </p:nvSpPr>
        <p:spPr>
          <a:xfrm flipH="1">
            <a:off x="1358800" y="2100900"/>
            <a:ext cx="1812300" cy="50292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Open Sans"/>
                <a:ea typeface="Open Sans"/>
                <a:cs typeface="Open Sans"/>
                <a:sym typeface="Open Sans"/>
              </a:rPr>
              <a:t>The change: delete attendance rows</a:t>
            </a:r>
            <a:endParaRPr sz="1200">
              <a:solidFill>
                <a:schemeClr val="dk1"/>
              </a:solidFill>
              <a:latin typeface="Open Sans"/>
              <a:ea typeface="Open Sans"/>
              <a:cs typeface="Open Sans"/>
              <a:sym typeface="Open Sans"/>
            </a:endParaRPr>
          </a:p>
        </p:txBody>
      </p:sp>
      <p:sp>
        <p:nvSpPr>
          <p:cNvPr id="655" name="Google Shape;655;p39"/>
          <p:cNvSpPr txBox="1"/>
          <p:nvPr/>
        </p:nvSpPr>
        <p:spPr>
          <a:xfrm flipH="1">
            <a:off x="3665850" y="2100900"/>
            <a:ext cx="1812300" cy="50292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Open Sans"/>
                <a:ea typeface="Open Sans"/>
                <a:cs typeface="Open Sans"/>
                <a:sym typeface="Open Sans"/>
              </a:rPr>
              <a:t>Ripple 1: attendance % drops</a:t>
            </a:r>
            <a:endParaRPr sz="1200">
              <a:solidFill>
                <a:schemeClr val="dk1"/>
              </a:solidFill>
              <a:latin typeface="Open Sans"/>
              <a:ea typeface="Open Sans"/>
              <a:cs typeface="Open Sans"/>
              <a:sym typeface="Open Sans"/>
            </a:endParaRPr>
          </a:p>
        </p:txBody>
      </p:sp>
      <p:sp>
        <p:nvSpPr>
          <p:cNvPr id="656" name="Google Shape;656;p39"/>
          <p:cNvSpPr txBox="1"/>
          <p:nvPr/>
        </p:nvSpPr>
        <p:spPr>
          <a:xfrm flipH="1">
            <a:off x="5972900" y="2100900"/>
            <a:ext cx="1812300" cy="50292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Open Sans"/>
                <a:ea typeface="Open Sans"/>
                <a:cs typeface="Open Sans"/>
                <a:sym typeface="Open Sans"/>
              </a:rPr>
              <a:t>Ripple 2: eligibility flips</a:t>
            </a:r>
            <a:endParaRPr sz="1200">
              <a:solidFill>
                <a:schemeClr val="dk1"/>
              </a:solidFill>
              <a:latin typeface="Open Sans"/>
              <a:ea typeface="Open Sans"/>
              <a:cs typeface="Open Sans"/>
              <a:sym typeface="Open Sans"/>
            </a:endParaRPr>
          </a:p>
        </p:txBody>
      </p:sp>
      <p:sp>
        <p:nvSpPr>
          <p:cNvPr id="657" name="Google Shape;657;p39"/>
          <p:cNvSpPr txBox="1"/>
          <p:nvPr/>
        </p:nvSpPr>
        <p:spPr>
          <a:xfrm flipH="1">
            <a:off x="1358800" y="3769850"/>
            <a:ext cx="1812300" cy="50292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Open Sans"/>
                <a:ea typeface="Open Sans"/>
                <a:cs typeface="Open Sans"/>
                <a:sym typeface="Open Sans"/>
              </a:rPr>
              <a:t>Ripple 3: CGPA, exam status</a:t>
            </a:r>
            <a:endParaRPr sz="1200">
              <a:solidFill>
                <a:schemeClr val="dk1"/>
              </a:solidFill>
              <a:latin typeface="Open Sans"/>
              <a:ea typeface="Open Sans"/>
              <a:cs typeface="Open Sans"/>
              <a:sym typeface="Open Sans"/>
            </a:endParaRPr>
          </a:p>
        </p:txBody>
      </p:sp>
      <p:sp>
        <p:nvSpPr>
          <p:cNvPr id="658" name="Google Shape;658;p39"/>
          <p:cNvSpPr txBox="1"/>
          <p:nvPr/>
        </p:nvSpPr>
        <p:spPr>
          <a:xfrm flipH="1">
            <a:off x="3665850" y="3769850"/>
            <a:ext cx="1812300" cy="50292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Open Sans"/>
                <a:ea typeface="Open Sans"/>
                <a:cs typeface="Open Sans"/>
                <a:sym typeface="Open Sans"/>
              </a:rPr>
              <a:t>Ripple 4: other tables, courses</a:t>
            </a:r>
            <a:endParaRPr sz="1200">
              <a:solidFill>
                <a:schemeClr val="dk1"/>
              </a:solidFill>
              <a:latin typeface="Open Sans"/>
              <a:ea typeface="Open Sans"/>
              <a:cs typeface="Open Sans"/>
              <a:sym typeface="Open Sans"/>
            </a:endParaRPr>
          </a:p>
        </p:txBody>
      </p:sp>
      <p:sp>
        <p:nvSpPr>
          <p:cNvPr id="659" name="Google Shape;659;p39"/>
          <p:cNvSpPr txBox="1"/>
          <p:nvPr/>
        </p:nvSpPr>
        <p:spPr>
          <a:xfrm flipH="1">
            <a:off x="5972900" y="3769850"/>
            <a:ext cx="1812300" cy="50292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Open Sans"/>
                <a:ea typeface="Open Sans"/>
                <a:cs typeface="Open Sans"/>
                <a:sym typeface="Open Sans"/>
              </a:rPr>
              <a:t>Effect unseen before commit</a:t>
            </a:r>
            <a:endParaRPr sz="1200">
              <a:solidFill>
                <a:schemeClr val="dk1"/>
              </a:solidFill>
              <a:latin typeface="Open Sans"/>
              <a:ea typeface="Open Sans"/>
              <a:cs typeface="Open Sans"/>
              <a:sym typeface="Open Sans"/>
            </a:endParaRPr>
          </a:p>
        </p:txBody>
      </p:sp>
      <p:sp>
        <p:nvSpPr>
          <p:cNvPr id="660" name="Google Shape;660;p39"/>
          <p:cNvSpPr txBox="1"/>
          <p:nvPr/>
        </p:nvSpPr>
        <p:spPr>
          <a:xfrm>
            <a:off x="1897588" y="1381883"/>
            <a:ext cx="734700" cy="447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000">
                <a:solidFill>
                  <a:schemeClr val="dk2"/>
                </a:solidFill>
                <a:latin typeface="Montserrat"/>
                <a:ea typeface="Montserrat"/>
                <a:cs typeface="Montserrat"/>
                <a:sym typeface="Montserrat"/>
              </a:rPr>
              <a:t>01</a:t>
            </a:r>
            <a:endParaRPr b="1" sz="3000">
              <a:solidFill>
                <a:schemeClr val="dk2"/>
              </a:solidFill>
              <a:latin typeface="Montserrat"/>
              <a:ea typeface="Montserrat"/>
              <a:cs typeface="Montserrat"/>
              <a:sym typeface="Montserrat"/>
            </a:endParaRPr>
          </a:p>
        </p:txBody>
      </p:sp>
      <p:sp>
        <p:nvSpPr>
          <p:cNvPr id="661" name="Google Shape;661;p39"/>
          <p:cNvSpPr txBox="1"/>
          <p:nvPr/>
        </p:nvSpPr>
        <p:spPr>
          <a:xfrm>
            <a:off x="4204638" y="1381883"/>
            <a:ext cx="734700" cy="447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000">
                <a:solidFill>
                  <a:schemeClr val="dk2"/>
                </a:solidFill>
                <a:latin typeface="Montserrat"/>
                <a:ea typeface="Montserrat"/>
                <a:cs typeface="Montserrat"/>
                <a:sym typeface="Montserrat"/>
              </a:rPr>
              <a:t>02</a:t>
            </a:r>
            <a:endParaRPr b="1" sz="3000">
              <a:solidFill>
                <a:schemeClr val="dk2"/>
              </a:solidFill>
              <a:latin typeface="Montserrat"/>
              <a:ea typeface="Montserrat"/>
              <a:cs typeface="Montserrat"/>
              <a:sym typeface="Montserrat"/>
            </a:endParaRPr>
          </a:p>
        </p:txBody>
      </p:sp>
      <p:sp>
        <p:nvSpPr>
          <p:cNvPr id="662" name="Google Shape;662;p39"/>
          <p:cNvSpPr txBox="1"/>
          <p:nvPr/>
        </p:nvSpPr>
        <p:spPr>
          <a:xfrm>
            <a:off x="6511688" y="1381883"/>
            <a:ext cx="734700" cy="447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000">
                <a:solidFill>
                  <a:schemeClr val="dk2"/>
                </a:solidFill>
                <a:latin typeface="Montserrat"/>
                <a:ea typeface="Montserrat"/>
                <a:cs typeface="Montserrat"/>
                <a:sym typeface="Montserrat"/>
              </a:rPr>
              <a:t>03</a:t>
            </a:r>
            <a:endParaRPr b="1" sz="3000">
              <a:solidFill>
                <a:schemeClr val="dk2"/>
              </a:solidFill>
              <a:latin typeface="Montserrat"/>
              <a:ea typeface="Montserrat"/>
              <a:cs typeface="Montserrat"/>
              <a:sym typeface="Montserrat"/>
            </a:endParaRPr>
          </a:p>
        </p:txBody>
      </p:sp>
      <p:sp>
        <p:nvSpPr>
          <p:cNvPr id="663" name="Google Shape;663;p39"/>
          <p:cNvSpPr txBox="1"/>
          <p:nvPr/>
        </p:nvSpPr>
        <p:spPr>
          <a:xfrm>
            <a:off x="1897588" y="3050833"/>
            <a:ext cx="734700" cy="447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000">
                <a:solidFill>
                  <a:schemeClr val="dk2"/>
                </a:solidFill>
                <a:latin typeface="Montserrat"/>
                <a:ea typeface="Montserrat"/>
                <a:cs typeface="Montserrat"/>
                <a:sym typeface="Montserrat"/>
              </a:rPr>
              <a:t>04</a:t>
            </a:r>
            <a:endParaRPr b="1" sz="3000">
              <a:solidFill>
                <a:schemeClr val="dk2"/>
              </a:solidFill>
              <a:latin typeface="Montserrat"/>
              <a:ea typeface="Montserrat"/>
              <a:cs typeface="Montserrat"/>
              <a:sym typeface="Montserrat"/>
            </a:endParaRPr>
          </a:p>
        </p:txBody>
      </p:sp>
      <p:sp>
        <p:nvSpPr>
          <p:cNvPr id="664" name="Google Shape;664;p39"/>
          <p:cNvSpPr txBox="1"/>
          <p:nvPr/>
        </p:nvSpPr>
        <p:spPr>
          <a:xfrm>
            <a:off x="4204638" y="3050833"/>
            <a:ext cx="734700" cy="447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000">
                <a:solidFill>
                  <a:schemeClr val="dk2"/>
                </a:solidFill>
                <a:latin typeface="Montserrat"/>
                <a:ea typeface="Montserrat"/>
                <a:cs typeface="Montserrat"/>
                <a:sym typeface="Montserrat"/>
              </a:rPr>
              <a:t>05</a:t>
            </a:r>
            <a:endParaRPr b="1" sz="3000">
              <a:solidFill>
                <a:schemeClr val="dk2"/>
              </a:solidFill>
              <a:latin typeface="Montserrat"/>
              <a:ea typeface="Montserrat"/>
              <a:cs typeface="Montserrat"/>
              <a:sym typeface="Montserrat"/>
            </a:endParaRPr>
          </a:p>
        </p:txBody>
      </p:sp>
      <p:sp>
        <p:nvSpPr>
          <p:cNvPr id="665" name="Google Shape;665;p39"/>
          <p:cNvSpPr txBox="1"/>
          <p:nvPr/>
        </p:nvSpPr>
        <p:spPr>
          <a:xfrm>
            <a:off x="6511688" y="3050833"/>
            <a:ext cx="734700" cy="447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000">
                <a:solidFill>
                  <a:schemeClr val="dk2"/>
                </a:solidFill>
                <a:latin typeface="Montserrat"/>
                <a:ea typeface="Montserrat"/>
                <a:cs typeface="Montserrat"/>
                <a:sym typeface="Montserrat"/>
              </a:rPr>
              <a:t>06</a:t>
            </a:r>
            <a:endParaRPr b="1" sz="3000">
              <a:solidFill>
                <a:schemeClr val="dk2"/>
              </a:solidFill>
              <a:latin typeface="Montserrat"/>
              <a:ea typeface="Montserrat"/>
              <a:cs typeface="Montserrat"/>
              <a:sym typeface="Montserrat"/>
            </a:endParaRPr>
          </a:p>
        </p:txBody>
      </p:sp>
      <p:cxnSp>
        <p:nvCxnSpPr>
          <p:cNvPr id="666" name="Google Shape;666;p39"/>
          <p:cNvCxnSpPr>
            <a:stCxn id="660" idx="3"/>
            <a:endCxn id="661" idx="1"/>
          </p:cNvCxnSpPr>
          <p:nvPr/>
        </p:nvCxnSpPr>
        <p:spPr>
          <a:xfrm>
            <a:off x="2632288" y="1605683"/>
            <a:ext cx="1572300" cy="0"/>
          </a:xfrm>
          <a:prstGeom prst="straightConnector1">
            <a:avLst/>
          </a:prstGeom>
          <a:noFill/>
          <a:ln cap="flat" cmpd="sng" w="9525">
            <a:solidFill>
              <a:schemeClr val="dk2"/>
            </a:solidFill>
            <a:prstDash val="solid"/>
            <a:round/>
            <a:headEnd len="med" w="med" type="none"/>
            <a:tailEnd len="med" w="med" type="triangle"/>
          </a:ln>
        </p:spPr>
      </p:cxnSp>
      <p:cxnSp>
        <p:nvCxnSpPr>
          <p:cNvPr id="667" name="Google Shape;667;p39"/>
          <p:cNvCxnSpPr>
            <a:stCxn id="661" idx="3"/>
            <a:endCxn id="662" idx="1"/>
          </p:cNvCxnSpPr>
          <p:nvPr/>
        </p:nvCxnSpPr>
        <p:spPr>
          <a:xfrm>
            <a:off x="4939338" y="1605683"/>
            <a:ext cx="1572300" cy="0"/>
          </a:xfrm>
          <a:prstGeom prst="straightConnector1">
            <a:avLst/>
          </a:prstGeom>
          <a:noFill/>
          <a:ln cap="flat" cmpd="sng" w="9525">
            <a:solidFill>
              <a:schemeClr val="dk2"/>
            </a:solidFill>
            <a:prstDash val="solid"/>
            <a:round/>
            <a:headEnd len="med" w="med" type="none"/>
            <a:tailEnd len="med" w="med" type="triangle"/>
          </a:ln>
        </p:spPr>
      </p:cxnSp>
      <p:cxnSp>
        <p:nvCxnSpPr>
          <p:cNvPr id="668" name="Google Shape;668;p39"/>
          <p:cNvCxnSpPr>
            <a:stCxn id="656" idx="2"/>
            <a:endCxn id="663" idx="0"/>
          </p:cNvCxnSpPr>
          <p:nvPr/>
        </p:nvCxnSpPr>
        <p:spPr>
          <a:xfrm rot="5400000">
            <a:off x="4289450" y="461100"/>
            <a:ext cx="565200" cy="4614000"/>
          </a:xfrm>
          <a:prstGeom prst="bentConnector3">
            <a:avLst>
              <a:gd fmla="val 50012" name="adj1"/>
            </a:avLst>
          </a:prstGeom>
          <a:noFill/>
          <a:ln cap="flat" cmpd="sng" w="9525">
            <a:solidFill>
              <a:schemeClr val="dk2"/>
            </a:solidFill>
            <a:prstDash val="solid"/>
            <a:round/>
            <a:headEnd len="med" w="med" type="none"/>
            <a:tailEnd len="med" w="med" type="triangle"/>
          </a:ln>
        </p:spPr>
      </p:cxnSp>
      <p:cxnSp>
        <p:nvCxnSpPr>
          <p:cNvPr id="669" name="Google Shape;669;p39"/>
          <p:cNvCxnSpPr>
            <a:stCxn id="663" idx="3"/>
            <a:endCxn id="664" idx="1"/>
          </p:cNvCxnSpPr>
          <p:nvPr/>
        </p:nvCxnSpPr>
        <p:spPr>
          <a:xfrm>
            <a:off x="2632288" y="3274633"/>
            <a:ext cx="1572300" cy="0"/>
          </a:xfrm>
          <a:prstGeom prst="straightConnector1">
            <a:avLst/>
          </a:prstGeom>
          <a:noFill/>
          <a:ln cap="flat" cmpd="sng" w="9525">
            <a:solidFill>
              <a:schemeClr val="dk2"/>
            </a:solidFill>
            <a:prstDash val="solid"/>
            <a:round/>
            <a:headEnd len="med" w="med" type="none"/>
            <a:tailEnd len="med" w="med" type="triangle"/>
          </a:ln>
        </p:spPr>
      </p:cxnSp>
      <p:cxnSp>
        <p:nvCxnSpPr>
          <p:cNvPr id="670" name="Google Shape;670;p39"/>
          <p:cNvCxnSpPr>
            <a:stCxn id="664" idx="3"/>
            <a:endCxn id="665" idx="1"/>
          </p:cNvCxnSpPr>
          <p:nvPr/>
        </p:nvCxnSpPr>
        <p:spPr>
          <a:xfrm>
            <a:off x="4939338" y="3274633"/>
            <a:ext cx="1572300" cy="0"/>
          </a:xfrm>
          <a:prstGeom prst="straightConnector1">
            <a:avLst/>
          </a:prstGeom>
          <a:noFill/>
          <a:ln cap="flat" cmpd="sng" w="9525">
            <a:solidFill>
              <a:schemeClr val="dk2"/>
            </a:solidFill>
            <a:prstDash val="solid"/>
            <a:round/>
            <a:headEnd len="med" w="med" type="none"/>
            <a:tailEnd len="med" w="med" type="triangle"/>
          </a:ln>
        </p:spPr>
      </p:cxnSp>
      <p:cxnSp>
        <p:nvCxnSpPr>
          <p:cNvPr id="671" name="Google Shape;671;p39"/>
          <p:cNvCxnSpPr>
            <a:stCxn id="654" idx="0"/>
            <a:endCxn id="660" idx="2"/>
          </p:cNvCxnSpPr>
          <p:nvPr/>
        </p:nvCxnSpPr>
        <p:spPr>
          <a:xfrm rot="10800000">
            <a:off x="2264950" y="1829400"/>
            <a:ext cx="0" cy="271500"/>
          </a:xfrm>
          <a:prstGeom prst="straightConnector1">
            <a:avLst/>
          </a:prstGeom>
          <a:noFill/>
          <a:ln cap="flat" cmpd="sng" w="9525">
            <a:solidFill>
              <a:schemeClr val="dk2"/>
            </a:solidFill>
            <a:prstDash val="solid"/>
            <a:round/>
            <a:headEnd len="med" w="med" type="none"/>
            <a:tailEnd len="med" w="med" type="none"/>
          </a:ln>
        </p:spPr>
      </p:cxnSp>
      <p:cxnSp>
        <p:nvCxnSpPr>
          <p:cNvPr id="672" name="Google Shape;672;p39"/>
          <p:cNvCxnSpPr>
            <a:stCxn id="655" idx="0"/>
            <a:endCxn id="661" idx="2"/>
          </p:cNvCxnSpPr>
          <p:nvPr/>
        </p:nvCxnSpPr>
        <p:spPr>
          <a:xfrm rot="10800000">
            <a:off x="4572000" y="1829400"/>
            <a:ext cx="0" cy="271500"/>
          </a:xfrm>
          <a:prstGeom prst="straightConnector1">
            <a:avLst/>
          </a:prstGeom>
          <a:noFill/>
          <a:ln cap="flat" cmpd="sng" w="9525">
            <a:solidFill>
              <a:schemeClr val="dk2"/>
            </a:solidFill>
            <a:prstDash val="solid"/>
            <a:round/>
            <a:headEnd len="med" w="med" type="none"/>
            <a:tailEnd len="med" w="med" type="none"/>
          </a:ln>
        </p:spPr>
      </p:cxnSp>
      <p:cxnSp>
        <p:nvCxnSpPr>
          <p:cNvPr id="673" name="Google Shape;673;p39"/>
          <p:cNvCxnSpPr>
            <a:stCxn id="656" idx="0"/>
            <a:endCxn id="662" idx="2"/>
          </p:cNvCxnSpPr>
          <p:nvPr/>
        </p:nvCxnSpPr>
        <p:spPr>
          <a:xfrm rot="10800000">
            <a:off x="6879050" y="1829400"/>
            <a:ext cx="0" cy="271500"/>
          </a:xfrm>
          <a:prstGeom prst="straightConnector1">
            <a:avLst/>
          </a:prstGeom>
          <a:noFill/>
          <a:ln cap="flat" cmpd="sng" w="9525">
            <a:solidFill>
              <a:schemeClr val="dk2"/>
            </a:solidFill>
            <a:prstDash val="solid"/>
            <a:round/>
            <a:headEnd len="med" w="med" type="none"/>
            <a:tailEnd len="med" w="med" type="none"/>
          </a:ln>
        </p:spPr>
      </p:cxnSp>
      <p:cxnSp>
        <p:nvCxnSpPr>
          <p:cNvPr id="674" name="Google Shape;674;p39"/>
          <p:cNvCxnSpPr>
            <a:stCxn id="657" idx="0"/>
            <a:endCxn id="663" idx="2"/>
          </p:cNvCxnSpPr>
          <p:nvPr/>
        </p:nvCxnSpPr>
        <p:spPr>
          <a:xfrm rot="10800000">
            <a:off x="2264950" y="3498350"/>
            <a:ext cx="0" cy="271500"/>
          </a:xfrm>
          <a:prstGeom prst="straightConnector1">
            <a:avLst/>
          </a:prstGeom>
          <a:noFill/>
          <a:ln cap="flat" cmpd="sng" w="9525">
            <a:solidFill>
              <a:schemeClr val="dk2"/>
            </a:solidFill>
            <a:prstDash val="solid"/>
            <a:round/>
            <a:headEnd len="med" w="med" type="none"/>
            <a:tailEnd len="med" w="med" type="none"/>
          </a:ln>
        </p:spPr>
      </p:cxnSp>
      <p:cxnSp>
        <p:nvCxnSpPr>
          <p:cNvPr id="675" name="Google Shape;675;p39"/>
          <p:cNvCxnSpPr>
            <a:endCxn id="664" idx="2"/>
          </p:cNvCxnSpPr>
          <p:nvPr/>
        </p:nvCxnSpPr>
        <p:spPr>
          <a:xfrm rot="10800000">
            <a:off x="4571988" y="3498433"/>
            <a:ext cx="0" cy="271500"/>
          </a:xfrm>
          <a:prstGeom prst="straightConnector1">
            <a:avLst/>
          </a:prstGeom>
          <a:noFill/>
          <a:ln cap="flat" cmpd="sng" w="9525">
            <a:solidFill>
              <a:schemeClr val="dk2"/>
            </a:solidFill>
            <a:prstDash val="solid"/>
            <a:round/>
            <a:headEnd len="med" w="med" type="none"/>
            <a:tailEnd len="med" w="med" type="none"/>
          </a:ln>
        </p:spPr>
      </p:cxnSp>
      <p:cxnSp>
        <p:nvCxnSpPr>
          <p:cNvPr id="676" name="Google Shape;676;p39"/>
          <p:cNvCxnSpPr>
            <a:stCxn id="659" idx="0"/>
            <a:endCxn id="665" idx="2"/>
          </p:cNvCxnSpPr>
          <p:nvPr/>
        </p:nvCxnSpPr>
        <p:spPr>
          <a:xfrm rot="10800000">
            <a:off x="6879050" y="3498350"/>
            <a:ext cx="0" cy="271500"/>
          </a:xfrm>
          <a:prstGeom prst="straightConnector1">
            <a:avLst/>
          </a:prstGeom>
          <a:noFill/>
          <a:ln cap="flat" cmpd="sng" w="9525">
            <a:solidFill>
              <a:schemeClr val="dk2"/>
            </a:solidFill>
            <a:prstDash val="solid"/>
            <a:round/>
            <a:headEnd len="med" w="med" type="none"/>
            <a:tailEnd len="med" w="med" type="none"/>
          </a:ln>
        </p:spPr>
      </p:cxnSp>
      <p:sp>
        <p:nvSpPr>
          <p:cNvPr id="677" name="TextBox 676"/>
          <p:cNvSpPr txBox="1"/>
          <p:nvPr/>
        </p:nvSpPr>
        <p:spPr>
          <a:xfrm>
            <a:off x="411480" y="4965192"/>
            <a:ext cx="5486400" cy="155448"/>
          </a:xfrm>
          <a:prstGeom prst="rect">
            <a:avLst/>
          </a:prstGeom>
          <a:noFill/>
        </p:spPr>
        <p:txBody>
          <a:bodyPr wrap="none" lIns="0" rIns="0" tIns="0" bIns="0">
            <a:spAutoFit/>
          </a:bodyPr>
          <a:lstStyle/>
          <a:p>
            <a:pPr algn="l"/>
            <a:r>
              <a:rPr sz="800">
                <a:solidFill>
                  <a:srgbClr val="9AA0A8"/>
                </a:solidFill>
              </a:rPr>
              <a:t>BACSE202 – Database Management Systems  |  First Review  |  Fall Semester 2026</a:t>
            </a:r>
          </a:p>
        </p:txBody>
      </p:sp>
      <p:sp>
        <p:nvSpPr>
          <p:cNvPr id="678" name="TextBox 677"/>
          <p:cNvSpPr txBox="1"/>
          <p:nvPr/>
        </p:nvSpPr>
        <p:spPr>
          <a:xfrm>
            <a:off x="7863840" y="4956048"/>
            <a:ext cx="868680" cy="155448"/>
          </a:xfrm>
          <a:prstGeom prst="rect">
            <a:avLst/>
          </a:prstGeom>
          <a:noFill/>
        </p:spPr>
        <p:txBody>
          <a:bodyPr wrap="none" lIns="0" rIns="0" tIns="0" bIns="0">
            <a:spAutoFit/>
          </a:bodyPr>
          <a:lstStyle/>
          <a:p>
            <a:pPr algn="r"/>
            <a:r>
              <a:rPr sz="800">
                <a:solidFill>
                  <a:srgbClr val="9AA0A8"/>
                </a:solidFill>
              </a:rPr>
              <a:t>11</a:t>
            </a: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p4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References (APA)</a:t>
            </a:r>
            <a:endParaRPr/>
          </a:p>
        </p:txBody>
      </p:sp>
      <p:sp>
        <p:nvSpPr>
          <p:cNvPr id="1034" name="Google Shape;1034;p47"/>
          <p:cNvSpPr txBox="1"/>
          <p:nvPr>
            <p:ph idx="1" type="body"/>
          </p:nvPr>
        </p:nvSpPr>
        <p:spPr>
          <a:xfrm>
            <a:off x="720000" y="1215750"/>
            <a:ext cx="7704000" cy="245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 Balmin, A., Papadimitriou, T., &amp; Papakonstantinou, Y. (2000). Hypothetical queries in an OLAP environment. VLDB.</a:t>
            </a:r>
            <a:endParaRPr/>
          </a:p>
          <a:p>
            <a:pPr indent="0" lvl="0" marL="0" rtl="0" algn="l">
              <a:spcBef>
                <a:spcPts val="0"/>
              </a:spcBef>
              <a:spcAft>
                <a:spcPts val="0"/>
              </a:spcAft>
              <a:buNone/>
            </a:pPr>
            <a:r>
              <a:rPr lang="en"/>
              <a:t>[2] Meliou, A., &amp; Suciu, D. (2012). Tiresias: The database oracle for how-to queries. ACM SIGMOD.</a:t>
            </a:r>
            <a:endParaRPr/>
          </a:p>
          <a:p>
            <a:pPr indent="0" lvl="0" marL="0" rtl="0" algn="l">
              <a:spcBef>
                <a:spcPts val="0"/>
              </a:spcBef>
              <a:spcAft>
                <a:spcPts val="0"/>
              </a:spcAft>
              <a:buNone/>
            </a:pPr>
            <a:r>
              <a:rPr lang="en"/>
              <a:t>[3] Galhotra, S., Gilad, A., Roy, S., &amp; Salimi, B. (2022). HypeR: Hypothetical reasoning with what-if and how-to queries using a probabilistic causal approach. ACM SIGMOD.</a:t>
            </a:r>
            <a:endParaRPr/>
          </a:p>
          <a:p>
            <a:pPr indent="0" lvl="0" marL="0" rtl="0" algn="l">
              <a:spcBef>
                <a:spcPts val="0"/>
              </a:spcBef>
              <a:spcAft>
                <a:spcPts val="0"/>
              </a:spcAft>
              <a:buNone/>
            </a:pPr>
            <a:r>
              <a:rPr lang="en"/>
              <a:t>[4] Campbell, F. S., Arab, B. S., &amp; Glavic, B. (2022). Efficient answering of historical what-if queries. ACM SIGMOD.</a:t>
            </a:r>
            <a:endParaRPr/>
          </a:p>
          <a:p>
            <a:pPr indent="0" lvl="0" marL="0" rtl="0" algn="l">
              <a:spcBef>
                <a:spcPts val="0"/>
              </a:spcBef>
              <a:spcAft>
                <a:spcPts val="0"/>
              </a:spcAft>
              <a:buNone/>
            </a:pPr>
            <a:r>
              <a:rPr lang="en"/>
              <a:t>[5] DoltHub. (n.d.). Dolt: Git for data. https://github.com/dolthub/dolt</a:t>
            </a:r>
            <a:endParaRPr/>
          </a:p>
          <a:p>
            <a:pPr indent="0" lvl="0" marL="0" rtl="0" algn="l">
              <a:spcBef>
                <a:spcPts val="0"/>
              </a:spcBef>
              <a:spcAft>
                <a:spcPts val="0"/>
              </a:spcAft>
              <a:buNone/>
            </a:pPr>
            <a:r>
              <a:rPr lang="en"/>
              <a:t>[6] Berenson, H., Bernstein, P., Gray, J., Melton, J., O'Neil, E., &amp; O'Neil, P. (1995). A critique of ANSI SQL isolation levels. ACM SIGMOD.</a:t>
            </a:r>
            <a:endParaRPr/>
          </a:p>
          <a:p>
            <a:pPr indent="0" lvl="0" marL="0" rtl="0" algn="l">
              <a:spcBef>
                <a:spcPts val="0"/>
              </a:spcBef>
              <a:spcAft>
                <a:spcPts val="0"/>
              </a:spcAft>
              <a:buNone/>
            </a:pPr>
            <a:r>
              <a:rPr lang="en"/>
              <a:t>[7] Kulkarni, K., &amp; Michels, J.-E. (2012). Temporal features in SQL:2011. ACM SIGMOD Record, 41(3).</a:t>
            </a:r>
            <a:endParaRPr/>
          </a:p>
        </p:txBody>
      </p:sp>
      <p:sp>
        <p:nvSpPr>
          <p:cNvPr id="1035" name="TextBox 1034"/>
          <p:cNvSpPr txBox="1"/>
          <p:nvPr/>
        </p:nvSpPr>
        <p:spPr>
          <a:xfrm>
            <a:off x="411480" y="4965192"/>
            <a:ext cx="5486400" cy="155448"/>
          </a:xfrm>
          <a:prstGeom prst="rect">
            <a:avLst/>
          </a:prstGeom>
          <a:noFill/>
        </p:spPr>
        <p:txBody>
          <a:bodyPr wrap="none" lIns="0" rIns="0" tIns="0" bIns="0">
            <a:spAutoFit/>
          </a:bodyPr>
          <a:lstStyle/>
          <a:p>
            <a:pPr algn="l"/>
            <a:r>
              <a:rPr sz="800">
                <a:solidFill>
                  <a:srgbClr val="9AA0A8"/>
                </a:solidFill>
              </a:rPr>
              <a:t>BACSE202 – Database Management Systems  |  First Review  |  Fall Semester 2026</a:t>
            </a:r>
          </a:p>
        </p:txBody>
      </p:sp>
      <p:sp>
        <p:nvSpPr>
          <p:cNvPr id="1036" name="TextBox 1035"/>
          <p:cNvSpPr txBox="1"/>
          <p:nvPr/>
        </p:nvSpPr>
        <p:spPr>
          <a:xfrm>
            <a:off x="7863840" y="4956048"/>
            <a:ext cx="868680" cy="155448"/>
          </a:xfrm>
          <a:prstGeom prst="rect">
            <a:avLst/>
          </a:prstGeom>
          <a:noFill/>
        </p:spPr>
        <p:txBody>
          <a:bodyPr wrap="none" lIns="0" rIns="0" tIns="0" bIns="0">
            <a:spAutoFit/>
          </a:bodyPr>
          <a:lstStyle/>
          <a:p>
            <a:pPr algn="r"/>
            <a:r>
              <a:rPr sz="800">
                <a:solidFill>
                  <a:srgbClr val="9AA0A8"/>
                </a:solidFill>
              </a:rPr>
              <a:t>16</a:t>
            </a: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2" name="Shape 1092"/>
        <p:cNvGrpSpPr/>
        <p:nvPr/>
      </p:nvGrpSpPr>
      <p:grpSpPr>
        <a:xfrm>
          <a:off x="0" y="0"/>
          <a:ext cx="0" cy="0"/>
          <a:chOff x="0" y="0"/>
          <a:chExt cx="0" cy="0"/>
        </a:xfrm>
      </p:grpSpPr>
      <p:sp>
        <p:nvSpPr>
          <p:cNvPr id="1093" name="Google Shape;1093;p48"/>
          <p:cNvSpPr txBox="1"/>
          <p:nvPr>
            <p:ph idx="1" type="body"/>
          </p:nvPr>
        </p:nvSpPr>
        <p:spPr>
          <a:xfrm>
            <a:off x="720000" y="1215750"/>
            <a:ext cx="7704000" cy="245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t>Changing a university database, such as removing attendance records or editing marks, can ripple through derived values, views and constraints, but the full effect is only visible after the change is committed. This project proposes What-If Database, a lightweight layer on PostgreSQL that accepts WHAT_IF statements, runs them inside a transaction that is always rolled back, and reports the exact impact on affected tables, CGPA and exam eligibility. Schema changes are reported as a list of broken views, constraints and metrics. The system is demonstrated on a student attendance and marks database.</a:t>
            </a:r>
            <a:endParaRPr/>
          </a:p>
        </p:txBody>
      </p:sp>
      <p:sp>
        <p:nvSpPr>
          <p:cNvPr id="1094" name="Google Shape;1094;p4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Abstract</a:t>
            </a:r>
            <a:endParaRPr/>
          </a:p>
        </p:txBody>
      </p:sp>
      <p:sp>
        <p:nvSpPr>
          <p:cNvPr id="1095" name="TextBox 1094"/>
          <p:cNvSpPr txBox="1"/>
          <p:nvPr/>
        </p:nvSpPr>
        <p:spPr>
          <a:xfrm>
            <a:off x="411480" y="4965192"/>
            <a:ext cx="5486400" cy="155448"/>
          </a:xfrm>
          <a:prstGeom prst="rect">
            <a:avLst/>
          </a:prstGeom>
          <a:noFill/>
        </p:spPr>
        <p:txBody>
          <a:bodyPr wrap="none" lIns="0" rIns="0" tIns="0" bIns="0">
            <a:spAutoFit/>
          </a:bodyPr>
          <a:lstStyle/>
          <a:p>
            <a:pPr algn="l"/>
            <a:r>
              <a:rPr sz="800">
                <a:solidFill>
                  <a:srgbClr val="9AA0A8"/>
                </a:solidFill>
              </a:rPr>
              <a:t>BACSE202 – Database Management Systems  |  First Review  |  Fall Semester 2026</a:t>
            </a:r>
          </a:p>
        </p:txBody>
      </p:sp>
      <p:sp>
        <p:nvSpPr>
          <p:cNvPr id="1096" name="TextBox 1095"/>
          <p:cNvSpPr txBox="1"/>
          <p:nvPr/>
        </p:nvSpPr>
        <p:spPr>
          <a:xfrm>
            <a:off x="7863840" y="4956048"/>
            <a:ext cx="868680" cy="155448"/>
          </a:xfrm>
          <a:prstGeom prst="rect">
            <a:avLst/>
          </a:prstGeom>
          <a:noFill/>
        </p:spPr>
        <p:txBody>
          <a:bodyPr wrap="none" lIns="0" rIns="0" tIns="0" bIns="0">
            <a:spAutoFit/>
          </a:bodyPr>
          <a:lstStyle/>
          <a:p>
            <a:pPr algn="r"/>
            <a:r>
              <a:rPr sz="800">
                <a:solidFill>
                  <a:srgbClr val="9AA0A8"/>
                </a:solidFill>
              </a:rPr>
              <a:t>3</a:t>
            </a: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37"/>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Literature review (continued)</a:t>
            </a:r>
            <a:endParaRPr/>
          </a:p>
        </p:txBody>
      </p:sp>
      <p:graphicFrame>
        <p:nvGraphicFramePr>
          <p:cNvPr id="631" name="Google Shape;631;p37"/>
          <p:cNvGraphicFramePr/>
          <p:nvPr/>
        </p:nvGraphicFramePr>
        <p:xfrm>
          <a:off x="719963" y="1314010"/>
          <a:ext cx="7680960" cy="2514600"/>
        </p:xfrm>
        <a:graphic>
          <a:graphicData uri="http://schemas.openxmlformats.org/drawingml/2006/table">
            <a:tbl>
              <a:tblPr>
                <a:noFill/>
                <a:tableStyleId>{67832C32-2E7E-4939-8477-0794B29BAEF9}</a:tableStyleId>
              </a:tblPr>
              <a:tblGrid>
                <a:gridCol w="365760"/>
                <a:gridCol w="868680"/>
                <a:gridCol w="822960"/>
                <a:gridCol w="1417320"/>
                <a:gridCol w="1143000"/>
                <a:gridCol w="1600200"/>
                <a:gridCol w="1463040"/>
              </a:tblGrid>
              <a:tr h="320040">
                <a:tc>
                  <a:txBody>
                    <a:bodyPr/>
                    <a:lstStyle/>
                    <a:p>
                      <a:pPr indent="0" lvl="0" marL="0" rtl="0" algn="ctr">
                        <a:spcBef>
                          <a:spcPts val="0"/>
                        </a:spcBef>
                        <a:spcAft>
                          <a:spcPts val="0"/>
                        </a:spcAft>
                        <a:buNone/>
                      </a:pPr>
                      <a:r>
                        <a:rPr sz="700" b="1">
                          <a:solidFill>
                            <a:srgbClr val="FFFFFF"/>
                          </a:solidFill>
                        </a:rPr>
                        <a:t>Ref.</a:t>
                      </a:r>
                      <a:endParaRPr sz="1800">
                        <a:solidFill>
                          <a:schemeClr val="dk1"/>
                        </a:solidFill>
                        <a:latin typeface="Inter"/>
                        <a:ea typeface="Inter"/>
                        <a:cs typeface="Inter"/>
                        <a:sym typeface="Inter"/>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b="1" lang="en" sz="700">
                          <a:solidFill>
                            <a:srgbClr val="FFFFFF"/>
                          </a:solidFill>
                          <a:latin typeface="Montserrat"/>
                          <a:ea typeface="Montserrat"/>
                          <a:cs typeface="Montserrat"/>
                          <a:sym typeface="Montserrat"/>
                        </a:rPr>
                        <a:t>Author(s), Year</a:t>
                      </a:r>
                      <a:endParaRPr b="1" sz="1600">
                        <a:solidFill>
                          <a:schemeClr val="dk1"/>
                        </a:solidFill>
                        <a:latin typeface="Montserrat"/>
                        <a:ea typeface="Montserrat"/>
                        <a:cs typeface="Montserrat"/>
                        <a:sym typeface="Montserrat"/>
                      </a:endParaRPr>
                    </a:p>
                  </a:txBody>
                  <a:tcPr marT="68575" marB="6857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b="1" lang="en" sz="700">
                          <a:solidFill>
                            <a:srgbClr val="FFFFFF"/>
                          </a:solidFill>
                          <a:latin typeface="Montserrat"/>
                          <a:ea typeface="Montserrat"/>
                          <a:cs typeface="Montserrat"/>
                          <a:sym typeface="Montserrat"/>
                        </a:rPr>
                        <a:t>Theme</a:t>
                      </a:r>
                      <a:endParaRPr b="1" sz="1600">
                        <a:solidFill>
                          <a:schemeClr val="dk1"/>
                        </a:solidFill>
                        <a:latin typeface="Montserrat"/>
                        <a:ea typeface="Montserrat"/>
                        <a:cs typeface="Montserrat"/>
                        <a:sym typeface="Montserrat"/>
                      </a:endParaRPr>
                    </a:p>
                  </a:txBody>
                  <a:tcPr marT="68575" marB="6857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100"/>
                        <a:buFont typeface="Arial"/>
                        <a:buNone/>
                      </a:pPr>
                      <a:r>
                        <a:rPr b="1" lang="en" sz="700">
                          <a:solidFill>
                            <a:srgbClr val="FFFFFF"/>
                          </a:solidFill>
                          <a:latin typeface="Montserrat"/>
                          <a:ea typeface="Montserrat"/>
                          <a:cs typeface="Montserrat"/>
                          <a:sym typeface="Montserrat"/>
                        </a:rPr>
                        <a:t>Technique</a:t>
                      </a:r>
                      <a:endParaRPr b="1" sz="1600">
                        <a:solidFill>
                          <a:schemeClr val="dk1"/>
                        </a:solidFill>
                        <a:latin typeface="Montserrat"/>
                        <a:ea typeface="Montserrat"/>
                        <a:cs typeface="Montserrat"/>
                        <a:sym typeface="Montserrat"/>
                      </a:endParaRPr>
                    </a:p>
                  </a:txBody>
                  <a:tcPr marT="68575" marB="6857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b="1" lang="en" sz="700">
                          <a:solidFill>
                            <a:srgbClr val="FFFFFF"/>
                          </a:solidFill>
                          <a:latin typeface="Montserrat"/>
                          <a:ea typeface="Montserrat"/>
                          <a:cs typeface="Montserrat"/>
                          <a:sym typeface="Montserrat"/>
                        </a:rPr>
                        <a:t>Dataset / tools</a:t>
                      </a:r>
                      <a:endParaRPr b="1" sz="1600">
                        <a:solidFill>
                          <a:schemeClr val="dk1"/>
                        </a:solidFill>
                        <a:latin typeface="Montserrat"/>
                        <a:ea typeface="Montserrat"/>
                        <a:cs typeface="Montserrat"/>
                        <a:sym typeface="Montserrat"/>
                      </a:endParaRPr>
                    </a:p>
                  </a:txBody>
                  <a:tcPr marT="68575" marB="6857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b="1" lang="en" sz="700">
                          <a:solidFill>
                            <a:srgbClr val="FFFFFF"/>
                          </a:solidFill>
                          <a:latin typeface="Montserrat"/>
                          <a:ea typeface="Montserrat"/>
                          <a:cs typeface="Montserrat"/>
                          <a:sym typeface="Montserrat"/>
                        </a:rPr>
                        <a:t>Key findings</a:t>
                      </a:r>
                      <a:endParaRPr b="1" sz="1600">
                        <a:solidFill>
                          <a:schemeClr val="dk1"/>
                        </a:solidFill>
                        <a:latin typeface="Montserrat"/>
                        <a:ea typeface="Montserrat"/>
                        <a:cs typeface="Montserrat"/>
                        <a:sym typeface="Montserrat"/>
                      </a:endParaRPr>
                    </a:p>
                  </a:txBody>
                  <a:tcPr marT="68575" marB="6857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b="1" lang="en" sz="700">
                          <a:solidFill>
                            <a:srgbClr val="FFFFFF"/>
                          </a:solidFill>
                          <a:latin typeface="Montserrat"/>
                          <a:ea typeface="Montserrat"/>
                          <a:cs typeface="Montserrat"/>
                          <a:sym typeface="Montserrat"/>
                        </a:rPr>
                        <a:t>Limitations</a:t>
                      </a:r>
                      <a:endParaRPr b="1" sz="1600">
                        <a:solidFill>
                          <a:schemeClr val="dk1"/>
                        </a:solidFill>
                        <a:latin typeface="Montserrat"/>
                        <a:ea typeface="Montserrat"/>
                        <a:cs typeface="Montserrat"/>
                        <a:sym typeface="Montserrat"/>
                      </a:endParaRPr>
                    </a:p>
                  </a:txBody>
                  <a:tcPr marT="68575" marB="6857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731520">
                <a:tc>
                  <a:txBody>
                    <a:bodyPr/>
                    <a:lstStyle/>
                    <a:p>
                      <a:pPr indent="0" lvl="0" marL="0" rtl="0" algn="ctr">
                        <a:spcBef>
                          <a:spcPts val="0"/>
                        </a:spcBef>
                        <a:spcAft>
                          <a:spcPts val="0"/>
                        </a:spcAft>
                        <a:buNone/>
                      </a:pPr>
                      <a:r>
                        <a:rPr b="1" lang="en" sz="700">
                          <a:solidFill>
                            <a:schemeClr val="dk1"/>
                          </a:solidFill>
                          <a:latin typeface="Montserrat"/>
                          <a:ea typeface="Montserrat"/>
                          <a:cs typeface="Montserrat"/>
                          <a:sym typeface="Montserrat"/>
                        </a:rPr>
                        <a:t>[5]</a:t>
                      </a:r>
                      <a:endParaRPr b="1" sz="1200">
                        <a:solidFill>
                          <a:schemeClr val="dk1"/>
                        </a:solidFill>
                        <a:latin typeface="Montserrat"/>
                        <a:ea typeface="Montserrat"/>
                        <a:cs typeface="Montserrat"/>
                        <a:sym typeface="Montserrat"/>
                      </a:endParaRPr>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700">
                          <a:solidFill>
                            <a:schemeClr val="dk1"/>
                          </a:solidFill>
                          <a:latin typeface="Inter"/>
                          <a:ea typeface="Inter"/>
                          <a:cs typeface="Inter"/>
                          <a:sym typeface="Inter"/>
                        </a:rPr>
                        <a:t>DoltHub, n.d.</a:t>
                      </a:r>
                      <a:endParaRPr sz="1000">
                        <a:solidFill>
                          <a:schemeClr val="dk1"/>
                        </a:solidFill>
                        <a:latin typeface="Inter"/>
                        <a:ea typeface="Inter"/>
                        <a:cs typeface="Inter"/>
                        <a:sym typeface="Inte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700">
                          <a:solidFill>
                            <a:schemeClr val="dk1"/>
                          </a:solidFill>
                          <a:latin typeface="Inter"/>
                          <a:ea typeface="Inter"/>
                          <a:cs typeface="Inter"/>
                          <a:sym typeface="Inter"/>
                        </a:rPr>
                        <a:t>G2: Versioned data</a:t>
                      </a:r>
                      <a:endParaRPr sz="1000">
                        <a:solidFill>
                          <a:schemeClr val="dk1"/>
                        </a:solidFill>
                        <a:latin typeface="Inter"/>
                        <a:ea typeface="Inter"/>
                        <a:cs typeface="Inter"/>
                        <a:sym typeface="Inte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700">
                          <a:solidFill>
                            <a:schemeClr val="dk1"/>
                          </a:solidFill>
                          <a:latin typeface="Inter"/>
                          <a:ea typeface="Inter"/>
                          <a:cs typeface="Inter"/>
                          <a:sym typeface="Inter"/>
                        </a:rPr>
                        <a:t>Dolt: SQL database with Git-style branch, diff, merge</a:t>
                      </a:r>
                      <a:endParaRPr sz="1000">
                        <a:solidFill>
                          <a:schemeClr val="dk1"/>
                        </a:solidFill>
                        <a:latin typeface="Inter"/>
                        <a:ea typeface="Inter"/>
                        <a:cs typeface="Inter"/>
                        <a:sym typeface="Inte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700">
                          <a:solidFill>
                            <a:schemeClr val="dk1"/>
                          </a:solidFill>
                          <a:latin typeface="Inter"/>
                          <a:ea typeface="Inter"/>
                          <a:cs typeface="Inter"/>
                          <a:sym typeface="Inter"/>
                        </a:rPr>
                        <a:t>Version-controlled SQL database</a:t>
                      </a:r>
                      <a:endParaRPr sz="1000">
                        <a:solidFill>
                          <a:schemeClr val="dk1"/>
                        </a:solidFill>
                        <a:latin typeface="Inter"/>
                        <a:ea typeface="Inter"/>
                        <a:cs typeface="Inter"/>
                        <a:sym typeface="Inte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700">
                          <a:solidFill>
                            <a:schemeClr val="dk1"/>
                          </a:solidFill>
                          <a:latin typeface="Inter"/>
                          <a:ea typeface="Inter"/>
                          <a:cs typeface="Inter"/>
                          <a:sym typeface="Inter"/>
                        </a:rPr>
                        <a:t>Copy-on-write branches let you try changes safely</a:t>
                      </a:r>
                      <a:endParaRPr sz="1000">
                        <a:solidFill>
                          <a:schemeClr val="dk1"/>
                        </a:solidFill>
                        <a:latin typeface="Inter"/>
                        <a:ea typeface="Inter"/>
                        <a:cs typeface="Inter"/>
                        <a:sym typeface="Inte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700">
                          <a:solidFill>
                            <a:schemeClr val="dk1"/>
                          </a:solidFill>
                          <a:latin typeface="Inter"/>
                          <a:ea typeface="Inter"/>
                          <a:cs typeface="Inter"/>
                          <a:sym typeface="Inter"/>
                        </a:rPr>
                        <a:t>Branches managed by hand; no automatic impact report</a:t>
                      </a:r>
                      <a:endParaRPr sz="1000">
                        <a:solidFill>
                          <a:schemeClr val="dk1"/>
                        </a:solidFill>
                        <a:latin typeface="Inter"/>
                        <a:ea typeface="Inter"/>
                        <a:cs typeface="Inter"/>
                        <a:sym typeface="Inte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731520">
                <a:tc>
                  <a:txBody>
                    <a:bodyPr/>
                    <a:lstStyle/>
                    <a:p>
                      <a:pPr indent="0" lvl="0" marL="0" rtl="0" algn="ctr">
                        <a:spcBef>
                          <a:spcPts val="0"/>
                        </a:spcBef>
                        <a:spcAft>
                          <a:spcPts val="0"/>
                        </a:spcAft>
                        <a:buNone/>
                      </a:pPr>
                      <a:r>
                        <a:rPr b="1" lang="en" sz="700">
                          <a:solidFill>
                            <a:schemeClr val="dk1"/>
                          </a:solidFill>
                          <a:latin typeface="Montserrat"/>
                          <a:ea typeface="Montserrat"/>
                          <a:cs typeface="Montserrat"/>
                          <a:sym typeface="Montserrat"/>
                        </a:rPr>
                        <a:t>[6]</a:t>
                      </a:r>
                      <a:endParaRPr b="1" sz="1200">
                        <a:solidFill>
                          <a:schemeClr val="dk1"/>
                        </a:solidFill>
                        <a:latin typeface="Montserrat"/>
                        <a:ea typeface="Montserrat"/>
                        <a:cs typeface="Montserrat"/>
                        <a:sym typeface="Montserrat"/>
                      </a:endParaRPr>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700">
                          <a:solidFill>
                            <a:schemeClr val="dk1"/>
                          </a:solidFill>
                          <a:latin typeface="Inter"/>
                          <a:ea typeface="Inter"/>
                          <a:cs typeface="Inter"/>
                          <a:sym typeface="Inter"/>
                        </a:rPr>
                        <a:t>Berenson et al., 1995</a:t>
                      </a:r>
                      <a:endParaRPr sz="1000">
                        <a:solidFill>
                          <a:schemeClr val="dk1"/>
                        </a:solidFill>
                        <a:latin typeface="Inter"/>
                        <a:ea typeface="Inter"/>
                        <a:cs typeface="Inter"/>
                        <a:sym typeface="Inte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700">
                          <a:solidFill>
                            <a:schemeClr val="dk1"/>
                          </a:solidFill>
                          <a:latin typeface="Inter"/>
                          <a:ea typeface="Inter"/>
                          <a:cs typeface="Inter"/>
                          <a:sym typeface="Inter"/>
                        </a:rPr>
                        <a:t>G3: Isolation</a:t>
                      </a:r>
                      <a:endParaRPr sz="1000">
                        <a:solidFill>
                          <a:schemeClr val="dk1"/>
                        </a:solidFill>
                        <a:latin typeface="Inter"/>
                        <a:ea typeface="Inter"/>
                        <a:cs typeface="Inter"/>
                        <a:sym typeface="Inte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700">
                          <a:solidFill>
                            <a:schemeClr val="dk1"/>
                          </a:solidFill>
                          <a:latin typeface="Inter"/>
                          <a:ea typeface="Inter"/>
                          <a:cs typeface="Inter"/>
                          <a:sym typeface="Inter"/>
                        </a:rPr>
                        <a:t>Isolation levels, including snapshot isolation</a:t>
                      </a:r>
                      <a:endParaRPr sz="1000">
                        <a:solidFill>
                          <a:schemeClr val="dk1"/>
                        </a:solidFill>
                        <a:latin typeface="Inter"/>
                        <a:ea typeface="Inter"/>
                        <a:cs typeface="Inter"/>
                        <a:sym typeface="Inte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700">
                          <a:solidFill>
                            <a:schemeClr val="dk1"/>
                          </a:solidFill>
                          <a:latin typeface="Inter"/>
                          <a:ea typeface="Inter"/>
                          <a:cs typeface="Inter"/>
                          <a:sym typeface="Inter"/>
                        </a:rPr>
                        <a:t>ANSI SQL isolation levels</a:t>
                      </a:r>
                      <a:endParaRPr sz="1000">
                        <a:solidFill>
                          <a:schemeClr val="dk1"/>
                        </a:solidFill>
                        <a:latin typeface="Inter"/>
                        <a:ea typeface="Inter"/>
                        <a:cs typeface="Inter"/>
                        <a:sym typeface="Inte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700">
                          <a:solidFill>
                            <a:schemeClr val="dk1"/>
                          </a:solidFill>
                          <a:latin typeface="Inter"/>
                          <a:ea typeface="Inter"/>
                          <a:cs typeface="Inter"/>
                          <a:sym typeface="Inter"/>
                        </a:rPr>
                        <a:t>Each transaction gets a consistent view</a:t>
                      </a:r>
                      <a:endParaRPr sz="1000">
                        <a:solidFill>
                          <a:schemeClr val="dk1"/>
                        </a:solidFill>
                        <a:latin typeface="Inter"/>
                        <a:ea typeface="Inter"/>
                        <a:cs typeface="Inter"/>
                        <a:sym typeface="Inte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700">
                          <a:solidFill>
                            <a:schemeClr val="dk1"/>
                          </a:solidFill>
                          <a:latin typeface="Inter"/>
                          <a:ea typeface="Inter"/>
                          <a:cs typeface="Inter"/>
                          <a:sym typeface="Inter"/>
                        </a:rPr>
                        <a:t>A concurrency mechanism, not a what-if tool</a:t>
                      </a:r>
                      <a:endParaRPr sz="1000">
                        <a:solidFill>
                          <a:schemeClr val="dk1"/>
                        </a:solidFill>
                        <a:latin typeface="Inter"/>
                        <a:ea typeface="Inter"/>
                        <a:cs typeface="Inter"/>
                        <a:sym typeface="Inte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731520">
                <a:tc>
                  <a:txBody>
                    <a:bodyPr/>
                    <a:lstStyle/>
                    <a:p>
                      <a:pPr indent="0" lvl="0" marL="0" rtl="0" algn="ctr">
                        <a:spcBef>
                          <a:spcPts val="0"/>
                        </a:spcBef>
                        <a:spcAft>
                          <a:spcPts val="0"/>
                        </a:spcAft>
                        <a:buNone/>
                      </a:pPr>
                      <a:r>
                        <a:rPr b="1" lang="en" sz="700">
                          <a:solidFill>
                            <a:schemeClr val="dk1"/>
                          </a:solidFill>
                          <a:latin typeface="Montserrat"/>
                          <a:ea typeface="Montserrat"/>
                          <a:cs typeface="Montserrat"/>
                          <a:sym typeface="Montserrat"/>
                        </a:rPr>
                        <a:t>[7]</a:t>
                      </a:r>
                      <a:endParaRPr b="1" sz="1200">
                        <a:solidFill>
                          <a:schemeClr val="dk1"/>
                        </a:solidFill>
                        <a:latin typeface="Montserrat"/>
                        <a:ea typeface="Montserrat"/>
                        <a:cs typeface="Montserrat"/>
                        <a:sym typeface="Montserrat"/>
                      </a:endParaRPr>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700">
                          <a:solidFill>
                            <a:schemeClr val="dk1"/>
                          </a:solidFill>
                          <a:latin typeface="Inter"/>
                          <a:ea typeface="Inter"/>
                          <a:cs typeface="Inter"/>
                          <a:sym typeface="Inter"/>
                        </a:rPr>
                        <a:t>Kulkarni &amp; Michels, 2012</a:t>
                      </a:r>
                      <a:endParaRPr sz="1000">
                        <a:solidFill>
                          <a:schemeClr val="dk1"/>
                        </a:solidFill>
                        <a:latin typeface="Inter"/>
                        <a:ea typeface="Inter"/>
                        <a:cs typeface="Inter"/>
                        <a:sym typeface="Inte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700">
                          <a:solidFill>
                            <a:schemeClr val="dk1"/>
                          </a:solidFill>
                          <a:latin typeface="Inter"/>
                          <a:ea typeface="Inter"/>
                          <a:cs typeface="Inter"/>
                          <a:sym typeface="Inter"/>
                        </a:rPr>
                        <a:t>G2: Versioned data</a:t>
                      </a:r>
                      <a:endParaRPr sz="1000">
                        <a:solidFill>
                          <a:schemeClr val="dk1"/>
                        </a:solidFill>
                        <a:latin typeface="Inter"/>
                        <a:ea typeface="Inter"/>
                        <a:cs typeface="Inter"/>
                        <a:sym typeface="Inte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700">
                          <a:solidFill>
                            <a:schemeClr val="dk1"/>
                          </a:solidFill>
                          <a:latin typeface="Inter"/>
                          <a:ea typeface="Inter"/>
                          <a:cs typeface="Inter"/>
                          <a:sym typeface="Inter"/>
                        </a:rPr>
                        <a:t>SQL:2011 temporal tables</a:t>
                      </a:r>
                      <a:endParaRPr sz="1000">
                        <a:solidFill>
                          <a:schemeClr val="dk1"/>
                        </a:solidFill>
                        <a:latin typeface="Inter"/>
                        <a:ea typeface="Inter"/>
                        <a:cs typeface="Inter"/>
                        <a:sym typeface="Inte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700">
                          <a:solidFill>
                            <a:schemeClr val="dk1"/>
                          </a:solidFill>
                          <a:latin typeface="Inter"/>
                          <a:ea typeface="Inter"/>
                          <a:cs typeface="Inter"/>
                          <a:sym typeface="Inter"/>
                        </a:rPr>
                        <a:t>System-versioned / application-time tables</a:t>
                      </a:r>
                      <a:endParaRPr sz="1000">
                        <a:solidFill>
                          <a:schemeClr val="dk1"/>
                        </a:solidFill>
                        <a:latin typeface="Inter"/>
                        <a:ea typeface="Inter"/>
                        <a:cs typeface="Inter"/>
                        <a:sym typeface="Inte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700">
                          <a:solidFill>
                            <a:schemeClr val="dk1"/>
                          </a:solidFill>
                          <a:latin typeface="Inter"/>
                          <a:ea typeface="Inter"/>
                          <a:cs typeface="Inter"/>
                          <a:sym typeface="Inter"/>
                        </a:rPr>
                        <a:t>Standard way to query data at an earlier time</a:t>
                      </a:r>
                      <a:endParaRPr sz="1000">
                        <a:solidFill>
                          <a:schemeClr val="dk1"/>
                        </a:solidFill>
                        <a:latin typeface="Inter"/>
                        <a:ea typeface="Inter"/>
                        <a:cs typeface="Inter"/>
                        <a:sym typeface="Inte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700">
                          <a:solidFill>
                            <a:schemeClr val="dk1"/>
                          </a:solidFill>
                          <a:latin typeface="Inter"/>
                          <a:ea typeface="Inter"/>
                          <a:cs typeface="Inter"/>
                          <a:sym typeface="Inter"/>
                        </a:rPr>
                        <a:t>Looks backward only; cannot apply a hypothetical change</a:t>
                      </a:r>
                      <a:endParaRPr sz="1000">
                        <a:solidFill>
                          <a:schemeClr val="dk1"/>
                        </a:solidFill>
                        <a:latin typeface="Inter"/>
                        <a:ea typeface="Inter"/>
                        <a:cs typeface="Inter"/>
                        <a:sym typeface="Inte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632" name="TextBox 631"/>
          <p:cNvSpPr txBox="1"/>
          <p:nvPr/>
        </p:nvSpPr>
        <p:spPr>
          <a:xfrm>
            <a:off x="411480" y="4965192"/>
            <a:ext cx="5486400" cy="155448"/>
          </a:xfrm>
          <a:prstGeom prst="rect">
            <a:avLst/>
          </a:prstGeom>
          <a:noFill/>
        </p:spPr>
        <p:txBody>
          <a:bodyPr wrap="none" lIns="0" rIns="0" tIns="0" bIns="0">
            <a:spAutoFit/>
          </a:bodyPr>
          <a:lstStyle/>
          <a:p>
            <a:pPr algn="l"/>
            <a:r>
              <a:rPr sz="800">
                <a:solidFill>
                  <a:srgbClr val="9AA0A8"/>
                </a:solidFill>
              </a:rPr>
              <a:t>BACSE202 – Database Management Systems  |  First Review  |  Fall Semester 2026</a:t>
            </a:r>
          </a:p>
        </p:txBody>
      </p:sp>
      <p:sp>
        <p:nvSpPr>
          <p:cNvPr id="633" name="TextBox 632"/>
          <p:cNvSpPr txBox="1"/>
          <p:nvPr/>
        </p:nvSpPr>
        <p:spPr>
          <a:xfrm>
            <a:off x="7863840" y="4956048"/>
            <a:ext cx="868680" cy="155448"/>
          </a:xfrm>
          <a:prstGeom prst="rect">
            <a:avLst/>
          </a:prstGeom>
          <a:noFill/>
        </p:spPr>
        <p:txBody>
          <a:bodyPr wrap="none" lIns="0" rIns="0" tIns="0" bIns="0">
            <a:spAutoFit/>
          </a:bodyPr>
          <a:lstStyle/>
          <a:p>
            <a:pPr algn="r"/>
            <a:r>
              <a:rPr sz="800">
                <a:solidFill>
                  <a:srgbClr val="9AA0A8"/>
                </a:solidFill>
              </a:rPr>
              <a:t>6</a:t>
            </a: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p3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Diagram 2: How We Handle It</a:t>
            </a:r>
            <a:endParaRPr/>
          </a:p>
        </p:txBody>
      </p:sp>
      <p:sp>
        <p:nvSpPr>
          <p:cNvPr id="654" name="Google Shape;654;p39"/>
          <p:cNvSpPr txBox="1"/>
          <p:nvPr/>
        </p:nvSpPr>
        <p:spPr>
          <a:xfrm flipH="1">
            <a:off x="1358800" y="2100900"/>
            <a:ext cx="1812300" cy="50292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Open Sans"/>
                <a:ea typeface="Open Sans"/>
                <a:cs typeface="Open Sans"/>
                <a:sym typeface="Open Sans"/>
              </a:rPr>
              <a:t>WHAT_IF query entered</a:t>
            </a:r>
            <a:endParaRPr sz="1200">
              <a:solidFill>
                <a:schemeClr val="dk1"/>
              </a:solidFill>
              <a:latin typeface="Open Sans"/>
              <a:ea typeface="Open Sans"/>
              <a:cs typeface="Open Sans"/>
              <a:sym typeface="Open Sans"/>
            </a:endParaRPr>
          </a:p>
        </p:txBody>
      </p:sp>
      <p:sp>
        <p:nvSpPr>
          <p:cNvPr id="655" name="Google Shape;655;p39"/>
          <p:cNvSpPr txBox="1"/>
          <p:nvPr/>
        </p:nvSpPr>
        <p:spPr>
          <a:xfrm flipH="1">
            <a:off x="3665850" y="2100900"/>
            <a:ext cx="1812300" cy="50292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Open Sans"/>
                <a:ea typeface="Open Sans"/>
                <a:cs typeface="Open Sans"/>
                <a:sym typeface="Open Sans"/>
              </a:rPr>
              <a:t>Parse and validate</a:t>
            </a:r>
            <a:endParaRPr sz="1200">
              <a:solidFill>
                <a:schemeClr val="dk1"/>
              </a:solidFill>
              <a:latin typeface="Open Sans"/>
              <a:ea typeface="Open Sans"/>
              <a:cs typeface="Open Sans"/>
              <a:sym typeface="Open Sans"/>
            </a:endParaRPr>
          </a:p>
        </p:txBody>
      </p:sp>
      <p:sp>
        <p:nvSpPr>
          <p:cNvPr id="656" name="Google Shape;656;p39"/>
          <p:cNvSpPr txBox="1"/>
          <p:nvPr/>
        </p:nvSpPr>
        <p:spPr>
          <a:xfrm flipH="1">
            <a:off x="5972900" y="2100900"/>
            <a:ext cx="1812300" cy="50292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Open Sans"/>
                <a:ea typeface="Open Sans"/>
                <a:cs typeface="Open Sans"/>
                <a:sym typeface="Open Sans"/>
              </a:rPr>
              <a:t>Run baseline metrics</a:t>
            </a:r>
            <a:endParaRPr sz="1200">
              <a:solidFill>
                <a:schemeClr val="dk1"/>
              </a:solidFill>
              <a:latin typeface="Open Sans"/>
              <a:ea typeface="Open Sans"/>
              <a:cs typeface="Open Sans"/>
              <a:sym typeface="Open Sans"/>
            </a:endParaRPr>
          </a:p>
        </p:txBody>
      </p:sp>
      <p:sp>
        <p:nvSpPr>
          <p:cNvPr id="657" name="Google Shape;657;p39"/>
          <p:cNvSpPr txBox="1"/>
          <p:nvPr/>
        </p:nvSpPr>
        <p:spPr>
          <a:xfrm flipH="1">
            <a:off x="1358800" y="3769850"/>
            <a:ext cx="1812300" cy="50292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Open Sans"/>
                <a:ea typeface="Open Sans"/>
                <a:cs typeface="Open Sans"/>
                <a:sym typeface="Open Sans"/>
              </a:rPr>
              <a:t>Simulate: run the change</a:t>
            </a:r>
            <a:endParaRPr sz="1200">
              <a:solidFill>
                <a:schemeClr val="dk1"/>
              </a:solidFill>
              <a:latin typeface="Open Sans"/>
              <a:ea typeface="Open Sans"/>
              <a:cs typeface="Open Sans"/>
              <a:sym typeface="Open Sans"/>
            </a:endParaRPr>
          </a:p>
        </p:txBody>
      </p:sp>
      <p:sp>
        <p:nvSpPr>
          <p:cNvPr id="658" name="Google Shape;658;p39"/>
          <p:cNvSpPr txBox="1"/>
          <p:nvPr/>
        </p:nvSpPr>
        <p:spPr>
          <a:xfrm flipH="1">
            <a:off x="3665850" y="3769850"/>
            <a:ext cx="1812300" cy="50292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Open Sans"/>
                <a:ea typeface="Open Sans"/>
                <a:cs typeface="Open Sans"/>
                <a:sym typeface="Open Sans"/>
              </a:rPr>
              <a:t>Re-run, diff, ROLLBACK</a:t>
            </a:r>
            <a:endParaRPr sz="1200">
              <a:solidFill>
                <a:schemeClr val="dk1"/>
              </a:solidFill>
              <a:latin typeface="Open Sans"/>
              <a:ea typeface="Open Sans"/>
              <a:cs typeface="Open Sans"/>
              <a:sym typeface="Open Sans"/>
            </a:endParaRPr>
          </a:p>
        </p:txBody>
      </p:sp>
      <p:sp>
        <p:nvSpPr>
          <p:cNvPr id="659" name="Google Shape;659;p39"/>
          <p:cNvSpPr txBox="1"/>
          <p:nvPr/>
        </p:nvSpPr>
        <p:spPr>
          <a:xfrm flipH="1">
            <a:off x="5972900" y="3769850"/>
            <a:ext cx="1812300" cy="50292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Open Sans"/>
                <a:ea typeface="Open Sans"/>
                <a:cs typeface="Open Sans"/>
                <a:sym typeface="Open Sans"/>
              </a:rPr>
              <a:t>Impact report</a:t>
            </a:r>
            <a:endParaRPr sz="1200">
              <a:solidFill>
                <a:schemeClr val="dk1"/>
              </a:solidFill>
              <a:latin typeface="Open Sans"/>
              <a:ea typeface="Open Sans"/>
              <a:cs typeface="Open Sans"/>
              <a:sym typeface="Open Sans"/>
            </a:endParaRPr>
          </a:p>
        </p:txBody>
      </p:sp>
      <p:sp>
        <p:nvSpPr>
          <p:cNvPr id="660" name="Google Shape;660;p39"/>
          <p:cNvSpPr txBox="1"/>
          <p:nvPr/>
        </p:nvSpPr>
        <p:spPr>
          <a:xfrm>
            <a:off x="1897588" y="1381883"/>
            <a:ext cx="734700" cy="447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000">
                <a:solidFill>
                  <a:schemeClr val="dk2"/>
                </a:solidFill>
                <a:latin typeface="Montserrat"/>
                <a:ea typeface="Montserrat"/>
                <a:cs typeface="Montserrat"/>
                <a:sym typeface="Montserrat"/>
              </a:rPr>
              <a:t>01</a:t>
            </a:r>
            <a:endParaRPr b="1" sz="3000">
              <a:solidFill>
                <a:schemeClr val="dk2"/>
              </a:solidFill>
              <a:latin typeface="Montserrat"/>
              <a:ea typeface="Montserrat"/>
              <a:cs typeface="Montserrat"/>
              <a:sym typeface="Montserrat"/>
            </a:endParaRPr>
          </a:p>
        </p:txBody>
      </p:sp>
      <p:sp>
        <p:nvSpPr>
          <p:cNvPr id="661" name="Google Shape;661;p39"/>
          <p:cNvSpPr txBox="1"/>
          <p:nvPr/>
        </p:nvSpPr>
        <p:spPr>
          <a:xfrm>
            <a:off x="4204638" y="1381883"/>
            <a:ext cx="734700" cy="447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000">
                <a:solidFill>
                  <a:schemeClr val="dk2"/>
                </a:solidFill>
                <a:latin typeface="Montserrat"/>
                <a:ea typeface="Montserrat"/>
                <a:cs typeface="Montserrat"/>
                <a:sym typeface="Montserrat"/>
              </a:rPr>
              <a:t>02</a:t>
            </a:r>
            <a:endParaRPr b="1" sz="3000">
              <a:solidFill>
                <a:schemeClr val="dk2"/>
              </a:solidFill>
              <a:latin typeface="Montserrat"/>
              <a:ea typeface="Montserrat"/>
              <a:cs typeface="Montserrat"/>
              <a:sym typeface="Montserrat"/>
            </a:endParaRPr>
          </a:p>
        </p:txBody>
      </p:sp>
      <p:sp>
        <p:nvSpPr>
          <p:cNvPr id="662" name="Google Shape;662;p39"/>
          <p:cNvSpPr txBox="1"/>
          <p:nvPr/>
        </p:nvSpPr>
        <p:spPr>
          <a:xfrm>
            <a:off x="6511688" y="1381883"/>
            <a:ext cx="734700" cy="447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000">
                <a:solidFill>
                  <a:schemeClr val="dk2"/>
                </a:solidFill>
                <a:latin typeface="Montserrat"/>
                <a:ea typeface="Montserrat"/>
                <a:cs typeface="Montserrat"/>
                <a:sym typeface="Montserrat"/>
              </a:rPr>
              <a:t>03</a:t>
            </a:r>
            <a:endParaRPr b="1" sz="3000">
              <a:solidFill>
                <a:schemeClr val="dk2"/>
              </a:solidFill>
              <a:latin typeface="Montserrat"/>
              <a:ea typeface="Montserrat"/>
              <a:cs typeface="Montserrat"/>
              <a:sym typeface="Montserrat"/>
            </a:endParaRPr>
          </a:p>
        </p:txBody>
      </p:sp>
      <p:sp>
        <p:nvSpPr>
          <p:cNvPr id="663" name="Google Shape;663;p39"/>
          <p:cNvSpPr txBox="1"/>
          <p:nvPr/>
        </p:nvSpPr>
        <p:spPr>
          <a:xfrm>
            <a:off x="1897588" y="3050833"/>
            <a:ext cx="734700" cy="447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000">
                <a:solidFill>
                  <a:schemeClr val="dk2"/>
                </a:solidFill>
                <a:latin typeface="Montserrat"/>
                <a:ea typeface="Montserrat"/>
                <a:cs typeface="Montserrat"/>
                <a:sym typeface="Montserrat"/>
              </a:rPr>
              <a:t>04</a:t>
            </a:r>
            <a:endParaRPr b="1" sz="3000">
              <a:solidFill>
                <a:schemeClr val="dk2"/>
              </a:solidFill>
              <a:latin typeface="Montserrat"/>
              <a:ea typeface="Montserrat"/>
              <a:cs typeface="Montserrat"/>
              <a:sym typeface="Montserrat"/>
            </a:endParaRPr>
          </a:p>
        </p:txBody>
      </p:sp>
      <p:sp>
        <p:nvSpPr>
          <p:cNvPr id="664" name="Google Shape;664;p39"/>
          <p:cNvSpPr txBox="1"/>
          <p:nvPr/>
        </p:nvSpPr>
        <p:spPr>
          <a:xfrm>
            <a:off x="4204638" y="3050833"/>
            <a:ext cx="734700" cy="447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000">
                <a:solidFill>
                  <a:schemeClr val="dk2"/>
                </a:solidFill>
                <a:latin typeface="Montserrat"/>
                <a:ea typeface="Montserrat"/>
                <a:cs typeface="Montserrat"/>
                <a:sym typeface="Montserrat"/>
              </a:rPr>
              <a:t>05</a:t>
            </a:r>
            <a:endParaRPr b="1" sz="3000">
              <a:solidFill>
                <a:schemeClr val="dk2"/>
              </a:solidFill>
              <a:latin typeface="Montserrat"/>
              <a:ea typeface="Montserrat"/>
              <a:cs typeface="Montserrat"/>
              <a:sym typeface="Montserrat"/>
            </a:endParaRPr>
          </a:p>
        </p:txBody>
      </p:sp>
      <p:sp>
        <p:nvSpPr>
          <p:cNvPr id="665" name="Google Shape;665;p39"/>
          <p:cNvSpPr txBox="1"/>
          <p:nvPr/>
        </p:nvSpPr>
        <p:spPr>
          <a:xfrm>
            <a:off x="6511688" y="3050833"/>
            <a:ext cx="734700" cy="447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000">
                <a:solidFill>
                  <a:schemeClr val="dk2"/>
                </a:solidFill>
                <a:latin typeface="Montserrat"/>
                <a:ea typeface="Montserrat"/>
                <a:cs typeface="Montserrat"/>
                <a:sym typeface="Montserrat"/>
              </a:rPr>
              <a:t>06</a:t>
            </a:r>
            <a:endParaRPr b="1" sz="3000">
              <a:solidFill>
                <a:schemeClr val="dk2"/>
              </a:solidFill>
              <a:latin typeface="Montserrat"/>
              <a:ea typeface="Montserrat"/>
              <a:cs typeface="Montserrat"/>
              <a:sym typeface="Montserrat"/>
            </a:endParaRPr>
          </a:p>
        </p:txBody>
      </p:sp>
      <p:cxnSp>
        <p:nvCxnSpPr>
          <p:cNvPr id="666" name="Google Shape;666;p39"/>
          <p:cNvCxnSpPr>
            <a:stCxn id="660" idx="3"/>
            <a:endCxn id="661" idx="1"/>
          </p:cNvCxnSpPr>
          <p:nvPr/>
        </p:nvCxnSpPr>
        <p:spPr>
          <a:xfrm>
            <a:off x="2632288" y="1605683"/>
            <a:ext cx="1572300" cy="0"/>
          </a:xfrm>
          <a:prstGeom prst="straightConnector1">
            <a:avLst/>
          </a:prstGeom>
          <a:noFill/>
          <a:ln cap="flat" cmpd="sng" w="9525">
            <a:solidFill>
              <a:schemeClr val="dk2"/>
            </a:solidFill>
            <a:prstDash val="solid"/>
            <a:round/>
            <a:headEnd len="med" w="med" type="none"/>
            <a:tailEnd len="med" w="med" type="triangle"/>
          </a:ln>
        </p:spPr>
      </p:cxnSp>
      <p:cxnSp>
        <p:nvCxnSpPr>
          <p:cNvPr id="667" name="Google Shape;667;p39"/>
          <p:cNvCxnSpPr>
            <a:stCxn id="661" idx="3"/>
            <a:endCxn id="662" idx="1"/>
          </p:cNvCxnSpPr>
          <p:nvPr/>
        </p:nvCxnSpPr>
        <p:spPr>
          <a:xfrm>
            <a:off x="4939338" y="1605683"/>
            <a:ext cx="1572300" cy="0"/>
          </a:xfrm>
          <a:prstGeom prst="straightConnector1">
            <a:avLst/>
          </a:prstGeom>
          <a:noFill/>
          <a:ln cap="flat" cmpd="sng" w="9525">
            <a:solidFill>
              <a:schemeClr val="dk2"/>
            </a:solidFill>
            <a:prstDash val="solid"/>
            <a:round/>
            <a:headEnd len="med" w="med" type="none"/>
            <a:tailEnd len="med" w="med" type="triangle"/>
          </a:ln>
        </p:spPr>
      </p:cxnSp>
      <p:cxnSp>
        <p:nvCxnSpPr>
          <p:cNvPr id="668" name="Google Shape;668;p39"/>
          <p:cNvCxnSpPr>
            <a:stCxn id="656" idx="2"/>
            <a:endCxn id="663" idx="0"/>
          </p:cNvCxnSpPr>
          <p:nvPr/>
        </p:nvCxnSpPr>
        <p:spPr>
          <a:xfrm rot="5400000">
            <a:off x="4289450" y="461100"/>
            <a:ext cx="565200" cy="4614000"/>
          </a:xfrm>
          <a:prstGeom prst="bentConnector3">
            <a:avLst>
              <a:gd fmla="val 50012" name="adj1"/>
            </a:avLst>
          </a:prstGeom>
          <a:noFill/>
          <a:ln cap="flat" cmpd="sng" w="9525">
            <a:solidFill>
              <a:schemeClr val="dk2"/>
            </a:solidFill>
            <a:prstDash val="solid"/>
            <a:round/>
            <a:headEnd len="med" w="med" type="none"/>
            <a:tailEnd len="med" w="med" type="triangle"/>
          </a:ln>
        </p:spPr>
      </p:cxnSp>
      <p:cxnSp>
        <p:nvCxnSpPr>
          <p:cNvPr id="669" name="Google Shape;669;p39"/>
          <p:cNvCxnSpPr>
            <a:stCxn id="663" idx="3"/>
            <a:endCxn id="664" idx="1"/>
          </p:cNvCxnSpPr>
          <p:nvPr/>
        </p:nvCxnSpPr>
        <p:spPr>
          <a:xfrm>
            <a:off x="2632288" y="3274633"/>
            <a:ext cx="1572300" cy="0"/>
          </a:xfrm>
          <a:prstGeom prst="straightConnector1">
            <a:avLst/>
          </a:prstGeom>
          <a:noFill/>
          <a:ln cap="flat" cmpd="sng" w="9525">
            <a:solidFill>
              <a:schemeClr val="dk2"/>
            </a:solidFill>
            <a:prstDash val="solid"/>
            <a:round/>
            <a:headEnd len="med" w="med" type="none"/>
            <a:tailEnd len="med" w="med" type="triangle"/>
          </a:ln>
        </p:spPr>
      </p:cxnSp>
      <p:cxnSp>
        <p:nvCxnSpPr>
          <p:cNvPr id="670" name="Google Shape;670;p39"/>
          <p:cNvCxnSpPr>
            <a:stCxn id="664" idx="3"/>
            <a:endCxn id="665" idx="1"/>
          </p:cNvCxnSpPr>
          <p:nvPr/>
        </p:nvCxnSpPr>
        <p:spPr>
          <a:xfrm>
            <a:off x="4939338" y="3274633"/>
            <a:ext cx="1572300" cy="0"/>
          </a:xfrm>
          <a:prstGeom prst="straightConnector1">
            <a:avLst/>
          </a:prstGeom>
          <a:noFill/>
          <a:ln cap="flat" cmpd="sng" w="9525">
            <a:solidFill>
              <a:schemeClr val="dk2"/>
            </a:solidFill>
            <a:prstDash val="solid"/>
            <a:round/>
            <a:headEnd len="med" w="med" type="none"/>
            <a:tailEnd len="med" w="med" type="triangle"/>
          </a:ln>
        </p:spPr>
      </p:cxnSp>
      <p:cxnSp>
        <p:nvCxnSpPr>
          <p:cNvPr id="671" name="Google Shape;671;p39"/>
          <p:cNvCxnSpPr>
            <a:stCxn id="654" idx="0"/>
            <a:endCxn id="660" idx="2"/>
          </p:cNvCxnSpPr>
          <p:nvPr/>
        </p:nvCxnSpPr>
        <p:spPr>
          <a:xfrm rot="10800000">
            <a:off x="2264950" y="1829400"/>
            <a:ext cx="0" cy="271500"/>
          </a:xfrm>
          <a:prstGeom prst="straightConnector1">
            <a:avLst/>
          </a:prstGeom>
          <a:noFill/>
          <a:ln cap="flat" cmpd="sng" w="9525">
            <a:solidFill>
              <a:schemeClr val="dk2"/>
            </a:solidFill>
            <a:prstDash val="solid"/>
            <a:round/>
            <a:headEnd len="med" w="med" type="none"/>
            <a:tailEnd len="med" w="med" type="none"/>
          </a:ln>
        </p:spPr>
      </p:cxnSp>
      <p:cxnSp>
        <p:nvCxnSpPr>
          <p:cNvPr id="672" name="Google Shape;672;p39"/>
          <p:cNvCxnSpPr>
            <a:stCxn id="655" idx="0"/>
            <a:endCxn id="661" idx="2"/>
          </p:cNvCxnSpPr>
          <p:nvPr/>
        </p:nvCxnSpPr>
        <p:spPr>
          <a:xfrm rot="10800000">
            <a:off x="4572000" y="1829400"/>
            <a:ext cx="0" cy="271500"/>
          </a:xfrm>
          <a:prstGeom prst="straightConnector1">
            <a:avLst/>
          </a:prstGeom>
          <a:noFill/>
          <a:ln cap="flat" cmpd="sng" w="9525">
            <a:solidFill>
              <a:schemeClr val="dk2"/>
            </a:solidFill>
            <a:prstDash val="solid"/>
            <a:round/>
            <a:headEnd len="med" w="med" type="none"/>
            <a:tailEnd len="med" w="med" type="none"/>
          </a:ln>
        </p:spPr>
      </p:cxnSp>
      <p:cxnSp>
        <p:nvCxnSpPr>
          <p:cNvPr id="673" name="Google Shape;673;p39"/>
          <p:cNvCxnSpPr>
            <a:stCxn id="656" idx="0"/>
            <a:endCxn id="662" idx="2"/>
          </p:cNvCxnSpPr>
          <p:nvPr/>
        </p:nvCxnSpPr>
        <p:spPr>
          <a:xfrm rot="10800000">
            <a:off x="6879050" y="1829400"/>
            <a:ext cx="0" cy="271500"/>
          </a:xfrm>
          <a:prstGeom prst="straightConnector1">
            <a:avLst/>
          </a:prstGeom>
          <a:noFill/>
          <a:ln cap="flat" cmpd="sng" w="9525">
            <a:solidFill>
              <a:schemeClr val="dk2"/>
            </a:solidFill>
            <a:prstDash val="solid"/>
            <a:round/>
            <a:headEnd len="med" w="med" type="none"/>
            <a:tailEnd len="med" w="med" type="none"/>
          </a:ln>
        </p:spPr>
      </p:cxnSp>
      <p:cxnSp>
        <p:nvCxnSpPr>
          <p:cNvPr id="674" name="Google Shape;674;p39"/>
          <p:cNvCxnSpPr>
            <a:stCxn id="657" idx="0"/>
            <a:endCxn id="663" idx="2"/>
          </p:cNvCxnSpPr>
          <p:nvPr/>
        </p:nvCxnSpPr>
        <p:spPr>
          <a:xfrm rot="10800000">
            <a:off x="2264950" y="3498350"/>
            <a:ext cx="0" cy="271500"/>
          </a:xfrm>
          <a:prstGeom prst="straightConnector1">
            <a:avLst/>
          </a:prstGeom>
          <a:noFill/>
          <a:ln cap="flat" cmpd="sng" w="9525">
            <a:solidFill>
              <a:schemeClr val="dk2"/>
            </a:solidFill>
            <a:prstDash val="solid"/>
            <a:round/>
            <a:headEnd len="med" w="med" type="none"/>
            <a:tailEnd len="med" w="med" type="none"/>
          </a:ln>
        </p:spPr>
      </p:cxnSp>
      <p:cxnSp>
        <p:nvCxnSpPr>
          <p:cNvPr id="675" name="Google Shape;675;p39"/>
          <p:cNvCxnSpPr>
            <a:endCxn id="664" idx="2"/>
          </p:cNvCxnSpPr>
          <p:nvPr/>
        </p:nvCxnSpPr>
        <p:spPr>
          <a:xfrm rot="10800000">
            <a:off x="4571988" y="3498433"/>
            <a:ext cx="0" cy="271500"/>
          </a:xfrm>
          <a:prstGeom prst="straightConnector1">
            <a:avLst/>
          </a:prstGeom>
          <a:noFill/>
          <a:ln cap="flat" cmpd="sng" w="9525">
            <a:solidFill>
              <a:schemeClr val="dk2"/>
            </a:solidFill>
            <a:prstDash val="solid"/>
            <a:round/>
            <a:headEnd len="med" w="med" type="none"/>
            <a:tailEnd len="med" w="med" type="none"/>
          </a:ln>
        </p:spPr>
      </p:cxnSp>
      <p:cxnSp>
        <p:nvCxnSpPr>
          <p:cNvPr id="676" name="Google Shape;676;p39"/>
          <p:cNvCxnSpPr>
            <a:stCxn id="659" idx="0"/>
            <a:endCxn id="665" idx="2"/>
          </p:cNvCxnSpPr>
          <p:nvPr/>
        </p:nvCxnSpPr>
        <p:spPr>
          <a:xfrm rot="10800000">
            <a:off x="6879050" y="3498350"/>
            <a:ext cx="0" cy="271500"/>
          </a:xfrm>
          <a:prstGeom prst="straightConnector1">
            <a:avLst/>
          </a:prstGeom>
          <a:noFill/>
          <a:ln cap="flat" cmpd="sng" w="9525">
            <a:solidFill>
              <a:schemeClr val="dk2"/>
            </a:solidFill>
            <a:prstDash val="solid"/>
            <a:round/>
            <a:headEnd len="med" w="med" type="none"/>
            <a:tailEnd len="med" w="med" type="none"/>
          </a:ln>
        </p:spPr>
      </p:cxnSp>
      <p:sp>
        <p:nvSpPr>
          <p:cNvPr id="9001" name="Caption"/>
          <p:cNvSpPr txBox="1"/>
          <p:nvPr/>
        </p:nvSpPr>
        <p:spPr>
          <a:xfrm flipH="1">
            <a:off x="731520" y="4389120"/>
            <a:ext cx="7680960" cy="502920"/>
          </a:xfrm>
          <a:prstGeom prst="rect">
            <a:avLst/>
          </a:prstGeom>
          <a:noFill/>
          <a:noFill/>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Open Sans"/>
                <a:ea typeface="Open Sans"/>
                <a:cs typeface="Open Sans"/>
                <a:sym typeface="Open Sans"/>
              </a:rPr>
              <a:t>Steps 3 to 5 run inside one transaction: BEGIN ... ROLLBACK</a:t>
            </a:r>
            <a:endParaRPr sz="1200">
              <a:solidFill>
                <a:schemeClr val="dk1"/>
              </a:solidFill>
              <a:latin typeface="Open Sans"/>
              <a:ea typeface="Open Sans"/>
              <a:cs typeface="Open Sans"/>
              <a:sym typeface="Open Sans"/>
            </a:endParaRPr>
          </a:p>
        </p:txBody>
      </p:sp>
      <p:sp>
        <p:nvSpPr>
          <p:cNvPr id="9002" name="TextBox 9001"/>
          <p:cNvSpPr txBox="1"/>
          <p:nvPr/>
        </p:nvSpPr>
        <p:spPr>
          <a:xfrm>
            <a:off x="411480" y="4965192"/>
            <a:ext cx="5486400" cy="155448"/>
          </a:xfrm>
          <a:prstGeom prst="rect">
            <a:avLst/>
          </a:prstGeom>
          <a:noFill/>
        </p:spPr>
        <p:txBody>
          <a:bodyPr wrap="none" lIns="0" rIns="0" tIns="0" bIns="0">
            <a:spAutoFit/>
          </a:bodyPr>
          <a:lstStyle/>
          <a:p>
            <a:pPr algn="l"/>
            <a:r>
              <a:rPr sz="800">
                <a:solidFill>
                  <a:srgbClr val="9AA0A8"/>
                </a:solidFill>
              </a:rPr>
              <a:t>BACSE202 – Database Management Systems  |  First Review  |  Fall Semester 2026</a:t>
            </a:r>
          </a:p>
        </p:txBody>
      </p:sp>
      <p:sp>
        <p:nvSpPr>
          <p:cNvPr id="9003" name="TextBox 9002"/>
          <p:cNvSpPr txBox="1"/>
          <p:nvPr/>
        </p:nvSpPr>
        <p:spPr>
          <a:xfrm>
            <a:off x="7863840" y="4956048"/>
            <a:ext cx="868680" cy="155448"/>
          </a:xfrm>
          <a:prstGeom prst="rect">
            <a:avLst/>
          </a:prstGeom>
          <a:noFill/>
        </p:spPr>
        <p:txBody>
          <a:bodyPr wrap="none" lIns="0" rIns="0" tIns="0" bIns="0">
            <a:spAutoFit/>
          </a:bodyPr>
          <a:lstStyle/>
          <a:p>
            <a:pPr algn="r"/>
            <a:r>
              <a:rPr sz="800">
                <a:solidFill>
                  <a:srgbClr val="9AA0A8"/>
                </a:solidFill>
              </a:rPr>
              <a:t>12</a:t>
            </a: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3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Objectives</a:t>
            </a:r>
            <a:endParaRPr/>
          </a:p>
        </p:txBody>
      </p:sp>
      <p:sp>
        <p:nvSpPr>
          <p:cNvPr id="559" name="Google Shape;559;p32"/>
          <p:cNvSpPr txBox="1"/>
          <p:nvPr>
            <p:ph idx="4" type="subTitle"/>
          </p:nvPr>
        </p:nvSpPr>
        <p:spPr>
          <a:xfrm>
            <a:off x="1205788" y="2016375"/>
            <a:ext cx="1823400" cy="728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O1: Safe sandbox</a:t>
            </a:r>
            <a:endParaRPr/>
          </a:p>
        </p:txBody>
      </p:sp>
      <p:sp>
        <p:nvSpPr>
          <p:cNvPr id="560" name="Google Shape;560;p32"/>
          <p:cNvSpPr txBox="1"/>
          <p:nvPr>
            <p:ph idx="5" type="subTitle"/>
          </p:nvPr>
        </p:nvSpPr>
        <p:spPr>
          <a:xfrm>
            <a:off x="3660233" y="2016375"/>
            <a:ext cx="1823400" cy="728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O2: Data impact</a:t>
            </a:r>
            <a:endParaRPr/>
          </a:p>
        </p:txBody>
      </p:sp>
      <p:sp>
        <p:nvSpPr>
          <p:cNvPr id="561" name="Google Shape;561;p32"/>
          <p:cNvSpPr txBox="1"/>
          <p:nvPr>
            <p:ph idx="1" type="subTitle"/>
          </p:nvPr>
        </p:nvSpPr>
        <p:spPr>
          <a:xfrm>
            <a:off x="1014538" y="2685650"/>
            <a:ext cx="2205900" cy="1668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Parse WHAT_IF statements and run them in a sandbox that is always rolled back.</a:t>
            </a:r>
            <a:endParaRPr/>
          </a:p>
        </p:txBody>
      </p:sp>
      <p:sp>
        <p:nvSpPr>
          <p:cNvPr id="562" name="Google Shape;562;p32"/>
          <p:cNvSpPr txBox="1"/>
          <p:nvPr>
            <p:ph idx="2" type="subTitle"/>
          </p:nvPr>
        </p:nvSpPr>
        <p:spPr>
          <a:xfrm>
            <a:off x="3468983" y="2685650"/>
            <a:ext cx="2205900" cy="1668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Report before/after metrics (CGPA, attendance, eligibility), including cascades.</a:t>
            </a:r>
            <a:endParaRPr/>
          </a:p>
        </p:txBody>
      </p:sp>
      <p:sp>
        <p:nvSpPr>
          <p:cNvPr id="563" name="Google Shape;563;p32"/>
          <p:cNvSpPr txBox="1"/>
          <p:nvPr>
            <p:ph idx="3" type="subTitle"/>
          </p:nvPr>
        </p:nvSpPr>
        <p:spPr>
          <a:xfrm>
            <a:off x="5923397" y="2685650"/>
            <a:ext cx="2205900" cy="1668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List the views, constraints and metrics that break under a schema change.</a:t>
            </a:r>
            <a:endParaRPr/>
          </a:p>
        </p:txBody>
      </p:sp>
      <p:sp>
        <p:nvSpPr>
          <p:cNvPr id="564" name="Google Shape;564;p32"/>
          <p:cNvSpPr txBox="1"/>
          <p:nvPr>
            <p:ph idx="6" type="subTitle"/>
          </p:nvPr>
        </p:nvSpPr>
        <p:spPr>
          <a:xfrm>
            <a:off x="6114647" y="2016375"/>
            <a:ext cx="1823400" cy="728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O3: Schema impact</a:t>
            </a:r>
            <a:endParaRPr/>
          </a:p>
        </p:txBody>
      </p:sp>
      <p:sp>
        <p:nvSpPr>
          <p:cNvPr id="565" name="Google Shape;565;p32"/>
          <p:cNvSpPr/>
          <p:nvPr/>
        </p:nvSpPr>
        <p:spPr>
          <a:xfrm>
            <a:off x="6854200" y="1530075"/>
            <a:ext cx="338865" cy="338428"/>
          </a:xfrm>
          <a:custGeom>
            <a:rect b="b" l="l" r="r" t="t"/>
            <a:pathLst>
              <a:path extrusionOk="0" h="12408" w="12424">
                <a:moveTo>
                  <a:pt x="6469" y="739"/>
                </a:moveTo>
                <a:cubicBezTo>
                  <a:pt x="7686" y="756"/>
                  <a:pt x="8834" y="1356"/>
                  <a:pt x="9553" y="2349"/>
                </a:cubicBezTo>
                <a:lnTo>
                  <a:pt x="7069" y="4817"/>
                </a:lnTo>
                <a:lnTo>
                  <a:pt x="5955" y="3703"/>
                </a:lnTo>
                <a:cubicBezTo>
                  <a:pt x="5878" y="3634"/>
                  <a:pt x="5784" y="3600"/>
                  <a:pt x="5692" y="3600"/>
                </a:cubicBezTo>
                <a:cubicBezTo>
                  <a:pt x="5600" y="3600"/>
                  <a:pt x="5510" y="3634"/>
                  <a:pt x="5441" y="3703"/>
                </a:cubicBezTo>
                <a:lnTo>
                  <a:pt x="2837" y="6307"/>
                </a:lnTo>
                <a:cubicBezTo>
                  <a:pt x="2580" y="5793"/>
                  <a:pt x="2460" y="5228"/>
                  <a:pt x="2460" y="4645"/>
                </a:cubicBezTo>
                <a:cubicBezTo>
                  <a:pt x="2477" y="2521"/>
                  <a:pt x="4173" y="790"/>
                  <a:pt x="6298" y="739"/>
                </a:cubicBezTo>
                <a:close/>
                <a:moveTo>
                  <a:pt x="9930" y="2983"/>
                </a:moveTo>
                <a:cubicBezTo>
                  <a:pt x="10821" y="4902"/>
                  <a:pt x="10050" y="7164"/>
                  <a:pt x="8165" y="8124"/>
                </a:cubicBezTo>
                <a:lnTo>
                  <a:pt x="8165" y="8141"/>
                </a:lnTo>
                <a:cubicBezTo>
                  <a:pt x="8045" y="8209"/>
                  <a:pt x="7960" y="8329"/>
                  <a:pt x="7960" y="8466"/>
                </a:cubicBezTo>
                <a:lnTo>
                  <a:pt x="7960" y="9340"/>
                </a:lnTo>
                <a:lnTo>
                  <a:pt x="4790" y="9340"/>
                </a:lnTo>
                <a:lnTo>
                  <a:pt x="4790" y="8466"/>
                </a:lnTo>
                <a:cubicBezTo>
                  <a:pt x="4790" y="8329"/>
                  <a:pt x="4721" y="8209"/>
                  <a:pt x="4601" y="8141"/>
                </a:cubicBezTo>
                <a:cubicBezTo>
                  <a:pt x="4036" y="7867"/>
                  <a:pt x="3573" y="7455"/>
                  <a:pt x="3196" y="6959"/>
                </a:cubicBezTo>
                <a:lnTo>
                  <a:pt x="5698" y="4474"/>
                </a:lnTo>
                <a:lnTo>
                  <a:pt x="6812" y="5588"/>
                </a:lnTo>
                <a:cubicBezTo>
                  <a:pt x="6880" y="5665"/>
                  <a:pt x="6975" y="5703"/>
                  <a:pt x="7069" y="5703"/>
                </a:cubicBezTo>
                <a:cubicBezTo>
                  <a:pt x="7163" y="5703"/>
                  <a:pt x="7257" y="5665"/>
                  <a:pt x="7326" y="5588"/>
                </a:cubicBezTo>
                <a:lnTo>
                  <a:pt x="9930" y="2983"/>
                </a:lnTo>
                <a:close/>
                <a:moveTo>
                  <a:pt x="10635" y="1"/>
                </a:moveTo>
                <a:cubicBezTo>
                  <a:pt x="10152" y="1"/>
                  <a:pt x="10147" y="724"/>
                  <a:pt x="10619" y="724"/>
                </a:cubicBezTo>
                <a:cubicBezTo>
                  <a:pt x="10635" y="724"/>
                  <a:pt x="10651" y="723"/>
                  <a:pt x="10667" y="722"/>
                </a:cubicBezTo>
                <a:lnTo>
                  <a:pt x="11164" y="722"/>
                </a:lnTo>
                <a:lnTo>
                  <a:pt x="10067" y="1818"/>
                </a:lnTo>
                <a:cubicBezTo>
                  <a:pt x="9211" y="705"/>
                  <a:pt x="7891" y="36"/>
                  <a:pt x="6486" y="2"/>
                </a:cubicBezTo>
                <a:lnTo>
                  <a:pt x="6281" y="2"/>
                </a:lnTo>
                <a:cubicBezTo>
                  <a:pt x="2820" y="88"/>
                  <a:pt x="661" y="3789"/>
                  <a:pt x="2288" y="6839"/>
                </a:cubicBezTo>
                <a:lnTo>
                  <a:pt x="301" y="8860"/>
                </a:lnTo>
                <a:cubicBezTo>
                  <a:pt x="1" y="9121"/>
                  <a:pt x="257" y="9502"/>
                  <a:pt x="548" y="9502"/>
                </a:cubicBezTo>
                <a:cubicBezTo>
                  <a:pt x="639" y="9502"/>
                  <a:pt x="733" y="9464"/>
                  <a:pt x="815" y="9374"/>
                </a:cubicBezTo>
                <a:lnTo>
                  <a:pt x="2700" y="7490"/>
                </a:lnTo>
                <a:cubicBezTo>
                  <a:pt x="3059" y="7969"/>
                  <a:pt x="3539" y="8381"/>
                  <a:pt x="4070" y="8689"/>
                </a:cubicBezTo>
                <a:lnTo>
                  <a:pt x="4070" y="11276"/>
                </a:lnTo>
                <a:cubicBezTo>
                  <a:pt x="4070" y="11379"/>
                  <a:pt x="4122" y="11482"/>
                  <a:pt x="4207" y="11551"/>
                </a:cubicBezTo>
                <a:lnTo>
                  <a:pt x="5184" y="12339"/>
                </a:lnTo>
                <a:cubicBezTo>
                  <a:pt x="5253" y="12390"/>
                  <a:pt x="5321" y="12407"/>
                  <a:pt x="5407" y="12407"/>
                </a:cubicBezTo>
                <a:lnTo>
                  <a:pt x="7360" y="12407"/>
                </a:lnTo>
                <a:cubicBezTo>
                  <a:pt x="7446" y="12407"/>
                  <a:pt x="7514" y="12390"/>
                  <a:pt x="7583" y="12339"/>
                </a:cubicBezTo>
                <a:lnTo>
                  <a:pt x="8560" y="11551"/>
                </a:lnTo>
                <a:cubicBezTo>
                  <a:pt x="8645" y="11482"/>
                  <a:pt x="8697" y="11379"/>
                  <a:pt x="8697" y="11276"/>
                </a:cubicBezTo>
                <a:lnTo>
                  <a:pt x="8697" y="8689"/>
                </a:lnTo>
                <a:cubicBezTo>
                  <a:pt x="10136" y="7849"/>
                  <a:pt x="11027" y="6307"/>
                  <a:pt x="11027" y="4645"/>
                </a:cubicBezTo>
                <a:cubicBezTo>
                  <a:pt x="11027" y="3874"/>
                  <a:pt x="10838" y="3120"/>
                  <a:pt x="10479" y="2452"/>
                </a:cubicBezTo>
                <a:lnTo>
                  <a:pt x="11678" y="1236"/>
                </a:lnTo>
                <a:lnTo>
                  <a:pt x="11678" y="1733"/>
                </a:lnTo>
                <a:cubicBezTo>
                  <a:pt x="11661" y="1998"/>
                  <a:pt x="11854" y="2131"/>
                  <a:pt x="12044" y="2131"/>
                </a:cubicBezTo>
                <a:cubicBezTo>
                  <a:pt x="12235" y="2131"/>
                  <a:pt x="12423" y="1998"/>
                  <a:pt x="12398" y="1733"/>
                </a:cubicBezTo>
                <a:lnTo>
                  <a:pt x="12398" y="362"/>
                </a:lnTo>
                <a:cubicBezTo>
                  <a:pt x="12398" y="156"/>
                  <a:pt x="12243" y="2"/>
                  <a:pt x="12038" y="2"/>
                </a:cubicBezTo>
                <a:lnTo>
                  <a:pt x="10667" y="2"/>
                </a:lnTo>
                <a:cubicBezTo>
                  <a:pt x="10656" y="1"/>
                  <a:pt x="10645" y="1"/>
                  <a:pt x="1063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32"/>
          <p:cNvSpPr/>
          <p:nvPr/>
        </p:nvSpPr>
        <p:spPr>
          <a:xfrm>
            <a:off x="1945181" y="1529837"/>
            <a:ext cx="344647" cy="338892"/>
          </a:xfrm>
          <a:custGeom>
            <a:rect b="b" l="l" r="r" t="t"/>
            <a:pathLst>
              <a:path extrusionOk="0" h="12425" w="12636">
                <a:moveTo>
                  <a:pt x="2804" y="1953"/>
                </a:moveTo>
                <a:cubicBezTo>
                  <a:pt x="2819" y="1953"/>
                  <a:pt x="2835" y="1954"/>
                  <a:pt x="2852" y="1955"/>
                </a:cubicBezTo>
                <a:lnTo>
                  <a:pt x="9860" y="1955"/>
                </a:lnTo>
                <a:cubicBezTo>
                  <a:pt x="10305" y="1990"/>
                  <a:pt x="10305" y="2641"/>
                  <a:pt x="9860" y="2675"/>
                </a:cubicBezTo>
                <a:lnTo>
                  <a:pt x="2852" y="2675"/>
                </a:lnTo>
                <a:cubicBezTo>
                  <a:pt x="2841" y="2676"/>
                  <a:pt x="2830" y="2676"/>
                  <a:pt x="2819" y="2676"/>
                </a:cubicBezTo>
                <a:cubicBezTo>
                  <a:pt x="2337" y="2676"/>
                  <a:pt x="2331" y="1953"/>
                  <a:pt x="2804" y="1953"/>
                </a:cubicBezTo>
                <a:close/>
                <a:moveTo>
                  <a:pt x="8646" y="3890"/>
                </a:moveTo>
                <a:cubicBezTo>
                  <a:pt x="8656" y="3890"/>
                  <a:pt x="8667" y="3891"/>
                  <a:pt x="8677" y="3891"/>
                </a:cubicBezTo>
                <a:lnTo>
                  <a:pt x="9860" y="3891"/>
                </a:lnTo>
                <a:cubicBezTo>
                  <a:pt x="10305" y="3926"/>
                  <a:pt x="10305" y="4594"/>
                  <a:pt x="9860" y="4628"/>
                </a:cubicBezTo>
                <a:lnTo>
                  <a:pt x="8677" y="4628"/>
                </a:lnTo>
                <a:cubicBezTo>
                  <a:pt x="8667" y="4629"/>
                  <a:pt x="8656" y="4629"/>
                  <a:pt x="8646" y="4629"/>
                </a:cubicBezTo>
                <a:cubicBezTo>
                  <a:pt x="8174" y="4629"/>
                  <a:pt x="8174" y="3890"/>
                  <a:pt x="8646" y="3890"/>
                </a:cubicBezTo>
                <a:close/>
                <a:moveTo>
                  <a:pt x="9860" y="5845"/>
                </a:moveTo>
                <a:cubicBezTo>
                  <a:pt x="10339" y="5845"/>
                  <a:pt x="10339" y="6564"/>
                  <a:pt x="9860" y="6564"/>
                </a:cubicBezTo>
                <a:lnTo>
                  <a:pt x="8677" y="6564"/>
                </a:lnTo>
                <a:cubicBezTo>
                  <a:pt x="8198" y="6564"/>
                  <a:pt x="8198" y="5845"/>
                  <a:pt x="8677" y="5845"/>
                </a:cubicBezTo>
                <a:close/>
                <a:moveTo>
                  <a:pt x="4788" y="3891"/>
                </a:moveTo>
                <a:cubicBezTo>
                  <a:pt x="4994" y="3891"/>
                  <a:pt x="5148" y="4063"/>
                  <a:pt x="5148" y="4268"/>
                </a:cubicBezTo>
                <a:lnTo>
                  <a:pt x="5148" y="5845"/>
                </a:lnTo>
                <a:lnTo>
                  <a:pt x="6741" y="5845"/>
                </a:lnTo>
                <a:cubicBezTo>
                  <a:pt x="6947" y="5845"/>
                  <a:pt x="7101" y="5999"/>
                  <a:pt x="7101" y="6205"/>
                </a:cubicBezTo>
                <a:cubicBezTo>
                  <a:pt x="7101" y="7490"/>
                  <a:pt x="6073" y="8518"/>
                  <a:pt x="4788" y="8518"/>
                </a:cubicBezTo>
                <a:cubicBezTo>
                  <a:pt x="3520" y="8518"/>
                  <a:pt x="2475" y="7490"/>
                  <a:pt x="2475" y="6205"/>
                </a:cubicBezTo>
                <a:cubicBezTo>
                  <a:pt x="2475" y="4937"/>
                  <a:pt x="3520" y="3891"/>
                  <a:pt x="4788" y="3891"/>
                </a:cubicBezTo>
                <a:close/>
                <a:moveTo>
                  <a:pt x="9860" y="7798"/>
                </a:moveTo>
                <a:cubicBezTo>
                  <a:pt x="10339" y="7798"/>
                  <a:pt x="10339" y="8518"/>
                  <a:pt x="9860" y="8518"/>
                </a:cubicBezTo>
                <a:lnTo>
                  <a:pt x="8677" y="8518"/>
                </a:lnTo>
                <a:cubicBezTo>
                  <a:pt x="8198" y="8518"/>
                  <a:pt x="8198" y="7798"/>
                  <a:pt x="8677" y="7798"/>
                </a:cubicBezTo>
                <a:close/>
                <a:moveTo>
                  <a:pt x="6364" y="11431"/>
                </a:moveTo>
                <a:cubicBezTo>
                  <a:pt x="6519" y="11431"/>
                  <a:pt x="6519" y="11688"/>
                  <a:pt x="6364" y="11688"/>
                </a:cubicBezTo>
                <a:cubicBezTo>
                  <a:pt x="6193" y="11688"/>
                  <a:pt x="6193" y="11431"/>
                  <a:pt x="6364" y="11431"/>
                </a:cubicBezTo>
                <a:close/>
                <a:moveTo>
                  <a:pt x="473" y="1"/>
                </a:moveTo>
                <a:cubicBezTo>
                  <a:pt x="6" y="1"/>
                  <a:pt x="1" y="724"/>
                  <a:pt x="458" y="724"/>
                </a:cubicBezTo>
                <a:cubicBezTo>
                  <a:pt x="473" y="724"/>
                  <a:pt x="488" y="723"/>
                  <a:pt x="504" y="722"/>
                </a:cubicBezTo>
                <a:lnTo>
                  <a:pt x="539" y="722"/>
                </a:lnTo>
                <a:lnTo>
                  <a:pt x="539" y="9135"/>
                </a:lnTo>
                <a:cubicBezTo>
                  <a:pt x="539" y="9871"/>
                  <a:pt x="1138" y="10471"/>
                  <a:pt x="1875" y="10471"/>
                </a:cubicBezTo>
                <a:lnTo>
                  <a:pt x="5987" y="10471"/>
                </a:lnTo>
                <a:lnTo>
                  <a:pt x="5987" y="10797"/>
                </a:lnTo>
                <a:cubicBezTo>
                  <a:pt x="5148" y="11174"/>
                  <a:pt x="5439" y="12424"/>
                  <a:pt x="6347" y="12424"/>
                </a:cubicBezTo>
                <a:cubicBezTo>
                  <a:pt x="7272" y="12424"/>
                  <a:pt x="7547" y="11174"/>
                  <a:pt x="6707" y="10797"/>
                </a:cubicBezTo>
                <a:lnTo>
                  <a:pt x="6707" y="10471"/>
                </a:lnTo>
                <a:lnTo>
                  <a:pt x="10836" y="10471"/>
                </a:lnTo>
                <a:cubicBezTo>
                  <a:pt x="11573" y="10471"/>
                  <a:pt x="12156" y="9871"/>
                  <a:pt x="12173" y="9135"/>
                </a:cubicBezTo>
                <a:lnTo>
                  <a:pt x="12173" y="722"/>
                </a:lnTo>
                <a:lnTo>
                  <a:pt x="12190" y="722"/>
                </a:lnTo>
                <a:cubicBezTo>
                  <a:pt x="12635" y="687"/>
                  <a:pt x="12635" y="36"/>
                  <a:pt x="12190" y="2"/>
                </a:cubicBezTo>
                <a:lnTo>
                  <a:pt x="504" y="2"/>
                </a:lnTo>
                <a:cubicBezTo>
                  <a:pt x="494" y="1"/>
                  <a:pt x="483" y="1"/>
                  <a:pt x="4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7" name="Google Shape;567;p32"/>
          <p:cNvGrpSpPr/>
          <p:nvPr/>
        </p:nvGrpSpPr>
        <p:grpSpPr>
          <a:xfrm>
            <a:off x="4429225" y="1525563"/>
            <a:ext cx="285569" cy="338401"/>
            <a:chOff x="7855750" y="4048725"/>
            <a:chExt cx="261750" cy="310175"/>
          </a:xfrm>
        </p:grpSpPr>
        <p:sp>
          <p:nvSpPr>
            <p:cNvPr id="568" name="Google Shape;568;p32"/>
            <p:cNvSpPr/>
            <p:nvPr/>
          </p:nvSpPr>
          <p:spPr>
            <a:xfrm>
              <a:off x="8039525" y="4053875"/>
              <a:ext cx="72425" cy="72850"/>
            </a:xfrm>
            <a:custGeom>
              <a:rect b="b" l="l" r="r" t="t"/>
              <a:pathLst>
                <a:path extrusionOk="0" h="2914" w="2897">
                  <a:moveTo>
                    <a:pt x="0" y="1"/>
                  </a:moveTo>
                  <a:lnTo>
                    <a:pt x="0" y="2297"/>
                  </a:lnTo>
                  <a:cubicBezTo>
                    <a:pt x="0" y="2639"/>
                    <a:pt x="274" y="2913"/>
                    <a:pt x="600" y="2913"/>
                  </a:cubicBezTo>
                  <a:lnTo>
                    <a:pt x="2896" y="2913"/>
                  </a:ln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32"/>
            <p:cNvSpPr/>
            <p:nvPr/>
          </p:nvSpPr>
          <p:spPr>
            <a:xfrm>
              <a:off x="7855750" y="4048725"/>
              <a:ext cx="261750" cy="310175"/>
            </a:xfrm>
            <a:custGeom>
              <a:rect b="b" l="l" r="r" t="t"/>
              <a:pathLst>
                <a:path extrusionOk="0" h="12407" w="10470">
                  <a:moveTo>
                    <a:pt x="3770" y="1954"/>
                  </a:moveTo>
                  <a:cubicBezTo>
                    <a:pt x="4935" y="1954"/>
                    <a:pt x="5535" y="3325"/>
                    <a:pt x="4764" y="4182"/>
                  </a:cubicBezTo>
                  <a:cubicBezTo>
                    <a:pt x="5278" y="4524"/>
                    <a:pt x="5586" y="5107"/>
                    <a:pt x="5604" y="5724"/>
                  </a:cubicBezTo>
                  <a:lnTo>
                    <a:pt x="5604" y="6204"/>
                  </a:lnTo>
                  <a:cubicBezTo>
                    <a:pt x="5604" y="6392"/>
                    <a:pt x="5432" y="6563"/>
                    <a:pt x="5227" y="6563"/>
                  </a:cubicBezTo>
                  <a:lnTo>
                    <a:pt x="2314" y="6563"/>
                  </a:lnTo>
                  <a:cubicBezTo>
                    <a:pt x="2108" y="6563"/>
                    <a:pt x="1954" y="6392"/>
                    <a:pt x="1954" y="6204"/>
                  </a:cubicBezTo>
                  <a:lnTo>
                    <a:pt x="1954" y="5724"/>
                  </a:lnTo>
                  <a:cubicBezTo>
                    <a:pt x="1954" y="5107"/>
                    <a:pt x="2262" y="4524"/>
                    <a:pt x="2794" y="4182"/>
                  </a:cubicBezTo>
                  <a:cubicBezTo>
                    <a:pt x="2005" y="3325"/>
                    <a:pt x="2605" y="1954"/>
                    <a:pt x="3770" y="1954"/>
                  </a:cubicBezTo>
                  <a:close/>
                  <a:moveTo>
                    <a:pt x="8157" y="5844"/>
                  </a:moveTo>
                  <a:cubicBezTo>
                    <a:pt x="8636" y="5844"/>
                    <a:pt x="8636" y="6563"/>
                    <a:pt x="8157" y="6563"/>
                  </a:cubicBezTo>
                  <a:lnTo>
                    <a:pt x="7180" y="6563"/>
                  </a:lnTo>
                  <a:cubicBezTo>
                    <a:pt x="6700" y="6563"/>
                    <a:pt x="6700" y="5844"/>
                    <a:pt x="7180" y="5844"/>
                  </a:cubicBezTo>
                  <a:close/>
                  <a:moveTo>
                    <a:pt x="2297" y="7797"/>
                  </a:moveTo>
                  <a:cubicBezTo>
                    <a:pt x="2303" y="7797"/>
                    <a:pt x="2308" y="7797"/>
                    <a:pt x="2314" y="7797"/>
                  </a:cubicBezTo>
                  <a:lnTo>
                    <a:pt x="8157" y="7797"/>
                  </a:lnTo>
                  <a:cubicBezTo>
                    <a:pt x="8636" y="7797"/>
                    <a:pt x="8636" y="8517"/>
                    <a:pt x="8157" y="8517"/>
                  </a:cubicBezTo>
                  <a:lnTo>
                    <a:pt x="2314" y="8517"/>
                  </a:lnTo>
                  <a:cubicBezTo>
                    <a:pt x="1840" y="8517"/>
                    <a:pt x="1834" y="7797"/>
                    <a:pt x="2297" y="7797"/>
                  </a:cubicBezTo>
                  <a:close/>
                  <a:moveTo>
                    <a:pt x="8157" y="9733"/>
                  </a:moveTo>
                  <a:cubicBezTo>
                    <a:pt x="8636" y="9733"/>
                    <a:pt x="8636" y="10470"/>
                    <a:pt x="8157" y="10470"/>
                  </a:cubicBezTo>
                  <a:lnTo>
                    <a:pt x="2314" y="10470"/>
                  </a:lnTo>
                  <a:cubicBezTo>
                    <a:pt x="1834" y="10470"/>
                    <a:pt x="1834" y="9733"/>
                    <a:pt x="2314" y="9733"/>
                  </a:cubicBezTo>
                  <a:close/>
                  <a:moveTo>
                    <a:pt x="1337" y="1"/>
                  </a:moveTo>
                  <a:cubicBezTo>
                    <a:pt x="600" y="1"/>
                    <a:pt x="1" y="601"/>
                    <a:pt x="1" y="1337"/>
                  </a:cubicBezTo>
                  <a:lnTo>
                    <a:pt x="1" y="11070"/>
                  </a:lnTo>
                  <a:cubicBezTo>
                    <a:pt x="1" y="11806"/>
                    <a:pt x="600" y="12406"/>
                    <a:pt x="1337" y="12406"/>
                  </a:cubicBezTo>
                  <a:lnTo>
                    <a:pt x="9133" y="12406"/>
                  </a:lnTo>
                  <a:cubicBezTo>
                    <a:pt x="9870" y="12406"/>
                    <a:pt x="10470" y="11806"/>
                    <a:pt x="10470" y="11070"/>
                  </a:cubicBezTo>
                  <a:lnTo>
                    <a:pt x="10470" y="3839"/>
                  </a:lnTo>
                  <a:lnTo>
                    <a:pt x="7951" y="3839"/>
                  </a:lnTo>
                  <a:cubicBezTo>
                    <a:pt x="7214" y="3839"/>
                    <a:pt x="6615" y="3239"/>
                    <a:pt x="6615" y="2503"/>
                  </a:cubicBezTo>
                  <a:lnTo>
                    <a:pt x="661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002" name="Main objective"/>
          <p:cNvSpPr txBox="1"/>
          <p:nvPr>
            <p:ph idx="1" type="subTitle"/>
          </p:nvPr>
        </p:nvSpPr>
        <p:spPr>
          <a:xfrm>
            <a:off x="914400" y="960120"/>
            <a:ext cx="7315200" cy="54864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100" i="1"/>
              <a:t>Main objective: a lightweight layer that runs hypothetical changes in a rolled-back transaction and reports their exact impact on data and schema.</a:t>
            </a:r>
            <a:endParaRPr/>
          </a:p>
        </p:txBody>
      </p:sp>
      <p:sp>
        <p:nvSpPr>
          <p:cNvPr id="9003" name="TextBox 9002"/>
          <p:cNvSpPr txBox="1"/>
          <p:nvPr/>
        </p:nvSpPr>
        <p:spPr>
          <a:xfrm>
            <a:off x="411480" y="4965192"/>
            <a:ext cx="5486400" cy="155448"/>
          </a:xfrm>
          <a:prstGeom prst="rect">
            <a:avLst/>
          </a:prstGeom>
          <a:noFill/>
        </p:spPr>
        <p:txBody>
          <a:bodyPr wrap="none" lIns="0" rIns="0" tIns="0" bIns="0">
            <a:spAutoFit/>
          </a:bodyPr>
          <a:lstStyle/>
          <a:p>
            <a:pPr algn="l"/>
            <a:r>
              <a:rPr sz="800">
                <a:solidFill>
                  <a:srgbClr val="9AA0A8"/>
                </a:solidFill>
              </a:rPr>
              <a:t>BACSE202 – Database Management Systems  |  First Review  |  Fall Semester 2026</a:t>
            </a:r>
          </a:p>
        </p:txBody>
      </p:sp>
      <p:sp>
        <p:nvSpPr>
          <p:cNvPr id="9004" name="TextBox 9003"/>
          <p:cNvSpPr txBox="1"/>
          <p:nvPr/>
        </p:nvSpPr>
        <p:spPr>
          <a:xfrm>
            <a:off x="7863840" y="4956048"/>
            <a:ext cx="868680" cy="155448"/>
          </a:xfrm>
          <a:prstGeom prst="rect">
            <a:avLst/>
          </a:prstGeom>
          <a:noFill/>
        </p:spPr>
        <p:txBody>
          <a:bodyPr wrap="none" lIns="0" rIns="0" tIns="0" bIns="0">
            <a:spAutoFit/>
          </a:bodyPr>
          <a:lstStyle/>
          <a:p>
            <a:pPr algn="r"/>
            <a:r>
              <a:rPr sz="800">
                <a:solidFill>
                  <a:srgbClr val="9AA0A8"/>
                </a:solidFill>
              </a:rPr>
              <a:t>13</a:t>
            </a: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37"/>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How we differ from existing work</a:t>
            </a:r>
            <a:endParaRPr/>
          </a:p>
        </p:txBody>
      </p:sp>
      <p:graphicFrame>
        <p:nvGraphicFramePr>
          <p:cNvPr id="631" name="Google Shape;631;p37"/>
          <p:cNvGraphicFramePr/>
          <p:nvPr/>
        </p:nvGraphicFramePr>
        <p:xfrm>
          <a:off x="731519" y="1314010"/>
          <a:ext cx="7680960" cy="2880360"/>
        </p:xfrm>
        <a:graphic>
          <a:graphicData uri="http://schemas.openxmlformats.org/drawingml/2006/table">
            <a:tbl>
              <a:tblPr>
                <a:noFill/>
                <a:tableStyleId>{67832C32-2E7E-4939-8477-0794B29BAEF9}</a:tableStyleId>
              </a:tblPr>
              <a:tblGrid>
                <a:gridCol w="1645920"/>
                <a:gridCol w="3017520"/>
                <a:gridCol w="3017520"/>
              </a:tblGrid>
              <a:tr h="365760">
                <a:tc>
                  <a:txBody>
                    <a:bodyPr/>
                    <a:lstStyle/>
                    <a:p>
                      <a:pPr indent="0" lvl="0" marL="0" rtl="0" algn="ctr">
                        <a:spcBef>
                          <a:spcPts val="0"/>
                        </a:spcBef>
                        <a:spcAft>
                          <a:spcPts val="0"/>
                        </a:spcAft>
                        <a:buNone/>
                      </a:pPr>
                      <a:r>
                        <a:rPr sz="1000" b="1">
                          <a:solidFill>
                            <a:srgbClr val="FFFFFF"/>
                          </a:solidFill>
                        </a:rPr>
                        <a:t>Aspect</a:t>
                      </a:r>
                      <a:endParaRPr sz="1800">
                        <a:solidFill>
                          <a:schemeClr val="dk1"/>
                        </a:solidFill>
                        <a:latin typeface="Inter"/>
                        <a:ea typeface="Inter"/>
                        <a:cs typeface="Inter"/>
                        <a:sym typeface="Inter"/>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b="1" lang="en" sz="1000">
                          <a:solidFill>
                            <a:srgbClr val="FFFFFF"/>
                          </a:solidFill>
                          <a:latin typeface="Montserrat"/>
                          <a:ea typeface="Montserrat"/>
                          <a:cs typeface="Montserrat"/>
                          <a:sym typeface="Montserrat"/>
                        </a:rPr>
                        <a:t>Existing work</a:t>
                      </a:r>
                      <a:endParaRPr b="1" sz="1600">
                        <a:solidFill>
                          <a:schemeClr val="dk1"/>
                        </a:solidFill>
                        <a:latin typeface="Montserrat"/>
                        <a:ea typeface="Montserrat"/>
                        <a:cs typeface="Montserrat"/>
                        <a:sym typeface="Montserrat"/>
                      </a:endParaRPr>
                    </a:p>
                  </a:txBody>
                  <a:tcPr marT="68575" marB="6857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b="1" lang="en" sz="1000">
                          <a:solidFill>
                            <a:srgbClr val="FFFFFF"/>
                          </a:solidFill>
                          <a:latin typeface="Montserrat"/>
                          <a:ea typeface="Montserrat"/>
                          <a:cs typeface="Montserrat"/>
                          <a:sym typeface="Montserrat"/>
                        </a:rPr>
                        <a:t>What-If DB (ours)</a:t>
                      </a:r>
                      <a:endParaRPr b="1" sz="1600">
                        <a:solidFill>
                          <a:schemeClr val="dk1"/>
                        </a:solidFill>
                        <a:latin typeface="Montserrat"/>
                        <a:ea typeface="Montserrat"/>
                        <a:cs typeface="Montserrat"/>
                        <a:sym typeface="Montserrat"/>
                      </a:endParaRPr>
                    </a:p>
                  </a:txBody>
                  <a:tcPr marT="68575" marB="6857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502920">
                <a:tc>
                  <a:txBody>
                    <a:bodyPr/>
                    <a:lstStyle/>
                    <a:p>
                      <a:pPr indent="0" lvl="0" marL="0" rtl="0" algn="ctr">
                        <a:spcBef>
                          <a:spcPts val="0"/>
                        </a:spcBef>
                        <a:spcAft>
                          <a:spcPts val="0"/>
                        </a:spcAft>
                        <a:buNone/>
                      </a:pPr>
                      <a:r>
                        <a:rPr b="1" lang="en" sz="1000">
                          <a:solidFill>
                            <a:schemeClr val="dk1"/>
                          </a:solidFill>
                          <a:latin typeface="Montserrat"/>
                          <a:ea typeface="Montserrat"/>
                          <a:cs typeface="Montserrat"/>
                          <a:sym typeface="Montserrat"/>
                        </a:rPr>
                        <a:t>Where it runs</a:t>
                      </a:r>
                      <a:endParaRPr b="1" sz="1200">
                        <a:solidFill>
                          <a:schemeClr val="dk1"/>
                        </a:solidFill>
                        <a:latin typeface="Montserrat"/>
                        <a:ea typeface="Montserrat"/>
                        <a:cs typeface="Montserrat"/>
                        <a:sym typeface="Montserrat"/>
                      </a:endParaRPr>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chemeClr val="dk1"/>
                          </a:solidFill>
                          <a:latin typeface="Inter"/>
                          <a:ea typeface="Inter"/>
                          <a:cs typeface="Inter"/>
                          <a:sym typeface="Inter"/>
                        </a:rPr>
                        <a:t>Warehouses [1], causal models [3], branches [5]</a:t>
                      </a:r>
                      <a:endParaRPr sz="1000">
                        <a:solidFill>
                          <a:schemeClr val="dk1"/>
                        </a:solidFill>
                        <a:latin typeface="Inter"/>
                        <a:ea typeface="Inter"/>
                        <a:cs typeface="Inter"/>
                        <a:sym typeface="Inte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chemeClr val="dk1"/>
                          </a:solidFill>
                          <a:latin typeface="Inter"/>
                          <a:ea typeface="Inter"/>
                          <a:cs typeface="Inter"/>
                          <a:sym typeface="Inter"/>
                        </a:rPr>
                        <a:t>Live operational database (PostgreSQL)</a:t>
                      </a:r>
                      <a:endParaRPr sz="1000">
                        <a:solidFill>
                          <a:schemeClr val="dk1"/>
                        </a:solidFill>
                        <a:latin typeface="Inter"/>
                        <a:ea typeface="Inter"/>
                        <a:cs typeface="Inter"/>
                        <a:sym typeface="Inte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502920">
                <a:tc>
                  <a:txBody>
                    <a:bodyPr/>
                    <a:lstStyle/>
                    <a:p>
                      <a:pPr indent="0" lvl="0" marL="0" rtl="0" algn="ctr">
                        <a:spcBef>
                          <a:spcPts val="0"/>
                        </a:spcBef>
                        <a:spcAft>
                          <a:spcPts val="0"/>
                        </a:spcAft>
                        <a:buNone/>
                      </a:pPr>
                      <a:r>
                        <a:rPr b="1" lang="en" sz="1000">
                          <a:solidFill>
                            <a:schemeClr val="dk1"/>
                          </a:solidFill>
                          <a:latin typeface="Montserrat"/>
                          <a:ea typeface="Montserrat"/>
                          <a:cs typeface="Montserrat"/>
                          <a:sym typeface="Montserrat"/>
                        </a:rPr>
                        <a:t>Answer type</a:t>
                      </a:r>
                      <a:endParaRPr b="1" sz="1200">
                        <a:solidFill>
                          <a:schemeClr val="dk1"/>
                        </a:solidFill>
                        <a:latin typeface="Montserrat"/>
                        <a:ea typeface="Montserrat"/>
                        <a:cs typeface="Montserrat"/>
                        <a:sym typeface="Montserrat"/>
                      </a:endParaRPr>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chemeClr val="dk1"/>
                          </a:solidFill>
                          <a:latin typeface="Inter"/>
                          <a:ea typeface="Inter"/>
                          <a:cs typeface="Inter"/>
                          <a:sym typeface="Inter"/>
                        </a:rPr>
                        <a:t>Estimates [3] or solver-based answers [2]</a:t>
                      </a:r>
                      <a:endParaRPr sz="1000">
                        <a:solidFill>
                          <a:schemeClr val="dk1"/>
                        </a:solidFill>
                        <a:latin typeface="Inter"/>
                        <a:ea typeface="Inter"/>
                        <a:cs typeface="Inter"/>
                        <a:sym typeface="Inte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chemeClr val="dk1"/>
                          </a:solidFill>
                          <a:latin typeface="Inter"/>
                          <a:ea typeface="Inter"/>
                          <a:cs typeface="Inter"/>
                          <a:sym typeface="Inter"/>
                        </a:rPr>
                        <a:t>Exact: the change is really applied, then rolled back</a:t>
                      </a:r>
                      <a:endParaRPr sz="1000">
                        <a:solidFill>
                          <a:schemeClr val="dk1"/>
                        </a:solidFill>
                        <a:latin typeface="Inter"/>
                        <a:ea typeface="Inter"/>
                        <a:cs typeface="Inter"/>
                        <a:sym typeface="Inte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502920">
                <a:tc>
                  <a:txBody>
                    <a:bodyPr/>
                    <a:lstStyle/>
                    <a:p>
                      <a:pPr indent="0" lvl="0" marL="0" rtl="0" algn="ctr">
                        <a:spcBef>
                          <a:spcPts val="0"/>
                        </a:spcBef>
                        <a:spcAft>
                          <a:spcPts val="0"/>
                        </a:spcAft>
                        <a:buNone/>
                      </a:pPr>
                      <a:r>
                        <a:rPr b="1" lang="en" sz="1000">
                          <a:solidFill>
                            <a:schemeClr val="dk1"/>
                          </a:solidFill>
                          <a:latin typeface="Montserrat"/>
                          <a:ea typeface="Montserrat"/>
                          <a:cs typeface="Montserrat"/>
                          <a:sym typeface="Montserrat"/>
                        </a:rPr>
                        <a:t>Time direction</a:t>
                      </a:r>
                      <a:endParaRPr b="1" sz="1200">
                        <a:solidFill>
                          <a:schemeClr val="dk1"/>
                        </a:solidFill>
                        <a:latin typeface="Montserrat"/>
                        <a:ea typeface="Montserrat"/>
                        <a:cs typeface="Montserrat"/>
                        <a:sym typeface="Montserrat"/>
                      </a:endParaRPr>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chemeClr val="dk1"/>
                          </a:solidFill>
                          <a:latin typeface="Inter"/>
                          <a:ea typeface="Inter"/>
                          <a:cs typeface="Inter"/>
                          <a:sym typeface="Inter"/>
                        </a:rPr>
                        <a:t>Past histories [4] or past states [7]</a:t>
                      </a:r>
                      <a:endParaRPr sz="1000">
                        <a:solidFill>
                          <a:schemeClr val="dk1"/>
                        </a:solidFill>
                        <a:latin typeface="Inter"/>
                        <a:ea typeface="Inter"/>
                        <a:cs typeface="Inter"/>
                        <a:sym typeface="Inte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chemeClr val="dk1"/>
                          </a:solidFill>
                          <a:latin typeface="Inter"/>
                          <a:ea typeface="Inter"/>
                          <a:cs typeface="Inter"/>
                          <a:sym typeface="Inter"/>
                        </a:rPr>
                        <a:t>A hypothetical future change</a:t>
                      </a:r>
                      <a:endParaRPr sz="1000">
                        <a:solidFill>
                          <a:schemeClr val="dk1"/>
                        </a:solidFill>
                        <a:latin typeface="Inter"/>
                        <a:ea typeface="Inter"/>
                        <a:cs typeface="Inter"/>
                        <a:sym typeface="Inte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502920">
                <a:tc>
                  <a:txBody>
                    <a:bodyPr/>
                    <a:lstStyle/>
                    <a:p>
                      <a:pPr indent="0" lvl="0" marL="0" rtl="0" algn="ctr">
                        <a:spcBef>
                          <a:spcPts val="0"/>
                        </a:spcBef>
                        <a:spcAft>
                          <a:spcPts val="0"/>
                        </a:spcAft>
                        <a:buNone/>
                      </a:pPr>
                      <a:r>
                        <a:rPr b="1" lang="en" sz="1000">
                          <a:solidFill>
                            <a:schemeClr val="dk1"/>
                          </a:solidFill>
                          <a:latin typeface="Montserrat"/>
                          <a:ea typeface="Montserrat"/>
                          <a:cs typeface="Montserrat"/>
                          <a:sym typeface="Montserrat"/>
                        </a:rPr>
                        <a:t>Effort to use</a:t>
                      </a:r>
                      <a:endParaRPr b="1" sz="1200">
                        <a:solidFill>
                          <a:schemeClr val="dk1"/>
                        </a:solidFill>
                        <a:latin typeface="Montserrat"/>
                        <a:ea typeface="Montserrat"/>
                        <a:cs typeface="Montserrat"/>
                        <a:sym typeface="Montserrat"/>
                      </a:endParaRPr>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chemeClr val="dk1"/>
                          </a:solidFill>
                          <a:latin typeface="Inter"/>
                          <a:ea typeface="Inter"/>
                          <a:cs typeface="Inter"/>
                          <a:sym typeface="Inter"/>
                        </a:rPr>
                        <a:t>Create a branch [5] or build a causal model [3]</a:t>
                      </a:r>
                      <a:endParaRPr sz="1000">
                        <a:solidFill>
                          <a:schemeClr val="dk1"/>
                        </a:solidFill>
                        <a:latin typeface="Inter"/>
                        <a:ea typeface="Inter"/>
                        <a:cs typeface="Inter"/>
                        <a:sym typeface="Inte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chemeClr val="dk1"/>
                          </a:solidFill>
                          <a:latin typeface="Inter"/>
                          <a:ea typeface="Inter"/>
                          <a:cs typeface="Inter"/>
                          <a:sym typeface="Inter"/>
                        </a:rPr>
                        <a:t>One WHAT_IF statement</a:t>
                      </a:r>
                      <a:endParaRPr sz="1000">
                        <a:solidFill>
                          <a:schemeClr val="dk1"/>
                        </a:solidFill>
                        <a:latin typeface="Inter"/>
                        <a:ea typeface="Inter"/>
                        <a:cs typeface="Inter"/>
                        <a:sym typeface="Inte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502920">
                <a:tc>
                  <a:txBody>
                    <a:bodyPr/>
                    <a:lstStyle/>
                    <a:p>
                      <a:pPr indent="0" lvl="0" marL="0" rtl="0" algn="ctr">
                        <a:spcBef>
                          <a:spcPts val="0"/>
                        </a:spcBef>
                        <a:spcAft>
                          <a:spcPts val="0"/>
                        </a:spcAft>
                        <a:buNone/>
                      </a:pPr>
                      <a:r>
                        <a:rPr b="1" lang="en" sz="1000">
                          <a:solidFill>
                            <a:schemeClr val="dk1"/>
                          </a:solidFill>
                          <a:latin typeface="Montserrat"/>
                          <a:ea typeface="Montserrat"/>
                          <a:cs typeface="Montserrat"/>
                          <a:sym typeface="Montserrat"/>
                        </a:rPr>
                        <a:t>Schema changes</a:t>
                      </a:r>
                      <a:endParaRPr b="1" sz="1200">
                        <a:solidFill>
                          <a:schemeClr val="dk1"/>
                        </a:solidFill>
                        <a:latin typeface="Montserrat"/>
                        <a:ea typeface="Montserrat"/>
                        <a:cs typeface="Montserrat"/>
                        <a:sym typeface="Montserrat"/>
                      </a:endParaRPr>
                    </a:p>
                  </a:txBody>
                  <a:tcPr marT="0" marB="0"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chemeClr val="dk1"/>
                          </a:solidFill>
                          <a:latin typeface="Inter"/>
                          <a:ea typeface="Inter"/>
                          <a:cs typeface="Inter"/>
                          <a:sym typeface="Inter"/>
                        </a:rPr>
                        <a:t>Not covered by any of [1]-[7]</a:t>
                      </a:r>
                      <a:endParaRPr sz="1000">
                        <a:solidFill>
                          <a:schemeClr val="dk1"/>
                        </a:solidFill>
                        <a:latin typeface="Inter"/>
                        <a:ea typeface="Inter"/>
                        <a:cs typeface="Inter"/>
                        <a:sym typeface="Inte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chemeClr val="dk1"/>
                          </a:solidFill>
                          <a:latin typeface="Inter"/>
                          <a:ea typeface="Inter"/>
                          <a:cs typeface="Inter"/>
                          <a:sym typeface="Inter"/>
                        </a:rPr>
                        <a:t>Lists broken views, constraints and metrics</a:t>
                      </a:r>
                      <a:endParaRPr sz="1000">
                        <a:solidFill>
                          <a:schemeClr val="dk1"/>
                        </a:solidFill>
                        <a:latin typeface="Inter"/>
                        <a:ea typeface="Inter"/>
                        <a:cs typeface="Inter"/>
                        <a:sym typeface="Inte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632" name="TextBox 631"/>
          <p:cNvSpPr txBox="1"/>
          <p:nvPr/>
        </p:nvSpPr>
        <p:spPr>
          <a:xfrm>
            <a:off x="411480" y="4965192"/>
            <a:ext cx="5486400" cy="155448"/>
          </a:xfrm>
          <a:prstGeom prst="rect">
            <a:avLst/>
          </a:prstGeom>
          <a:noFill/>
        </p:spPr>
        <p:txBody>
          <a:bodyPr wrap="none" lIns="0" rIns="0" tIns="0" bIns="0">
            <a:spAutoFit/>
          </a:bodyPr>
          <a:lstStyle/>
          <a:p>
            <a:pPr algn="l"/>
            <a:r>
              <a:rPr sz="800">
                <a:solidFill>
                  <a:srgbClr val="9AA0A8"/>
                </a:solidFill>
              </a:rPr>
              <a:t>BACSE202 – Database Management Systems  |  First Review  |  Fall Semester 2026</a:t>
            </a:r>
          </a:p>
        </p:txBody>
      </p:sp>
      <p:sp>
        <p:nvSpPr>
          <p:cNvPr id="633" name="TextBox 632"/>
          <p:cNvSpPr txBox="1"/>
          <p:nvPr/>
        </p:nvSpPr>
        <p:spPr>
          <a:xfrm>
            <a:off x="7863840" y="4956048"/>
            <a:ext cx="868680" cy="155448"/>
          </a:xfrm>
          <a:prstGeom prst="rect">
            <a:avLst/>
          </a:prstGeom>
          <a:noFill/>
        </p:spPr>
        <p:txBody>
          <a:bodyPr wrap="none" lIns="0" rIns="0" tIns="0" bIns="0">
            <a:spAutoFit/>
          </a:bodyPr>
          <a:lstStyle/>
          <a:p>
            <a:pPr algn="r"/>
            <a:r>
              <a:rPr sz="800">
                <a:solidFill>
                  <a:srgbClr val="9AA0A8"/>
                </a:solidFill>
              </a:rPr>
              <a:t>14</a:t>
            </a: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33"/>
          <p:cNvSpPr txBox="1"/>
          <p:nvPr>
            <p:ph idx="6" type="subTitle"/>
          </p:nvPr>
        </p:nvSpPr>
        <p:spPr>
          <a:xfrm>
            <a:off x="1514688" y="2998225"/>
            <a:ext cx="2848200" cy="429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Input</a:t>
            </a:r>
            <a:endParaRPr/>
          </a:p>
        </p:txBody>
      </p:sp>
      <p:sp>
        <p:nvSpPr>
          <p:cNvPr id="575" name="Google Shape;575;p3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What the Framework Is</a:t>
            </a:r>
            <a:endParaRPr/>
          </a:p>
        </p:txBody>
      </p:sp>
      <p:sp>
        <p:nvSpPr>
          <p:cNvPr id="576" name="Google Shape;576;p33"/>
          <p:cNvSpPr txBox="1"/>
          <p:nvPr>
            <p:ph idx="1" type="subTitle"/>
          </p:nvPr>
        </p:nvSpPr>
        <p:spPr>
          <a:xfrm>
            <a:off x="1514688" y="1708325"/>
            <a:ext cx="2811000" cy="108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 lightweight layer between the user and PostgreSQL that adds a WHAT_IF command to SQL, without changing the database engine.</a:t>
            </a:r>
            <a:endParaRPr/>
          </a:p>
        </p:txBody>
      </p:sp>
      <p:sp>
        <p:nvSpPr>
          <p:cNvPr id="577" name="Google Shape;577;p33"/>
          <p:cNvSpPr txBox="1"/>
          <p:nvPr>
            <p:ph idx="2" type="subTitle"/>
          </p:nvPr>
        </p:nvSpPr>
        <p:spPr>
          <a:xfrm>
            <a:off x="4818313" y="1708325"/>
            <a:ext cx="2811000" cy="108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Between the user and PostgreSQL. The database engine itself is unchanged, and the real data is never modified.</a:t>
            </a:r>
            <a:endParaRPr/>
          </a:p>
        </p:txBody>
      </p:sp>
      <p:sp>
        <p:nvSpPr>
          <p:cNvPr id="578" name="Google Shape;578;p33"/>
          <p:cNvSpPr txBox="1"/>
          <p:nvPr>
            <p:ph idx="3" type="subTitle"/>
          </p:nvPr>
        </p:nvSpPr>
        <p:spPr>
          <a:xfrm>
            <a:off x="1514688" y="3368900"/>
            <a:ext cx="2848200" cy="108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 WHAT_IF statement: an INSERT, UPDATE or DELETE, or a listed schema change such as DROP COLUMN.</a:t>
            </a:r>
            <a:endParaRPr/>
          </a:p>
        </p:txBody>
      </p:sp>
      <p:sp>
        <p:nvSpPr>
          <p:cNvPr id="579" name="Google Shape;579;p33"/>
          <p:cNvSpPr txBox="1"/>
          <p:nvPr>
            <p:ph idx="4" type="subTitle"/>
          </p:nvPr>
        </p:nvSpPr>
        <p:spPr>
          <a:xfrm>
            <a:off x="4818313" y="3368900"/>
            <a:ext cx="2811000" cy="108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An impact report: affected tables and changes in CGPA, attendance and eligibility, plus broken views and constraints for schema changes.</a:t>
            </a:r>
            <a:endParaRPr/>
          </a:p>
        </p:txBody>
      </p:sp>
      <p:sp>
        <p:nvSpPr>
          <p:cNvPr id="580" name="Google Shape;580;p33"/>
          <p:cNvSpPr txBox="1"/>
          <p:nvPr>
            <p:ph idx="5" type="subTitle"/>
          </p:nvPr>
        </p:nvSpPr>
        <p:spPr>
          <a:xfrm>
            <a:off x="1514688" y="1337575"/>
            <a:ext cx="2811000" cy="429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What it is</a:t>
            </a:r>
            <a:endParaRPr/>
          </a:p>
        </p:txBody>
      </p:sp>
      <p:sp>
        <p:nvSpPr>
          <p:cNvPr id="581" name="Google Shape;581;p33"/>
          <p:cNvSpPr txBox="1"/>
          <p:nvPr>
            <p:ph idx="7" type="subTitle"/>
          </p:nvPr>
        </p:nvSpPr>
        <p:spPr>
          <a:xfrm>
            <a:off x="4818288" y="1337575"/>
            <a:ext cx="2811000" cy="429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Where it sits</a:t>
            </a:r>
            <a:endParaRPr/>
          </a:p>
        </p:txBody>
      </p:sp>
      <p:sp>
        <p:nvSpPr>
          <p:cNvPr id="582" name="Google Shape;582;p33"/>
          <p:cNvSpPr txBox="1"/>
          <p:nvPr>
            <p:ph idx="8" type="subTitle"/>
          </p:nvPr>
        </p:nvSpPr>
        <p:spPr>
          <a:xfrm>
            <a:off x="4818287" y="2998225"/>
            <a:ext cx="2811000" cy="429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Output</a:t>
            </a:r>
            <a:endParaRPr/>
          </a:p>
        </p:txBody>
      </p:sp>
      <p:grpSp>
        <p:nvGrpSpPr>
          <p:cNvPr id="583" name="Google Shape;583;p33"/>
          <p:cNvGrpSpPr/>
          <p:nvPr/>
        </p:nvGrpSpPr>
        <p:grpSpPr>
          <a:xfrm>
            <a:off x="-517361" y="1761512"/>
            <a:ext cx="2065698" cy="2268248"/>
            <a:chOff x="-517361" y="1761512"/>
            <a:chExt cx="2065698" cy="2268248"/>
          </a:xfrm>
        </p:grpSpPr>
        <p:pic>
          <p:nvPicPr>
            <p:cNvPr id="584" name="Google Shape;584;p33"/>
            <p:cNvPicPr preferRelativeResize="0"/>
            <p:nvPr/>
          </p:nvPicPr>
          <p:blipFill>
            <a:blip r:embed="rId3">
              <a:alphaModFix/>
            </a:blip>
            <a:stretch>
              <a:fillRect/>
            </a:stretch>
          </p:blipFill>
          <p:spPr>
            <a:xfrm flipH="1">
              <a:off x="-517361" y="1761512"/>
              <a:ext cx="2065698" cy="2268248"/>
            </a:xfrm>
            <a:prstGeom prst="rect">
              <a:avLst/>
            </a:prstGeom>
            <a:noFill/>
            <a:ln>
              <a:noFill/>
            </a:ln>
          </p:spPr>
        </p:pic>
        <p:grpSp>
          <p:nvGrpSpPr>
            <p:cNvPr id="585" name="Google Shape;585;p33"/>
            <p:cNvGrpSpPr/>
            <p:nvPr/>
          </p:nvGrpSpPr>
          <p:grpSpPr>
            <a:xfrm>
              <a:off x="174705" y="2522709"/>
              <a:ext cx="745872" cy="745872"/>
              <a:chOff x="1323700" y="2294750"/>
              <a:chExt cx="691775" cy="691775"/>
            </a:xfrm>
          </p:grpSpPr>
          <p:sp>
            <p:nvSpPr>
              <p:cNvPr id="586" name="Google Shape;586;p33"/>
              <p:cNvSpPr/>
              <p:nvPr/>
            </p:nvSpPr>
            <p:spPr>
              <a:xfrm>
                <a:off x="1375450" y="2304250"/>
                <a:ext cx="630525" cy="630525"/>
              </a:xfrm>
              <a:custGeom>
                <a:rect b="b" l="l" r="r" t="t"/>
                <a:pathLst>
                  <a:path extrusionOk="0" h="25221" w="25221">
                    <a:moveTo>
                      <a:pt x="4056" y="1"/>
                    </a:moveTo>
                    <a:lnTo>
                      <a:pt x="0" y="4056"/>
                    </a:lnTo>
                    <a:lnTo>
                      <a:pt x="8548" y="12618"/>
                    </a:lnTo>
                    <a:lnTo>
                      <a:pt x="0" y="21165"/>
                    </a:lnTo>
                    <a:lnTo>
                      <a:pt x="4056" y="25221"/>
                    </a:lnTo>
                    <a:lnTo>
                      <a:pt x="12603" y="16673"/>
                    </a:lnTo>
                    <a:lnTo>
                      <a:pt x="21165" y="25221"/>
                    </a:lnTo>
                    <a:lnTo>
                      <a:pt x="25220" y="21165"/>
                    </a:lnTo>
                    <a:lnTo>
                      <a:pt x="16673" y="12618"/>
                    </a:lnTo>
                    <a:lnTo>
                      <a:pt x="25220" y="4056"/>
                    </a:lnTo>
                    <a:lnTo>
                      <a:pt x="21165" y="1"/>
                    </a:lnTo>
                    <a:lnTo>
                      <a:pt x="12603" y="8548"/>
                    </a:lnTo>
                    <a:lnTo>
                      <a:pt x="405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33"/>
              <p:cNvSpPr/>
              <p:nvPr/>
            </p:nvSpPr>
            <p:spPr>
              <a:xfrm>
                <a:off x="1365925" y="2294750"/>
                <a:ext cx="649550" cy="649550"/>
              </a:xfrm>
              <a:custGeom>
                <a:rect b="b" l="l" r="r" t="t"/>
                <a:pathLst>
                  <a:path extrusionOk="0" h="25982" w="25982">
                    <a:moveTo>
                      <a:pt x="21546" y="747"/>
                    </a:moveTo>
                    <a:lnTo>
                      <a:pt x="25249" y="4436"/>
                    </a:lnTo>
                    <a:lnTo>
                      <a:pt x="16688" y="12984"/>
                    </a:lnTo>
                    <a:lnTo>
                      <a:pt x="25249" y="21531"/>
                    </a:lnTo>
                    <a:lnTo>
                      <a:pt x="21546" y="25235"/>
                    </a:lnTo>
                    <a:lnTo>
                      <a:pt x="12984" y="16673"/>
                    </a:lnTo>
                    <a:lnTo>
                      <a:pt x="4451" y="25235"/>
                    </a:lnTo>
                    <a:lnTo>
                      <a:pt x="747" y="21545"/>
                    </a:lnTo>
                    <a:lnTo>
                      <a:pt x="9295" y="12998"/>
                    </a:lnTo>
                    <a:lnTo>
                      <a:pt x="747" y="4436"/>
                    </a:lnTo>
                    <a:lnTo>
                      <a:pt x="4437" y="747"/>
                    </a:lnTo>
                    <a:lnTo>
                      <a:pt x="12984" y="9308"/>
                    </a:lnTo>
                    <a:lnTo>
                      <a:pt x="21546" y="747"/>
                    </a:lnTo>
                    <a:close/>
                    <a:moveTo>
                      <a:pt x="4437" y="0"/>
                    </a:moveTo>
                    <a:lnTo>
                      <a:pt x="1" y="4436"/>
                    </a:lnTo>
                    <a:lnTo>
                      <a:pt x="8562" y="12998"/>
                    </a:lnTo>
                    <a:lnTo>
                      <a:pt x="1" y="21545"/>
                    </a:lnTo>
                    <a:lnTo>
                      <a:pt x="4437" y="25981"/>
                    </a:lnTo>
                    <a:lnTo>
                      <a:pt x="12984" y="17419"/>
                    </a:lnTo>
                    <a:lnTo>
                      <a:pt x="21546" y="25981"/>
                    </a:lnTo>
                    <a:lnTo>
                      <a:pt x="25982" y="21545"/>
                    </a:lnTo>
                    <a:lnTo>
                      <a:pt x="17434" y="12998"/>
                    </a:lnTo>
                    <a:lnTo>
                      <a:pt x="25982" y="4436"/>
                    </a:lnTo>
                    <a:lnTo>
                      <a:pt x="21546" y="0"/>
                    </a:lnTo>
                    <a:lnTo>
                      <a:pt x="12984" y="8562"/>
                    </a:lnTo>
                    <a:lnTo>
                      <a:pt x="443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33"/>
              <p:cNvSpPr/>
              <p:nvPr/>
            </p:nvSpPr>
            <p:spPr>
              <a:xfrm>
                <a:off x="1333200" y="2346500"/>
                <a:ext cx="630525" cy="630525"/>
              </a:xfrm>
              <a:custGeom>
                <a:rect b="b" l="l" r="r" t="t"/>
                <a:pathLst>
                  <a:path extrusionOk="0" h="25221" w="25221">
                    <a:moveTo>
                      <a:pt x="4056" y="0"/>
                    </a:moveTo>
                    <a:lnTo>
                      <a:pt x="0" y="4056"/>
                    </a:lnTo>
                    <a:lnTo>
                      <a:pt x="8548" y="12618"/>
                    </a:lnTo>
                    <a:lnTo>
                      <a:pt x="0" y="21165"/>
                    </a:lnTo>
                    <a:lnTo>
                      <a:pt x="4056" y="25221"/>
                    </a:lnTo>
                    <a:lnTo>
                      <a:pt x="12603" y="16673"/>
                    </a:lnTo>
                    <a:lnTo>
                      <a:pt x="21165" y="25221"/>
                    </a:lnTo>
                    <a:lnTo>
                      <a:pt x="25221" y="21165"/>
                    </a:lnTo>
                    <a:lnTo>
                      <a:pt x="16673" y="12618"/>
                    </a:lnTo>
                    <a:lnTo>
                      <a:pt x="25221" y="4056"/>
                    </a:lnTo>
                    <a:lnTo>
                      <a:pt x="21165" y="0"/>
                    </a:lnTo>
                    <a:lnTo>
                      <a:pt x="12603" y="8548"/>
                    </a:lnTo>
                    <a:lnTo>
                      <a:pt x="405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33"/>
              <p:cNvSpPr/>
              <p:nvPr/>
            </p:nvSpPr>
            <p:spPr>
              <a:xfrm>
                <a:off x="1323700" y="2337350"/>
                <a:ext cx="649525" cy="649175"/>
              </a:xfrm>
              <a:custGeom>
                <a:rect b="b" l="l" r="r" t="t"/>
                <a:pathLst>
                  <a:path extrusionOk="0" h="25967" w="25981">
                    <a:moveTo>
                      <a:pt x="21531" y="733"/>
                    </a:moveTo>
                    <a:lnTo>
                      <a:pt x="25220" y="4422"/>
                    </a:lnTo>
                    <a:lnTo>
                      <a:pt x="16673" y="12984"/>
                    </a:lnTo>
                    <a:lnTo>
                      <a:pt x="25234" y="21531"/>
                    </a:lnTo>
                    <a:lnTo>
                      <a:pt x="21545" y="25221"/>
                    </a:lnTo>
                    <a:lnTo>
                      <a:pt x="12983" y="16673"/>
                    </a:lnTo>
                    <a:lnTo>
                      <a:pt x="4450" y="25221"/>
                    </a:lnTo>
                    <a:lnTo>
                      <a:pt x="746" y="21531"/>
                    </a:lnTo>
                    <a:lnTo>
                      <a:pt x="9294" y="12984"/>
                    </a:lnTo>
                    <a:lnTo>
                      <a:pt x="732" y="4422"/>
                    </a:lnTo>
                    <a:lnTo>
                      <a:pt x="4436" y="747"/>
                    </a:lnTo>
                    <a:lnTo>
                      <a:pt x="12983" y="9294"/>
                    </a:lnTo>
                    <a:lnTo>
                      <a:pt x="21531" y="733"/>
                    </a:lnTo>
                    <a:close/>
                    <a:moveTo>
                      <a:pt x="4436" y="0"/>
                    </a:moveTo>
                    <a:lnTo>
                      <a:pt x="0" y="4422"/>
                    </a:lnTo>
                    <a:lnTo>
                      <a:pt x="8548" y="12984"/>
                    </a:lnTo>
                    <a:lnTo>
                      <a:pt x="0" y="21531"/>
                    </a:lnTo>
                    <a:lnTo>
                      <a:pt x="4436" y="25967"/>
                    </a:lnTo>
                    <a:lnTo>
                      <a:pt x="12983" y="17419"/>
                    </a:lnTo>
                    <a:lnTo>
                      <a:pt x="21545" y="25967"/>
                    </a:lnTo>
                    <a:lnTo>
                      <a:pt x="25981" y="21531"/>
                    </a:lnTo>
                    <a:lnTo>
                      <a:pt x="17433" y="12984"/>
                    </a:lnTo>
                    <a:lnTo>
                      <a:pt x="25967" y="4422"/>
                    </a:lnTo>
                    <a:lnTo>
                      <a:pt x="21545" y="0"/>
                    </a:lnTo>
                    <a:lnTo>
                      <a:pt x="12983" y="8548"/>
                    </a:lnTo>
                    <a:lnTo>
                      <a:pt x="443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90" name="TextBox 589"/>
          <p:cNvSpPr txBox="1"/>
          <p:nvPr/>
        </p:nvSpPr>
        <p:spPr>
          <a:xfrm>
            <a:off x="411480" y="4965192"/>
            <a:ext cx="5486400" cy="155448"/>
          </a:xfrm>
          <a:prstGeom prst="rect">
            <a:avLst/>
          </a:prstGeom>
          <a:noFill/>
        </p:spPr>
        <p:txBody>
          <a:bodyPr wrap="none" lIns="0" rIns="0" tIns="0" bIns="0">
            <a:spAutoFit/>
          </a:bodyPr>
          <a:lstStyle/>
          <a:p>
            <a:pPr algn="l"/>
            <a:r>
              <a:rPr sz="800">
                <a:solidFill>
                  <a:srgbClr val="9AA0A8"/>
                </a:solidFill>
              </a:rPr>
              <a:t>BACSE202 – Database Management Systems  |  First Review  |  Fall Semester 2026</a:t>
            </a:r>
          </a:p>
        </p:txBody>
      </p:sp>
      <p:sp>
        <p:nvSpPr>
          <p:cNvPr id="591" name="TextBox 590"/>
          <p:cNvSpPr txBox="1"/>
          <p:nvPr/>
        </p:nvSpPr>
        <p:spPr>
          <a:xfrm>
            <a:off x="7863840" y="4956048"/>
            <a:ext cx="868680" cy="155448"/>
          </a:xfrm>
          <a:prstGeom prst="rect">
            <a:avLst/>
          </a:prstGeom>
          <a:noFill/>
        </p:spPr>
        <p:txBody>
          <a:bodyPr wrap="none" lIns="0" rIns="0" tIns="0" bIns="0">
            <a:spAutoFit/>
          </a:bodyPr>
          <a:lstStyle/>
          <a:p>
            <a:pPr algn="r"/>
            <a:r>
              <a:rPr sz="800">
                <a:solidFill>
                  <a:srgbClr val="9AA0A8"/>
                </a:solidFill>
              </a:rPr>
              <a:t>9</a:t>
            </a: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31"/>
          <p:cNvSpPr txBox="1"/>
          <p:nvPr>
            <p:ph idx="4" type="subTitle"/>
          </p:nvPr>
        </p:nvSpPr>
        <p:spPr>
          <a:xfrm>
            <a:off x="4798770" y="2210500"/>
            <a:ext cx="3058500" cy="429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How What-If DB handles it</a:t>
            </a:r>
            <a:endParaRPr/>
          </a:p>
        </p:txBody>
      </p:sp>
      <p:sp>
        <p:nvSpPr>
          <p:cNvPr id="539" name="Google Shape;539;p3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What the Framework Does</a:t>
            </a:r>
            <a:endParaRPr/>
          </a:p>
        </p:txBody>
      </p:sp>
      <p:sp>
        <p:nvSpPr>
          <p:cNvPr id="540" name="Google Shape;540;p31"/>
          <p:cNvSpPr txBox="1"/>
          <p:nvPr>
            <p:ph idx="1" type="subTitle"/>
          </p:nvPr>
        </p:nvSpPr>
        <p:spPr>
          <a:xfrm>
            <a:off x="4798772" y="2583575"/>
            <a:ext cx="3058500" cy="1445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It parses the statement, takes baseline metrics, applies the change in a transaction, compares, and rolls back. Diagram 2 shows the six steps.</a:t>
            </a:r>
            <a:endParaRPr/>
          </a:p>
        </p:txBody>
      </p:sp>
      <p:sp>
        <p:nvSpPr>
          <p:cNvPr id="541" name="Google Shape;541;p31"/>
          <p:cNvSpPr txBox="1"/>
          <p:nvPr>
            <p:ph idx="2" type="subTitle"/>
          </p:nvPr>
        </p:nvSpPr>
        <p:spPr>
          <a:xfrm>
            <a:off x="1286725" y="2583575"/>
            <a:ext cx="3058500" cy="1445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One change spreads through derived values, views, constraints and other tables, and the full effect stays hidden until commit. Diagram 1 traces this ripple step by step.</a:t>
            </a:r>
            <a:endParaRPr/>
          </a:p>
        </p:txBody>
      </p:sp>
      <p:sp>
        <p:nvSpPr>
          <p:cNvPr id="542" name="Google Shape;542;p31"/>
          <p:cNvSpPr txBox="1"/>
          <p:nvPr>
            <p:ph idx="3" type="subTitle"/>
          </p:nvPr>
        </p:nvSpPr>
        <p:spPr>
          <a:xfrm>
            <a:off x="1286725" y="2210500"/>
            <a:ext cx="3058500" cy="429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The ripple effect</a:t>
            </a:r>
            <a:endParaRPr/>
          </a:p>
        </p:txBody>
      </p:sp>
      <p:grpSp>
        <p:nvGrpSpPr>
          <p:cNvPr id="543" name="Google Shape;543;p31"/>
          <p:cNvGrpSpPr/>
          <p:nvPr/>
        </p:nvGrpSpPr>
        <p:grpSpPr>
          <a:xfrm>
            <a:off x="2621609" y="1688666"/>
            <a:ext cx="388752" cy="369040"/>
            <a:chOff x="2554800" y="2024425"/>
            <a:chExt cx="326875" cy="310300"/>
          </a:xfrm>
        </p:grpSpPr>
        <p:sp>
          <p:nvSpPr>
            <p:cNvPr id="544" name="Google Shape;544;p31"/>
            <p:cNvSpPr/>
            <p:nvPr/>
          </p:nvSpPr>
          <p:spPr>
            <a:xfrm>
              <a:off x="2749700" y="2170825"/>
              <a:ext cx="18025" cy="18000"/>
            </a:xfrm>
            <a:custGeom>
              <a:rect b="b" l="l" r="r" t="t"/>
              <a:pathLst>
                <a:path extrusionOk="0" h="720" w="721">
                  <a:moveTo>
                    <a:pt x="361" y="0"/>
                  </a:moveTo>
                  <a:cubicBezTo>
                    <a:pt x="155" y="0"/>
                    <a:pt x="1" y="154"/>
                    <a:pt x="1" y="360"/>
                  </a:cubicBezTo>
                  <a:cubicBezTo>
                    <a:pt x="1" y="566"/>
                    <a:pt x="155" y="720"/>
                    <a:pt x="361" y="720"/>
                  </a:cubicBezTo>
                  <a:cubicBezTo>
                    <a:pt x="549" y="720"/>
                    <a:pt x="721" y="566"/>
                    <a:pt x="721" y="360"/>
                  </a:cubicBezTo>
                  <a:cubicBezTo>
                    <a:pt x="721" y="154"/>
                    <a:pt x="549" y="0"/>
                    <a:pt x="3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31"/>
            <p:cNvSpPr/>
            <p:nvPr/>
          </p:nvSpPr>
          <p:spPr>
            <a:xfrm>
              <a:off x="2700875" y="2170825"/>
              <a:ext cx="18450" cy="18000"/>
            </a:xfrm>
            <a:custGeom>
              <a:rect b="b" l="l" r="r" t="t"/>
              <a:pathLst>
                <a:path extrusionOk="0" h="720" w="738">
                  <a:moveTo>
                    <a:pt x="378" y="0"/>
                  </a:moveTo>
                  <a:cubicBezTo>
                    <a:pt x="275" y="0"/>
                    <a:pt x="172" y="35"/>
                    <a:pt x="121" y="103"/>
                  </a:cubicBezTo>
                  <a:cubicBezTo>
                    <a:pt x="35" y="172"/>
                    <a:pt x="1" y="257"/>
                    <a:pt x="1" y="360"/>
                  </a:cubicBezTo>
                  <a:cubicBezTo>
                    <a:pt x="1" y="463"/>
                    <a:pt x="52" y="549"/>
                    <a:pt x="121" y="617"/>
                  </a:cubicBezTo>
                  <a:cubicBezTo>
                    <a:pt x="189" y="686"/>
                    <a:pt x="275" y="720"/>
                    <a:pt x="378" y="720"/>
                  </a:cubicBezTo>
                  <a:cubicBezTo>
                    <a:pt x="566" y="720"/>
                    <a:pt x="737" y="566"/>
                    <a:pt x="737" y="360"/>
                  </a:cubicBezTo>
                  <a:cubicBezTo>
                    <a:pt x="737" y="154"/>
                    <a:pt x="566" y="0"/>
                    <a:pt x="37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31"/>
            <p:cNvSpPr/>
            <p:nvPr/>
          </p:nvSpPr>
          <p:spPr>
            <a:xfrm>
              <a:off x="2652050" y="2170825"/>
              <a:ext cx="18450" cy="18000"/>
            </a:xfrm>
            <a:custGeom>
              <a:rect b="b" l="l" r="r" t="t"/>
              <a:pathLst>
                <a:path extrusionOk="0" h="720" w="738">
                  <a:moveTo>
                    <a:pt x="371" y="0"/>
                  </a:moveTo>
                  <a:cubicBezTo>
                    <a:pt x="279" y="0"/>
                    <a:pt x="189" y="35"/>
                    <a:pt x="120" y="103"/>
                  </a:cubicBezTo>
                  <a:cubicBezTo>
                    <a:pt x="35" y="172"/>
                    <a:pt x="0" y="257"/>
                    <a:pt x="0" y="360"/>
                  </a:cubicBezTo>
                  <a:cubicBezTo>
                    <a:pt x="0" y="463"/>
                    <a:pt x="52" y="549"/>
                    <a:pt x="120" y="617"/>
                  </a:cubicBezTo>
                  <a:cubicBezTo>
                    <a:pt x="189" y="686"/>
                    <a:pt x="274" y="720"/>
                    <a:pt x="377" y="720"/>
                  </a:cubicBezTo>
                  <a:cubicBezTo>
                    <a:pt x="463" y="720"/>
                    <a:pt x="549" y="686"/>
                    <a:pt x="634" y="617"/>
                  </a:cubicBezTo>
                  <a:cubicBezTo>
                    <a:pt x="686" y="549"/>
                    <a:pt x="737" y="463"/>
                    <a:pt x="737" y="360"/>
                  </a:cubicBezTo>
                  <a:cubicBezTo>
                    <a:pt x="737" y="257"/>
                    <a:pt x="703" y="172"/>
                    <a:pt x="634" y="103"/>
                  </a:cubicBezTo>
                  <a:cubicBezTo>
                    <a:pt x="557" y="35"/>
                    <a:pt x="463" y="0"/>
                    <a:pt x="3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31"/>
            <p:cNvSpPr/>
            <p:nvPr/>
          </p:nvSpPr>
          <p:spPr>
            <a:xfrm>
              <a:off x="2603650" y="2170825"/>
              <a:ext cx="18000" cy="18000"/>
            </a:xfrm>
            <a:custGeom>
              <a:rect b="b" l="l" r="r" t="t"/>
              <a:pathLst>
                <a:path extrusionOk="0" h="720" w="720">
                  <a:moveTo>
                    <a:pt x="360" y="0"/>
                  </a:moveTo>
                  <a:cubicBezTo>
                    <a:pt x="154" y="0"/>
                    <a:pt x="0" y="154"/>
                    <a:pt x="0" y="360"/>
                  </a:cubicBezTo>
                  <a:cubicBezTo>
                    <a:pt x="0" y="566"/>
                    <a:pt x="154" y="720"/>
                    <a:pt x="360" y="720"/>
                  </a:cubicBezTo>
                  <a:cubicBezTo>
                    <a:pt x="446" y="720"/>
                    <a:pt x="548" y="686"/>
                    <a:pt x="617" y="617"/>
                  </a:cubicBezTo>
                  <a:cubicBezTo>
                    <a:pt x="685" y="549"/>
                    <a:pt x="720" y="463"/>
                    <a:pt x="720" y="360"/>
                  </a:cubicBezTo>
                  <a:cubicBezTo>
                    <a:pt x="720" y="257"/>
                    <a:pt x="685" y="172"/>
                    <a:pt x="617" y="103"/>
                  </a:cubicBezTo>
                  <a:cubicBezTo>
                    <a:pt x="548" y="35"/>
                    <a:pt x="463" y="0"/>
                    <a:pt x="3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31"/>
            <p:cNvSpPr/>
            <p:nvPr/>
          </p:nvSpPr>
          <p:spPr>
            <a:xfrm>
              <a:off x="2603650" y="2219225"/>
              <a:ext cx="18000" cy="18500"/>
            </a:xfrm>
            <a:custGeom>
              <a:rect b="b" l="l" r="r" t="t"/>
              <a:pathLst>
                <a:path extrusionOk="0" h="740" w="720">
                  <a:moveTo>
                    <a:pt x="360" y="0"/>
                  </a:moveTo>
                  <a:cubicBezTo>
                    <a:pt x="154" y="18"/>
                    <a:pt x="0" y="172"/>
                    <a:pt x="0" y="377"/>
                  </a:cubicBezTo>
                  <a:cubicBezTo>
                    <a:pt x="0" y="597"/>
                    <a:pt x="172" y="739"/>
                    <a:pt x="358" y="739"/>
                  </a:cubicBezTo>
                  <a:cubicBezTo>
                    <a:pt x="447" y="739"/>
                    <a:pt x="539" y="707"/>
                    <a:pt x="617" y="634"/>
                  </a:cubicBezTo>
                  <a:cubicBezTo>
                    <a:pt x="685" y="566"/>
                    <a:pt x="720" y="463"/>
                    <a:pt x="720" y="377"/>
                  </a:cubicBezTo>
                  <a:cubicBezTo>
                    <a:pt x="720" y="275"/>
                    <a:pt x="685" y="189"/>
                    <a:pt x="617" y="120"/>
                  </a:cubicBezTo>
                  <a:cubicBezTo>
                    <a:pt x="548" y="52"/>
                    <a:pt x="463" y="18"/>
                    <a:pt x="3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31"/>
            <p:cNvSpPr/>
            <p:nvPr/>
          </p:nvSpPr>
          <p:spPr>
            <a:xfrm>
              <a:off x="2783550" y="2233150"/>
              <a:ext cx="41575" cy="38350"/>
            </a:xfrm>
            <a:custGeom>
              <a:rect b="b" l="l" r="r" t="t"/>
              <a:pathLst>
                <a:path extrusionOk="0" h="1534" w="1663">
                  <a:moveTo>
                    <a:pt x="362" y="0"/>
                  </a:moveTo>
                  <a:cubicBezTo>
                    <a:pt x="189" y="0"/>
                    <a:pt x="18" y="112"/>
                    <a:pt x="1" y="334"/>
                  </a:cubicBezTo>
                  <a:lnTo>
                    <a:pt x="1" y="1174"/>
                  </a:lnTo>
                  <a:cubicBezTo>
                    <a:pt x="1" y="1380"/>
                    <a:pt x="172" y="1534"/>
                    <a:pt x="360" y="1534"/>
                  </a:cubicBezTo>
                  <a:lnTo>
                    <a:pt x="1217" y="1534"/>
                  </a:lnTo>
                  <a:cubicBezTo>
                    <a:pt x="1663" y="1500"/>
                    <a:pt x="1663" y="848"/>
                    <a:pt x="1217" y="814"/>
                  </a:cubicBezTo>
                  <a:lnTo>
                    <a:pt x="737" y="814"/>
                  </a:lnTo>
                  <a:lnTo>
                    <a:pt x="737" y="334"/>
                  </a:lnTo>
                  <a:cubicBezTo>
                    <a:pt x="712" y="112"/>
                    <a:pt x="536" y="0"/>
                    <a:pt x="3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31"/>
            <p:cNvSpPr/>
            <p:nvPr/>
          </p:nvSpPr>
          <p:spPr>
            <a:xfrm>
              <a:off x="2644750" y="2210850"/>
              <a:ext cx="33025" cy="31525"/>
            </a:xfrm>
            <a:custGeom>
              <a:rect b="b" l="l" r="r" t="t"/>
              <a:pathLst>
                <a:path extrusionOk="0" h="1261" w="1321">
                  <a:moveTo>
                    <a:pt x="678" y="0"/>
                  </a:moveTo>
                  <a:cubicBezTo>
                    <a:pt x="350" y="0"/>
                    <a:pt x="29" y="310"/>
                    <a:pt x="155" y="712"/>
                  </a:cubicBezTo>
                  <a:cubicBezTo>
                    <a:pt x="1" y="952"/>
                    <a:pt x="189" y="1261"/>
                    <a:pt x="464" y="1261"/>
                  </a:cubicBezTo>
                  <a:cubicBezTo>
                    <a:pt x="524" y="1226"/>
                    <a:pt x="592" y="1209"/>
                    <a:pt x="661" y="1209"/>
                  </a:cubicBezTo>
                  <a:cubicBezTo>
                    <a:pt x="729" y="1209"/>
                    <a:pt x="798" y="1226"/>
                    <a:pt x="858" y="1261"/>
                  </a:cubicBezTo>
                  <a:cubicBezTo>
                    <a:pt x="1149" y="1261"/>
                    <a:pt x="1320" y="952"/>
                    <a:pt x="1166" y="712"/>
                  </a:cubicBezTo>
                  <a:cubicBezTo>
                    <a:pt x="1252" y="558"/>
                    <a:pt x="1235" y="370"/>
                    <a:pt x="1115" y="250"/>
                  </a:cubicBezTo>
                  <a:cubicBezTo>
                    <a:pt x="1002" y="75"/>
                    <a:pt x="839" y="0"/>
                    <a:pt x="67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31"/>
            <p:cNvSpPr/>
            <p:nvPr/>
          </p:nvSpPr>
          <p:spPr>
            <a:xfrm>
              <a:off x="2554800" y="2024425"/>
              <a:ext cx="326875" cy="310300"/>
            </a:xfrm>
            <a:custGeom>
              <a:rect b="b" l="l" r="r" t="t"/>
              <a:pathLst>
                <a:path extrusionOk="0" h="12412" w="13075">
                  <a:moveTo>
                    <a:pt x="9733" y="4640"/>
                  </a:moveTo>
                  <a:lnTo>
                    <a:pt x="9733" y="6644"/>
                  </a:lnTo>
                  <a:lnTo>
                    <a:pt x="9527" y="6644"/>
                  </a:lnTo>
                  <a:cubicBezTo>
                    <a:pt x="7917" y="6644"/>
                    <a:pt x="6632" y="7930"/>
                    <a:pt x="6632" y="9540"/>
                  </a:cubicBezTo>
                  <a:lnTo>
                    <a:pt x="6632" y="9746"/>
                  </a:lnTo>
                  <a:lnTo>
                    <a:pt x="1337" y="9746"/>
                  </a:lnTo>
                  <a:cubicBezTo>
                    <a:pt x="995" y="9746"/>
                    <a:pt x="738" y="9472"/>
                    <a:pt x="738" y="9146"/>
                  </a:cubicBezTo>
                  <a:lnTo>
                    <a:pt x="738" y="4640"/>
                  </a:lnTo>
                  <a:close/>
                  <a:moveTo>
                    <a:pt x="9512" y="7354"/>
                  </a:moveTo>
                  <a:cubicBezTo>
                    <a:pt x="10626" y="7354"/>
                    <a:pt x="11692" y="8216"/>
                    <a:pt x="11704" y="9523"/>
                  </a:cubicBezTo>
                  <a:cubicBezTo>
                    <a:pt x="11704" y="10722"/>
                    <a:pt x="10727" y="11699"/>
                    <a:pt x="9527" y="11699"/>
                  </a:cubicBezTo>
                  <a:cubicBezTo>
                    <a:pt x="7591" y="11699"/>
                    <a:pt x="6632" y="9369"/>
                    <a:pt x="7985" y="7998"/>
                  </a:cubicBezTo>
                  <a:cubicBezTo>
                    <a:pt x="8431" y="7553"/>
                    <a:pt x="8977" y="7354"/>
                    <a:pt x="9512" y="7354"/>
                  </a:cubicBezTo>
                  <a:close/>
                  <a:moveTo>
                    <a:pt x="5878" y="1"/>
                  </a:moveTo>
                  <a:cubicBezTo>
                    <a:pt x="5698" y="1"/>
                    <a:pt x="5518" y="125"/>
                    <a:pt x="5518" y="373"/>
                  </a:cubicBezTo>
                  <a:lnTo>
                    <a:pt x="5518" y="785"/>
                  </a:lnTo>
                  <a:lnTo>
                    <a:pt x="5021" y="785"/>
                  </a:lnTo>
                  <a:lnTo>
                    <a:pt x="5021" y="1933"/>
                  </a:lnTo>
                  <a:cubicBezTo>
                    <a:pt x="5021" y="2172"/>
                    <a:pt x="4837" y="2292"/>
                    <a:pt x="4653" y="2292"/>
                  </a:cubicBezTo>
                  <a:cubicBezTo>
                    <a:pt x="4469" y="2292"/>
                    <a:pt x="4284" y="2172"/>
                    <a:pt x="4284" y="1933"/>
                  </a:cubicBezTo>
                  <a:lnTo>
                    <a:pt x="4284" y="373"/>
                  </a:lnTo>
                  <a:cubicBezTo>
                    <a:pt x="4267" y="151"/>
                    <a:pt x="4096" y="39"/>
                    <a:pt x="3925" y="39"/>
                  </a:cubicBezTo>
                  <a:cubicBezTo>
                    <a:pt x="3753" y="39"/>
                    <a:pt x="3582" y="151"/>
                    <a:pt x="3565" y="373"/>
                  </a:cubicBezTo>
                  <a:lnTo>
                    <a:pt x="3565" y="785"/>
                  </a:lnTo>
                  <a:lnTo>
                    <a:pt x="3068" y="785"/>
                  </a:lnTo>
                  <a:lnTo>
                    <a:pt x="3068" y="1933"/>
                  </a:lnTo>
                  <a:cubicBezTo>
                    <a:pt x="3068" y="2172"/>
                    <a:pt x="2888" y="2292"/>
                    <a:pt x="2708" y="2292"/>
                  </a:cubicBezTo>
                  <a:cubicBezTo>
                    <a:pt x="2528" y="2292"/>
                    <a:pt x="2348" y="2172"/>
                    <a:pt x="2348" y="1933"/>
                  </a:cubicBezTo>
                  <a:lnTo>
                    <a:pt x="2348" y="373"/>
                  </a:lnTo>
                  <a:cubicBezTo>
                    <a:pt x="2331" y="151"/>
                    <a:pt x="2155" y="39"/>
                    <a:pt x="1980" y="39"/>
                  </a:cubicBezTo>
                  <a:cubicBezTo>
                    <a:pt x="1804" y="39"/>
                    <a:pt x="1629" y="151"/>
                    <a:pt x="1611" y="373"/>
                  </a:cubicBezTo>
                  <a:lnTo>
                    <a:pt x="1611" y="785"/>
                  </a:lnTo>
                  <a:lnTo>
                    <a:pt x="1354" y="785"/>
                  </a:lnTo>
                  <a:cubicBezTo>
                    <a:pt x="600" y="785"/>
                    <a:pt x="1" y="1384"/>
                    <a:pt x="18" y="2121"/>
                  </a:cubicBezTo>
                  <a:lnTo>
                    <a:pt x="18" y="9129"/>
                  </a:lnTo>
                  <a:cubicBezTo>
                    <a:pt x="18" y="9866"/>
                    <a:pt x="600" y="10465"/>
                    <a:pt x="1354" y="10465"/>
                  </a:cubicBezTo>
                  <a:lnTo>
                    <a:pt x="6786" y="10465"/>
                  </a:lnTo>
                  <a:cubicBezTo>
                    <a:pt x="7219" y="11712"/>
                    <a:pt x="8362" y="12411"/>
                    <a:pt x="9528" y="12411"/>
                  </a:cubicBezTo>
                  <a:cubicBezTo>
                    <a:pt x="10253" y="12411"/>
                    <a:pt x="10988" y="12140"/>
                    <a:pt x="11566" y="11562"/>
                  </a:cubicBezTo>
                  <a:cubicBezTo>
                    <a:pt x="13074" y="10054"/>
                    <a:pt x="12492" y="7484"/>
                    <a:pt x="10470" y="6782"/>
                  </a:cubicBezTo>
                  <a:lnTo>
                    <a:pt x="10470" y="2138"/>
                  </a:lnTo>
                  <a:cubicBezTo>
                    <a:pt x="10470" y="1384"/>
                    <a:pt x="9870" y="785"/>
                    <a:pt x="9133" y="785"/>
                  </a:cubicBezTo>
                  <a:lnTo>
                    <a:pt x="8911" y="785"/>
                  </a:lnTo>
                  <a:lnTo>
                    <a:pt x="8911" y="1933"/>
                  </a:lnTo>
                  <a:cubicBezTo>
                    <a:pt x="8894" y="2155"/>
                    <a:pt x="8722" y="2267"/>
                    <a:pt x="8551" y="2267"/>
                  </a:cubicBezTo>
                  <a:cubicBezTo>
                    <a:pt x="8379" y="2267"/>
                    <a:pt x="8208" y="2155"/>
                    <a:pt x="8191" y="1933"/>
                  </a:cubicBezTo>
                  <a:lnTo>
                    <a:pt x="8191" y="373"/>
                  </a:lnTo>
                  <a:cubicBezTo>
                    <a:pt x="8191" y="125"/>
                    <a:pt x="8007" y="1"/>
                    <a:pt x="7823" y="1"/>
                  </a:cubicBezTo>
                  <a:cubicBezTo>
                    <a:pt x="7638" y="1"/>
                    <a:pt x="7454" y="125"/>
                    <a:pt x="7454" y="373"/>
                  </a:cubicBezTo>
                  <a:lnTo>
                    <a:pt x="7454" y="785"/>
                  </a:lnTo>
                  <a:lnTo>
                    <a:pt x="6974" y="785"/>
                  </a:lnTo>
                  <a:lnTo>
                    <a:pt x="6974" y="1933"/>
                  </a:lnTo>
                  <a:cubicBezTo>
                    <a:pt x="6949" y="2155"/>
                    <a:pt x="6773" y="2267"/>
                    <a:pt x="6600" y="2267"/>
                  </a:cubicBezTo>
                  <a:cubicBezTo>
                    <a:pt x="6426" y="2267"/>
                    <a:pt x="6255" y="2155"/>
                    <a:pt x="6238" y="1933"/>
                  </a:cubicBezTo>
                  <a:lnTo>
                    <a:pt x="6238" y="373"/>
                  </a:lnTo>
                  <a:cubicBezTo>
                    <a:pt x="6238" y="125"/>
                    <a:pt x="6058" y="1"/>
                    <a:pt x="58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2" name="Google Shape;552;p31"/>
          <p:cNvSpPr/>
          <p:nvPr/>
        </p:nvSpPr>
        <p:spPr>
          <a:xfrm>
            <a:off x="6143848" y="1689137"/>
            <a:ext cx="368356" cy="368951"/>
          </a:xfrm>
          <a:custGeom>
            <a:rect b="b" l="l" r="r" t="t"/>
            <a:pathLst>
              <a:path extrusionOk="0" h="12409" w="12389">
                <a:moveTo>
                  <a:pt x="4455" y="720"/>
                </a:moveTo>
                <a:cubicBezTo>
                  <a:pt x="4798" y="720"/>
                  <a:pt x="5055" y="994"/>
                  <a:pt x="5072" y="1337"/>
                </a:cubicBezTo>
                <a:lnTo>
                  <a:pt x="5072" y="3290"/>
                </a:lnTo>
                <a:cubicBezTo>
                  <a:pt x="5055" y="3616"/>
                  <a:pt x="4798" y="3890"/>
                  <a:pt x="4455" y="3890"/>
                </a:cubicBezTo>
                <a:lnTo>
                  <a:pt x="1337" y="3890"/>
                </a:lnTo>
                <a:cubicBezTo>
                  <a:pt x="994" y="3890"/>
                  <a:pt x="720" y="3616"/>
                  <a:pt x="737" y="3290"/>
                </a:cubicBezTo>
                <a:lnTo>
                  <a:pt x="737" y="1337"/>
                </a:lnTo>
                <a:cubicBezTo>
                  <a:pt x="720" y="994"/>
                  <a:pt x="994" y="720"/>
                  <a:pt x="1337" y="720"/>
                </a:cubicBezTo>
                <a:close/>
                <a:moveTo>
                  <a:pt x="9733" y="2673"/>
                </a:moveTo>
                <a:lnTo>
                  <a:pt x="9733" y="5843"/>
                </a:lnTo>
                <a:lnTo>
                  <a:pt x="7951" y="5843"/>
                </a:lnTo>
                <a:cubicBezTo>
                  <a:pt x="7214" y="5843"/>
                  <a:pt x="6614" y="6443"/>
                  <a:pt x="6614" y="7180"/>
                </a:cubicBezTo>
                <a:lnTo>
                  <a:pt x="6614" y="9133"/>
                </a:lnTo>
                <a:lnTo>
                  <a:pt x="6614" y="9219"/>
                </a:lnTo>
                <a:lnTo>
                  <a:pt x="6254" y="8876"/>
                </a:lnTo>
                <a:cubicBezTo>
                  <a:pt x="6186" y="8799"/>
                  <a:pt x="6092" y="8760"/>
                  <a:pt x="5997" y="8760"/>
                </a:cubicBezTo>
                <a:cubicBezTo>
                  <a:pt x="5903" y="8760"/>
                  <a:pt x="5809" y="8799"/>
                  <a:pt x="5740" y="8876"/>
                </a:cubicBezTo>
                <a:cubicBezTo>
                  <a:pt x="5586" y="9013"/>
                  <a:pt x="5586" y="9236"/>
                  <a:pt x="5740" y="9390"/>
                </a:cubicBezTo>
                <a:lnTo>
                  <a:pt x="6083" y="9733"/>
                </a:lnTo>
                <a:lnTo>
                  <a:pt x="2656" y="9733"/>
                </a:lnTo>
                <a:lnTo>
                  <a:pt x="2673" y="6563"/>
                </a:lnTo>
                <a:lnTo>
                  <a:pt x="4644" y="6563"/>
                </a:lnTo>
                <a:cubicBezTo>
                  <a:pt x="5141" y="6563"/>
                  <a:pt x="5141" y="5843"/>
                  <a:pt x="4644" y="5843"/>
                </a:cubicBezTo>
                <a:lnTo>
                  <a:pt x="4233" y="5843"/>
                </a:lnTo>
                <a:lnTo>
                  <a:pt x="4233" y="4627"/>
                </a:lnTo>
                <a:lnTo>
                  <a:pt x="4455" y="4627"/>
                </a:lnTo>
                <a:cubicBezTo>
                  <a:pt x="5192" y="4627"/>
                  <a:pt x="5775" y="4027"/>
                  <a:pt x="5792" y="3290"/>
                </a:cubicBezTo>
                <a:lnTo>
                  <a:pt x="5792" y="3187"/>
                </a:lnTo>
                <a:lnTo>
                  <a:pt x="6134" y="3547"/>
                </a:lnTo>
                <a:cubicBezTo>
                  <a:pt x="6203" y="3616"/>
                  <a:pt x="6289" y="3650"/>
                  <a:pt x="6391" y="3650"/>
                </a:cubicBezTo>
                <a:cubicBezTo>
                  <a:pt x="6717" y="3650"/>
                  <a:pt x="6871" y="3256"/>
                  <a:pt x="6648" y="3033"/>
                </a:cubicBezTo>
                <a:lnTo>
                  <a:pt x="6306" y="2673"/>
                </a:lnTo>
                <a:close/>
                <a:moveTo>
                  <a:pt x="11069" y="6563"/>
                </a:moveTo>
                <a:cubicBezTo>
                  <a:pt x="11412" y="6563"/>
                  <a:pt x="11686" y="6837"/>
                  <a:pt x="11686" y="7180"/>
                </a:cubicBezTo>
                <a:lnTo>
                  <a:pt x="11686" y="9133"/>
                </a:lnTo>
                <a:cubicBezTo>
                  <a:pt x="11686" y="9459"/>
                  <a:pt x="11412" y="9733"/>
                  <a:pt x="11069" y="9733"/>
                </a:cubicBezTo>
                <a:lnTo>
                  <a:pt x="7951" y="9733"/>
                </a:lnTo>
                <a:cubicBezTo>
                  <a:pt x="7625" y="9733"/>
                  <a:pt x="7351" y="9459"/>
                  <a:pt x="7351" y="9133"/>
                </a:cubicBezTo>
                <a:lnTo>
                  <a:pt x="7351" y="7180"/>
                </a:lnTo>
                <a:cubicBezTo>
                  <a:pt x="7351" y="6837"/>
                  <a:pt x="7625" y="6563"/>
                  <a:pt x="7951" y="6563"/>
                </a:cubicBezTo>
                <a:close/>
                <a:moveTo>
                  <a:pt x="1337" y="0"/>
                </a:moveTo>
                <a:cubicBezTo>
                  <a:pt x="600" y="0"/>
                  <a:pt x="0" y="600"/>
                  <a:pt x="0" y="1337"/>
                </a:cubicBezTo>
                <a:lnTo>
                  <a:pt x="0" y="3290"/>
                </a:lnTo>
                <a:cubicBezTo>
                  <a:pt x="0" y="4027"/>
                  <a:pt x="600" y="4627"/>
                  <a:pt x="1337" y="4627"/>
                </a:cubicBezTo>
                <a:lnTo>
                  <a:pt x="1560" y="4627"/>
                </a:lnTo>
                <a:lnTo>
                  <a:pt x="1560" y="5843"/>
                </a:lnTo>
                <a:lnTo>
                  <a:pt x="1131" y="5843"/>
                </a:lnTo>
                <a:cubicBezTo>
                  <a:pt x="651" y="5843"/>
                  <a:pt x="651" y="6563"/>
                  <a:pt x="1131" y="6563"/>
                </a:cubicBezTo>
                <a:lnTo>
                  <a:pt x="1937" y="6563"/>
                </a:lnTo>
                <a:lnTo>
                  <a:pt x="1937" y="10093"/>
                </a:lnTo>
                <a:cubicBezTo>
                  <a:pt x="1937" y="10298"/>
                  <a:pt x="2108" y="10470"/>
                  <a:pt x="2313" y="10470"/>
                </a:cubicBezTo>
                <a:lnTo>
                  <a:pt x="6100" y="10470"/>
                </a:lnTo>
                <a:lnTo>
                  <a:pt x="5740" y="10812"/>
                </a:lnTo>
                <a:cubicBezTo>
                  <a:pt x="5518" y="11052"/>
                  <a:pt x="5672" y="11429"/>
                  <a:pt x="5997" y="11429"/>
                </a:cubicBezTo>
                <a:cubicBezTo>
                  <a:pt x="6100" y="11429"/>
                  <a:pt x="6186" y="11395"/>
                  <a:pt x="6254" y="11326"/>
                </a:cubicBezTo>
                <a:lnTo>
                  <a:pt x="7231" y="10350"/>
                </a:lnTo>
                <a:cubicBezTo>
                  <a:pt x="7248" y="10332"/>
                  <a:pt x="7265" y="10315"/>
                  <a:pt x="7282" y="10281"/>
                </a:cubicBezTo>
                <a:cubicBezTo>
                  <a:pt x="7488" y="10401"/>
                  <a:pt x="7711" y="10470"/>
                  <a:pt x="7951" y="10470"/>
                </a:cubicBezTo>
                <a:lnTo>
                  <a:pt x="8173" y="10470"/>
                </a:lnTo>
                <a:lnTo>
                  <a:pt x="8173" y="11686"/>
                </a:lnTo>
                <a:lnTo>
                  <a:pt x="7745" y="11686"/>
                </a:lnTo>
                <a:cubicBezTo>
                  <a:pt x="7300" y="11720"/>
                  <a:pt x="7300" y="12371"/>
                  <a:pt x="7745" y="12406"/>
                </a:cubicBezTo>
                <a:lnTo>
                  <a:pt x="11258" y="12406"/>
                </a:lnTo>
                <a:cubicBezTo>
                  <a:pt x="11274" y="12407"/>
                  <a:pt x="11289" y="12408"/>
                  <a:pt x="11304" y="12408"/>
                </a:cubicBezTo>
                <a:cubicBezTo>
                  <a:pt x="11761" y="12408"/>
                  <a:pt x="11756" y="11685"/>
                  <a:pt x="11289" y="11685"/>
                </a:cubicBezTo>
                <a:cubicBezTo>
                  <a:pt x="11279" y="11685"/>
                  <a:pt x="11268" y="11685"/>
                  <a:pt x="11258" y="11686"/>
                </a:cubicBezTo>
                <a:lnTo>
                  <a:pt x="10846" y="11686"/>
                </a:lnTo>
                <a:lnTo>
                  <a:pt x="10846" y="10470"/>
                </a:lnTo>
                <a:lnTo>
                  <a:pt x="11052" y="10470"/>
                </a:lnTo>
                <a:cubicBezTo>
                  <a:pt x="11789" y="10470"/>
                  <a:pt x="12388" y="9870"/>
                  <a:pt x="12388" y="9133"/>
                </a:cubicBezTo>
                <a:lnTo>
                  <a:pt x="12388" y="7180"/>
                </a:lnTo>
                <a:cubicBezTo>
                  <a:pt x="12388" y="6443"/>
                  <a:pt x="11789" y="5843"/>
                  <a:pt x="11052" y="5843"/>
                </a:cubicBezTo>
                <a:lnTo>
                  <a:pt x="10469" y="5843"/>
                </a:lnTo>
                <a:lnTo>
                  <a:pt x="10469" y="2314"/>
                </a:lnTo>
                <a:cubicBezTo>
                  <a:pt x="10469" y="2108"/>
                  <a:pt x="10298" y="1954"/>
                  <a:pt x="10092" y="1954"/>
                </a:cubicBezTo>
                <a:lnTo>
                  <a:pt x="6306" y="1954"/>
                </a:lnTo>
                <a:lnTo>
                  <a:pt x="6666" y="1594"/>
                </a:lnTo>
                <a:cubicBezTo>
                  <a:pt x="6891" y="1329"/>
                  <a:pt x="6654" y="981"/>
                  <a:pt x="6385" y="981"/>
                </a:cubicBezTo>
                <a:cubicBezTo>
                  <a:pt x="6306" y="981"/>
                  <a:pt x="6225" y="1010"/>
                  <a:pt x="6152" y="1080"/>
                </a:cubicBezTo>
                <a:lnTo>
                  <a:pt x="5792" y="1440"/>
                </a:lnTo>
                <a:lnTo>
                  <a:pt x="5792" y="1337"/>
                </a:lnTo>
                <a:cubicBezTo>
                  <a:pt x="5775" y="600"/>
                  <a:pt x="5192" y="0"/>
                  <a:pt x="445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31"/>
          <p:cNvSpPr/>
          <p:nvPr/>
        </p:nvSpPr>
        <p:spPr>
          <a:xfrm rot="10800000">
            <a:off x="7857275" y="4028675"/>
            <a:ext cx="448175" cy="448175"/>
          </a:xfrm>
          <a:custGeom>
            <a:rect b="b" l="l" r="r" t="t"/>
            <a:pathLst>
              <a:path extrusionOk="0" h="17927" w="17927">
                <a:moveTo>
                  <a:pt x="1" y="0"/>
                </a:moveTo>
                <a:lnTo>
                  <a:pt x="1" y="5985"/>
                </a:lnTo>
                <a:lnTo>
                  <a:pt x="1" y="17926"/>
                </a:lnTo>
                <a:lnTo>
                  <a:pt x="5986" y="17926"/>
                </a:lnTo>
                <a:lnTo>
                  <a:pt x="5986" y="5985"/>
                </a:lnTo>
                <a:lnTo>
                  <a:pt x="17927" y="5985"/>
                </a:lnTo>
                <a:lnTo>
                  <a:pt x="1792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TextBox 553"/>
          <p:cNvSpPr txBox="1"/>
          <p:nvPr/>
        </p:nvSpPr>
        <p:spPr>
          <a:xfrm>
            <a:off x="411480" y="4965192"/>
            <a:ext cx="5486400" cy="155448"/>
          </a:xfrm>
          <a:prstGeom prst="rect">
            <a:avLst/>
          </a:prstGeom>
          <a:noFill/>
        </p:spPr>
        <p:txBody>
          <a:bodyPr wrap="none" lIns="0" rIns="0" tIns="0" bIns="0">
            <a:spAutoFit/>
          </a:bodyPr>
          <a:lstStyle/>
          <a:p>
            <a:pPr algn="l"/>
            <a:r>
              <a:rPr sz="800">
                <a:solidFill>
                  <a:srgbClr val="9AA0A8"/>
                </a:solidFill>
              </a:rPr>
              <a:t>BACSE202 – Database Management Systems  |  First Review  |  Fall Semester 2026</a:t>
            </a:r>
          </a:p>
        </p:txBody>
      </p:sp>
      <p:sp>
        <p:nvSpPr>
          <p:cNvPr id="555" name="TextBox 554"/>
          <p:cNvSpPr txBox="1"/>
          <p:nvPr/>
        </p:nvSpPr>
        <p:spPr>
          <a:xfrm>
            <a:off x="7863840" y="4956048"/>
            <a:ext cx="868680" cy="155448"/>
          </a:xfrm>
          <a:prstGeom prst="rect">
            <a:avLst/>
          </a:prstGeom>
          <a:noFill/>
        </p:spPr>
        <p:txBody>
          <a:bodyPr wrap="none" lIns="0" rIns="0" tIns="0" bIns="0">
            <a:spAutoFit/>
          </a:bodyPr>
          <a:lstStyle/>
          <a:p>
            <a:pPr algn="r"/>
            <a:r>
              <a:rPr sz="800">
                <a:solidFill>
                  <a:srgbClr val="9AA0A8"/>
                </a:solidFill>
              </a:rPr>
              <a:t>10</a:t>
            </a: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atabase Company Business Plan by Slidesgo">
  <a:themeElements>
    <a:clrScheme name="Simple Light">
      <a:dk1>
        <a:srgbClr val="FFFFFF"/>
      </a:dk1>
      <a:lt1>
        <a:srgbClr val="232323"/>
      </a:lt1>
      <a:dk2>
        <a:srgbClr val="9CFFFF"/>
      </a:dk2>
      <a:lt2>
        <a:srgbClr val="999999"/>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